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3.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4.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theme/theme5.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theme/theme6.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theme/theme7.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75" r:id="rId4"/>
    <p:sldMasterId id="2147483718" r:id="rId5"/>
    <p:sldMasterId id="2147483746" r:id="rId6"/>
    <p:sldMasterId id="2147483774" r:id="rId7"/>
    <p:sldMasterId id="2147483802" r:id="rId8"/>
    <p:sldMasterId id="2147483831" r:id="rId9"/>
    <p:sldMasterId id="2147483859" r:id="rId10"/>
  </p:sldMasterIdLst>
  <p:notesMasterIdLst>
    <p:notesMasterId r:id="rId32"/>
  </p:notesMasterIdLst>
  <p:handoutMasterIdLst>
    <p:handoutMasterId r:id="rId33"/>
  </p:handoutMasterIdLst>
  <p:sldIdLst>
    <p:sldId id="256" r:id="rId11"/>
    <p:sldId id="257" r:id="rId12"/>
    <p:sldId id="258" r:id="rId13"/>
    <p:sldId id="259" r:id="rId14"/>
    <p:sldId id="260" r:id="rId15"/>
    <p:sldId id="261" r:id="rId16"/>
    <p:sldId id="262" r:id="rId17"/>
    <p:sldId id="281" r:id="rId18"/>
    <p:sldId id="264" r:id="rId19"/>
    <p:sldId id="284" r:id="rId20"/>
    <p:sldId id="265" r:id="rId21"/>
    <p:sldId id="267" r:id="rId22"/>
    <p:sldId id="282" r:id="rId23"/>
    <p:sldId id="268" r:id="rId24"/>
    <p:sldId id="269" r:id="rId25"/>
    <p:sldId id="270" r:id="rId26"/>
    <p:sldId id="283" r:id="rId27"/>
    <p:sldId id="266" r:id="rId28"/>
    <p:sldId id="271" r:id="rId29"/>
    <p:sldId id="272" r:id="rId30"/>
    <p:sldId id="280" r:id="rId31"/>
  </p:sldIdLst>
  <p:sldSz cx="9602788" cy="6858000"/>
  <p:notesSz cx="7315200" cy="9601200"/>
  <p:custDataLst>
    <p:tags r:id="rId34"/>
  </p:custDataLst>
  <p:defaultTextStyle>
    <a:defPPr>
      <a:defRPr lang="en-GB"/>
    </a:defPPr>
    <a:lvl1pPr algn="ctr" rtl="0" fontAlgn="base">
      <a:lnSpc>
        <a:spcPct val="86000"/>
      </a:lnSpc>
      <a:spcBef>
        <a:spcPct val="0"/>
      </a:spcBef>
      <a:spcAft>
        <a:spcPct val="0"/>
      </a:spcAft>
      <a:defRPr sz="1000" kern="1200">
        <a:solidFill>
          <a:schemeClr val="tx1"/>
        </a:solidFill>
        <a:latin typeface="Arial" charset="0"/>
        <a:ea typeface="+mn-ea"/>
        <a:cs typeface="+mn-cs"/>
      </a:defRPr>
    </a:lvl1pPr>
    <a:lvl2pPr marL="457200" algn="ctr" rtl="0" fontAlgn="base">
      <a:lnSpc>
        <a:spcPct val="86000"/>
      </a:lnSpc>
      <a:spcBef>
        <a:spcPct val="0"/>
      </a:spcBef>
      <a:spcAft>
        <a:spcPct val="0"/>
      </a:spcAft>
      <a:defRPr sz="1000" kern="1200">
        <a:solidFill>
          <a:schemeClr val="tx1"/>
        </a:solidFill>
        <a:latin typeface="Arial" charset="0"/>
        <a:ea typeface="+mn-ea"/>
        <a:cs typeface="+mn-cs"/>
      </a:defRPr>
    </a:lvl2pPr>
    <a:lvl3pPr marL="914400" algn="ctr" rtl="0" fontAlgn="base">
      <a:lnSpc>
        <a:spcPct val="86000"/>
      </a:lnSpc>
      <a:spcBef>
        <a:spcPct val="0"/>
      </a:spcBef>
      <a:spcAft>
        <a:spcPct val="0"/>
      </a:spcAft>
      <a:defRPr sz="1000" kern="1200">
        <a:solidFill>
          <a:schemeClr val="tx1"/>
        </a:solidFill>
        <a:latin typeface="Arial" charset="0"/>
        <a:ea typeface="+mn-ea"/>
        <a:cs typeface="+mn-cs"/>
      </a:defRPr>
    </a:lvl3pPr>
    <a:lvl4pPr marL="1371600" algn="ctr" rtl="0" fontAlgn="base">
      <a:lnSpc>
        <a:spcPct val="86000"/>
      </a:lnSpc>
      <a:spcBef>
        <a:spcPct val="0"/>
      </a:spcBef>
      <a:spcAft>
        <a:spcPct val="0"/>
      </a:spcAft>
      <a:defRPr sz="1000" kern="1200">
        <a:solidFill>
          <a:schemeClr val="tx1"/>
        </a:solidFill>
        <a:latin typeface="Arial" charset="0"/>
        <a:ea typeface="+mn-ea"/>
        <a:cs typeface="+mn-cs"/>
      </a:defRPr>
    </a:lvl4pPr>
    <a:lvl5pPr marL="1828800" algn="ctr" rtl="0" fontAlgn="base">
      <a:lnSpc>
        <a:spcPct val="86000"/>
      </a:lnSpc>
      <a:spcBef>
        <a:spcPct val="0"/>
      </a:spcBef>
      <a:spcAft>
        <a:spcPct val="0"/>
      </a:spcAft>
      <a:defRPr sz="1000" kern="1200">
        <a:solidFill>
          <a:schemeClr val="tx1"/>
        </a:solidFill>
        <a:latin typeface="Arial" charset="0"/>
        <a:ea typeface="+mn-ea"/>
        <a:cs typeface="+mn-cs"/>
      </a:defRPr>
    </a:lvl5pPr>
    <a:lvl6pPr marL="2286000" algn="l" defTabSz="914400" rtl="0" eaLnBrk="1" latinLnBrk="0" hangingPunct="1">
      <a:defRPr sz="1000" kern="1200">
        <a:solidFill>
          <a:schemeClr val="tx1"/>
        </a:solidFill>
        <a:latin typeface="Arial" charset="0"/>
        <a:ea typeface="+mn-ea"/>
        <a:cs typeface="+mn-cs"/>
      </a:defRPr>
    </a:lvl6pPr>
    <a:lvl7pPr marL="2743200" algn="l" defTabSz="914400" rtl="0" eaLnBrk="1" latinLnBrk="0" hangingPunct="1">
      <a:defRPr sz="1000" kern="1200">
        <a:solidFill>
          <a:schemeClr val="tx1"/>
        </a:solidFill>
        <a:latin typeface="Arial" charset="0"/>
        <a:ea typeface="+mn-ea"/>
        <a:cs typeface="+mn-cs"/>
      </a:defRPr>
    </a:lvl7pPr>
    <a:lvl8pPr marL="3200400" algn="l" defTabSz="914400" rtl="0" eaLnBrk="1" latinLnBrk="0" hangingPunct="1">
      <a:defRPr sz="1000" kern="1200">
        <a:solidFill>
          <a:schemeClr val="tx1"/>
        </a:solidFill>
        <a:latin typeface="Arial" charset="0"/>
        <a:ea typeface="+mn-ea"/>
        <a:cs typeface="+mn-cs"/>
      </a:defRPr>
    </a:lvl8pPr>
    <a:lvl9pPr marL="3657600" algn="l" defTabSz="914400" rtl="0" eaLnBrk="1" latinLnBrk="0" hangingPunct="1">
      <a:defRPr sz="10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36" userDrawn="1">
          <p15:clr>
            <a:srgbClr val="A4A3A4"/>
          </p15:clr>
        </p15:guide>
        <p15:guide id="2" orient="horz" pos="867" userDrawn="1">
          <p15:clr>
            <a:srgbClr val="A4A3A4"/>
          </p15:clr>
        </p15:guide>
        <p15:guide id="3" orient="horz" pos="3997" userDrawn="1">
          <p15:clr>
            <a:srgbClr val="A4A3A4"/>
          </p15:clr>
        </p15:guide>
        <p15:guide id="4" orient="horz" pos="4319">
          <p15:clr>
            <a:srgbClr val="A4A3A4"/>
          </p15:clr>
        </p15:guide>
        <p15:guide id="5" pos="288">
          <p15:clr>
            <a:srgbClr val="A4A3A4"/>
          </p15:clr>
        </p15:guide>
        <p15:guide id="6" pos="5765" userDrawn="1">
          <p15:clr>
            <a:srgbClr val="A4A3A4"/>
          </p15:clr>
        </p15:guide>
        <p15:guide id="7" orient="horz" pos="2160" userDrawn="1">
          <p15:clr>
            <a:srgbClr val="A4A3A4"/>
          </p15:clr>
        </p15:guide>
        <p15:guide id="8" orient="horz" pos="242">
          <p15:clr>
            <a:srgbClr val="A4A3A4"/>
          </p15:clr>
        </p15:guide>
        <p15:guide id="9" orient="horz" pos="2976" userDrawn="1">
          <p15:clr>
            <a:srgbClr val="A4A3A4"/>
          </p15:clr>
        </p15:guide>
        <p15:guide id="10" pos="5760">
          <p15:clr>
            <a:srgbClr val="A4A3A4"/>
          </p15:clr>
        </p15:guide>
        <p15:guide id="11" pos="258"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232FE1B-4672-A3A3-7ECD-06F3797C176B}" name="Vu Thi Minh Trang - QLRRTD - Dinh Luong" initials="VTMTQDL" userId="Vu Thi Minh Trang - QLRRTD - Dinh Luong" providerId="None"/>
  <p188:author id="{772F5A3C-F2C7-CA0B-BACC-593EDD8ACA56}" name="Nguyen Hoai Thu - QLRRTD" initials="NQ" userId="S::v365.thunh2.ho@vcb365.onmicrosoft.com::9b6076a5-1447-46b0-a315-069da373321f" providerId="AD"/>
  <p188:author id="{D1998A91-D71D-D4CF-CE53-F89BC8697087}" name="Thu Nguyen Hoai" initials="TNH" userId="aff97c3428e0be11" providerId="Windows Live"/>
  <p188:author id="{72BE2C9E-85AA-755A-7325-E004C21DAD2F}" name="Pham Dinh Dung" initials="D" userId="Pham Dinh Dung" providerId="None"/>
  <p188:author id="{E20271C2-120B-5651-D24A-150F8329E0A3}" name="Nguyen Tien Dat - QLRRTD" initials="NTDQ" userId="S::v365.datnt2.ho@vcb365.onmicrosoft.com::cae42d16-e2e8-4b6a-ba88-4ae799729e77" providerId="AD"/>
  <p188:author id="{4DC678F8-F879-D989-0567-0AB5E3021D8E}" name="Nguyen Anh Vu - QLRRTD - Quant Team" initials="NT" userId="S::v365.vuna2.ho@vcb365.onmicrosoft.com::69e54cf7-dfab-4953-87b4-efb197024b1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Nguyen Ngoc Son" initials="NNS" lastIdx="1" clrIdx="0">
    <p:extLst>
      <p:ext uri="{19B8F6BF-5375-455C-9EA6-DF929625EA0E}">
        <p15:presenceInfo xmlns:p15="http://schemas.microsoft.com/office/powerpoint/2012/main" userId="S-1-5-21-4156598242-3959149302-4045164522-3580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030"/>
    <a:srgbClr val="079B84"/>
    <a:srgbClr val="BDDDA3"/>
    <a:srgbClr val="6A9951"/>
    <a:srgbClr val="AFD3CE"/>
    <a:srgbClr val="5A8E3F"/>
    <a:srgbClr val="D7E5BF"/>
    <a:srgbClr val="BACBCC"/>
    <a:srgbClr val="E8F1DB"/>
    <a:srgbClr val="84AB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39DD9DD-9E6C-4910-8AC0-68ADFF6A6AFC}">
  <a:tblStyle styleId="{839DD9DD-9E6C-4910-8AC0-68ADFF6A6AFC}" styleName="Oliver Wyman - default">
    <a:wholeTbl>
      <a:tcTxStyle>
        <a:fontRef idx="minor">
          <a:scrgbClr r="0" g="0" b="0"/>
        </a:fontRef>
        <a:schemeClr val="tx1"/>
      </a:tcTxStyle>
      <a:tcStyle>
        <a:tcBdr>
          <a:left>
            <a:ln>
              <a:noFill/>
            </a:ln>
          </a:left>
          <a:right>
            <a:ln>
              <a:noFill/>
            </a:ln>
          </a:right>
          <a:top>
            <a:ln>
              <a:noFill/>
            </a:ln>
          </a:top>
          <a:bottom>
            <a:ln w="9525" cap="flat" cmpd="sng" algn="ctr">
              <a:solidFill>
                <a:schemeClr val="accent4"/>
              </a:solidFill>
            </a:ln>
          </a:bottom>
          <a:insideH>
            <a:ln w="9525" cap="flat" cmpd="sng" algn="ctr">
              <a:solidFill>
                <a:schemeClr val="accent4"/>
              </a:solidFill>
            </a:ln>
          </a:insideH>
          <a:insideV>
            <a:ln>
              <a:noFill/>
            </a:ln>
          </a:insideV>
        </a:tcBdr>
        <a:fill>
          <a:noFill/>
        </a:fill>
      </a:tcStyle>
    </a:wholeTbl>
    <a:band1H>
      <a:tcStyle>
        <a:tcBdr/>
        <a:fill>
          <a:noFill/>
        </a:fill>
      </a:tcStyle>
    </a:band1H>
    <a:band2H>
      <a:tcStyle>
        <a:tcBdr/>
      </a:tcStyle>
    </a:band2H>
    <a:band1V>
      <a:tcStyle>
        <a:tcBdr/>
        <a:fill>
          <a:noFill/>
        </a:fill>
      </a:tcStyle>
    </a:band1V>
    <a:lastCol>
      <a:tcTxStyle b="on"/>
      <a:tcStyle>
        <a:tcBdr/>
      </a:tcStyle>
    </a:lastCol>
    <a:firstCol>
      <a:tcTxStyle b="on"/>
      <a:tcStyle>
        <a:tcBdr/>
      </a:tcStyle>
    </a:firstCol>
    <a:lastRow>
      <a:tcTxStyle b="on"/>
      <a:tcStyle>
        <a:tcBdr/>
        <a:fill>
          <a:noFill/>
        </a:fill>
      </a:tcStyle>
    </a:lastRow>
    <a:firstRow>
      <a:tcTxStyle b="on"/>
      <a:tcStyle>
        <a:tcBdr>
          <a:bottom>
            <a:ln w="9525" cap="flat" cmpd="sng" algn="ctr">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56"/>
    <p:restoredTop sz="94609"/>
  </p:normalViewPr>
  <p:slideViewPr>
    <p:cSldViewPr snapToGrid="0" showGuides="1">
      <p:cViewPr varScale="1">
        <p:scale>
          <a:sx n="110" d="100"/>
          <a:sy n="110" d="100"/>
        </p:scale>
        <p:origin x="1170" y="96"/>
      </p:cViewPr>
      <p:guideLst>
        <p:guide orient="horz" pos="236"/>
        <p:guide orient="horz" pos="867"/>
        <p:guide orient="horz" pos="3997"/>
        <p:guide orient="horz" pos="4319"/>
        <p:guide pos="288"/>
        <p:guide pos="5765"/>
        <p:guide orient="horz" pos="2160"/>
        <p:guide orient="horz" pos="242"/>
        <p:guide orient="horz" pos="2976"/>
        <p:guide pos="5760"/>
        <p:guide pos="258"/>
      </p:guideLst>
    </p:cSldViewPr>
  </p:slideViewPr>
  <p:notesTextViewPr>
    <p:cViewPr>
      <p:scale>
        <a:sx n="1" d="1"/>
        <a:sy n="1" d="1"/>
      </p:scale>
      <p:origin x="0" y="0"/>
    </p:cViewPr>
  </p:notesTextViewPr>
  <p:notesViewPr>
    <p:cSldViewPr snapToGrid="0" showGuides="1">
      <p:cViewPr varScale="1">
        <p:scale>
          <a:sx n="66" d="100"/>
          <a:sy n="66" d="100"/>
        </p:scale>
        <p:origin x="0" y="0"/>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tableStyles" Target="tableStyles.xml"/><Relationship Id="rId21" Type="http://schemas.openxmlformats.org/officeDocument/2006/relationships/slide" Target="slides/slide11.xml"/><Relationship Id="rId34" Type="http://schemas.openxmlformats.org/officeDocument/2006/relationships/tags" Target="tags/tag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notesMaster" Target="notesMasters/notesMaster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presProps" Target="presProps.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commentAuthors" Target="commentAuthor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handoutMaster" Target="handoutMasters/handoutMaster1.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 Thi Thanh Nhan (Quant Department - HO)" userId="e0706a4f-3af2-46f6-9aa6-42e8c202897e" providerId="ADAL" clId="{642EA475-665E-4012-A1C9-E0EA474277C8}"/>
    <pc:docChg chg="undo redo custSel addSld delSld modSld sldOrd modMainMaster">
      <pc:chgData name="Le Thi Thanh Nhan (Quant Department - HO)" userId="e0706a4f-3af2-46f6-9aa6-42e8c202897e" providerId="ADAL" clId="{642EA475-665E-4012-A1C9-E0EA474277C8}" dt="2026-09-17T02:48:38.584" v="4776" actId="20577"/>
      <pc:docMkLst>
        <pc:docMk/>
      </pc:docMkLst>
      <pc:sldChg chg="modSp mod">
        <pc:chgData name="Le Thi Thanh Nhan (Quant Department - HO)" userId="e0706a4f-3af2-46f6-9aa6-42e8c202897e" providerId="ADAL" clId="{642EA475-665E-4012-A1C9-E0EA474277C8}" dt="2026-09-16T07:23:12.050" v="748" actId="20577"/>
        <pc:sldMkLst>
          <pc:docMk/>
          <pc:sldMk cId="0" sldId="256"/>
        </pc:sldMkLst>
        <pc:spChg chg="mod">
          <ac:chgData name="Le Thi Thanh Nhan (Quant Department - HO)" userId="e0706a4f-3af2-46f6-9aa6-42e8c202897e" providerId="ADAL" clId="{642EA475-665E-4012-A1C9-E0EA474277C8}" dt="2026-09-04T03:06:23.861" v="503" actId="20577"/>
          <ac:spMkLst>
            <pc:docMk/>
            <pc:sldMk cId="0" sldId="256"/>
            <ac:spMk id="3" creationId="{00000000-0000-0000-0000-000000000000}"/>
          </ac:spMkLst>
        </pc:spChg>
        <pc:spChg chg="mod">
          <ac:chgData name="Le Thi Thanh Nhan (Quant Department - HO)" userId="e0706a4f-3af2-46f6-9aa6-42e8c202897e" providerId="ADAL" clId="{642EA475-665E-4012-A1C9-E0EA474277C8}" dt="2026-09-16T07:23:12.050" v="748" actId="20577"/>
          <ac:spMkLst>
            <pc:docMk/>
            <pc:sldMk cId="0" sldId="256"/>
            <ac:spMk id="4" creationId="{00000000-0000-0000-0000-000000000000}"/>
          </ac:spMkLst>
        </pc:spChg>
      </pc:sldChg>
      <pc:sldChg chg="delSp modSp mod">
        <pc:chgData name="Le Thi Thanh Nhan (Quant Department - HO)" userId="e0706a4f-3af2-46f6-9aa6-42e8c202897e" providerId="ADAL" clId="{642EA475-665E-4012-A1C9-E0EA474277C8}" dt="2026-09-04T08:20:14.549" v="682" actId="1036"/>
        <pc:sldMkLst>
          <pc:docMk/>
          <pc:sldMk cId="0" sldId="257"/>
        </pc:sldMkLst>
        <pc:spChg chg="mod">
          <ac:chgData name="Le Thi Thanh Nhan (Quant Department - HO)" userId="e0706a4f-3af2-46f6-9aa6-42e8c202897e" providerId="ADAL" clId="{642EA475-665E-4012-A1C9-E0EA474277C8}" dt="2026-09-04T08:20:14.549" v="682" actId="1036"/>
          <ac:spMkLst>
            <pc:docMk/>
            <pc:sldMk cId="0" sldId="257"/>
            <ac:spMk id="3" creationId="{00000000-0000-0000-0000-000000000000}"/>
          </ac:spMkLst>
        </pc:spChg>
        <pc:spChg chg="mod">
          <ac:chgData name="Le Thi Thanh Nhan (Quant Department - HO)" userId="e0706a4f-3af2-46f6-9aa6-42e8c202897e" providerId="ADAL" clId="{642EA475-665E-4012-A1C9-E0EA474277C8}" dt="2026-09-04T08:20:14.549" v="682" actId="1036"/>
          <ac:spMkLst>
            <pc:docMk/>
            <pc:sldMk cId="0" sldId="257"/>
            <ac:spMk id="4" creationId="{00000000-0000-0000-0000-000000000000}"/>
          </ac:spMkLst>
        </pc:spChg>
        <pc:spChg chg="mod">
          <ac:chgData name="Le Thi Thanh Nhan (Quant Department - HO)" userId="e0706a4f-3af2-46f6-9aa6-42e8c202897e" providerId="ADAL" clId="{642EA475-665E-4012-A1C9-E0EA474277C8}" dt="2026-09-04T08:20:14.549" v="682" actId="1036"/>
          <ac:spMkLst>
            <pc:docMk/>
            <pc:sldMk cId="0" sldId="257"/>
            <ac:spMk id="5" creationId="{00000000-0000-0000-0000-000000000000}"/>
          </ac:spMkLst>
        </pc:spChg>
        <pc:spChg chg="mod">
          <ac:chgData name="Le Thi Thanh Nhan (Quant Department - HO)" userId="e0706a4f-3af2-46f6-9aa6-42e8c202897e" providerId="ADAL" clId="{642EA475-665E-4012-A1C9-E0EA474277C8}" dt="2026-09-04T08:20:14.549" v="682" actId="1036"/>
          <ac:spMkLst>
            <pc:docMk/>
            <pc:sldMk cId="0" sldId="257"/>
            <ac:spMk id="6" creationId="{00000000-0000-0000-0000-000000000000}"/>
          </ac:spMkLst>
        </pc:spChg>
        <pc:spChg chg="mod">
          <ac:chgData name="Le Thi Thanh Nhan (Quant Department - HO)" userId="e0706a4f-3af2-46f6-9aa6-42e8c202897e" providerId="ADAL" clId="{642EA475-665E-4012-A1C9-E0EA474277C8}" dt="2026-09-04T08:20:14.549" v="682" actId="1036"/>
          <ac:spMkLst>
            <pc:docMk/>
            <pc:sldMk cId="0" sldId="257"/>
            <ac:spMk id="7" creationId="{00000000-0000-0000-0000-000000000000}"/>
          </ac:spMkLst>
        </pc:spChg>
        <pc:spChg chg="mod">
          <ac:chgData name="Le Thi Thanh Nhan (Quant Department - HO)" userId="e0706a4f-3af2-46f6-9aa6-42e8c202897e" providerId="ADAL" clId="{642EA475-665E-4012-A1C9-E0EA474277C8}" dt="2026-09-04T08:20:14.549" v="682" actId="1036"/>
          <ac:spMkLst>
            <pc:docMk/>
            <pc:sldMk cId="0" sldId="257"/>
            <ac:spMk id="8" creationId="{00000000-0000-0000-0000-000000000000}"/>
          </ac:spMkLst>
        </pc:spChg>
        <pc:spChg chg="mod">
          <ac:chgData name="Le Thi Thanh Nhan (Quant Department - HO)" userId="e0706a4f-3af2-46f6-9aa6-42e8c202897e" providerId="ADAL" clId="{642EA475-665E-4012-A1C9-E0EA474277C8}" dt="2026-09-04T08:20:14.549" v="682" actId="1036"/>
          <ac:spMkLst>
            <pc:docMk/>
            <pc:sldMk cId="0" sldId="257"/>
            <ac:spMk id="9" creationId="{00000000-0000-0000-0000-000000000000}"/>
          </ac:spMkLst>
        </pc:spChg>
        <pc:spChg chg="mod">
          <ac:chgData name="Le Thi Thanh Nhan (Quant Department - HO)" userId="e0706a4f-3af2-46f6-9aa6-42e8c202897e" providerId="ADAL" clId="{642EA475-665E-4012-A1C9-E0EA474277C8}" dt="2026-09-04T08:20:14.549" v="682" actId="1036"/>
          <ac:spMkLst>
            <pc:docMk/>
            <pc:sldMk cId="0" sldId="257"/>
            <ac:spMk id="10" creationId="{00000000-0000-0000-0000-000000000000}"/>
          </ac:spMkLst>
        </pc:spChg>
        <pc:spChg chg="mod">
          <ac:chgData name="Le Thi Thanh Nhan (Quant Department - HO)" userId="e0706a4f-3af2-46f6-9aa6-42e8c202897e" providerId="ADAL" clId="{642EA475-665E-4012-A1C9-E0EA474277C8}" dt="2026-09-04T08:20:14.549" v="682" actId="1036"/>
          <ac:spMkLst>
            <pc:docMk/>
            <pc:sldMk cId="0" sldId="257"/>
            <ac:spMk id="11" creationId="{00000000-0000-0000-0000-000000000000}"/>
          </ac:spMkLst>
        </pc:spChg>
      </pc:sldChg>
      <pc:sldChg chg="modSp mod">
        <pc:chgData name="Le Thi Thanh Nhan (Quant Department - HO)" userId="e0706a4f-3af2-46f6-9aa6-42e8c202897e" providerId="ADAL" clId="{642EA475-665E-4012-A1C9-E0EA474277C8}" dt="2026-09-17T02:48:38.584" v="4776" actId="20577"/>
        <pc:sldMkLst>
          <pc:docMk/>
          <pc:sldMk cId="0" sldId="259"/>
        </pc:sldMkLst>
        <pc:spChg chg="mod">
          <ac:chgData name="Le Thi Thanh Nhan (Quant Department - HO)" userId="e0706a4f-3af2-46f6-9aa6-42e8c202897e" providerId="ADAL" clId="{642EA475-665E-4012-A1C9-E0EA474277C8}" dt="2026-09-16T07:36:48.089" v="784" actId="114"/>
          <ac:spMkLst>
            <pc:docMk/>
            <pc:sldMk cId="0" sldId="259"/>
            <ac:spMk id="7" creationId="{00000000-0000-0000-0000-000000000000}"/>
          </ac:spMkLst>
        </pc:spChg>
        <pc:spChg chg="mod">
          <ac:chgData name="Le Thi Thanh Nhan (Quant Department - HO)" userId="e0706a4f-3af2-46f6-9aa6-42e8c202897e" providerId="ADAL" clId="{642EA475-665E-4012-A1C9-E0EA474277C8}" dt="2026-09-16T08:54:18.928" v="2037" actId="20577"/>
          <ac:spMkLst>
            <pc:docMk/>
            <pc:sldMk cId="0" sldId="259"/>
            <ac:spMk id="11" creationId="{00000000-0000-0000-0000-000000000000}"/>
          </ac:spMkLst>
        </pc:spChg>
        <pc:spChg chg="mod">
          <ac:chgData name="Le Thi Thanh Nhan (Quant Department - HO)" userId="e0706a4f-3af2-46f6-9aa6-42e8c202897e" providerId="ADAL" clId="{642EA475-665E-4012-A1C9-E0EA474277C8}" dt="2026-09-16T07:47:06.184" v="1018" actId="20577"/>
          <ac:spMkLst>
            <pc:docMk/>
            <pc:sldMk cId="0" sldId="259"/>
            <ac:spMk id="15" creationId="{00000000-0000-0000-0000-000000000000}"/>
          </ac:spMkLst>
        </pc:spChg>
        <pc:spChg chg="mod">
          <ac:chgData name="Le Thi Thanh Nhan (Quant Department - HO)" userId="e0706a4f-3af2-46f6-9aa6-42e8c202897e" providerId="ADAL" clId="{642EA475-665E-4012-A1C9-E0EA474277C8}" dt="2026-09-17T02:48:38.584" v="4776" actId="20577"/>
          <ac:spMkLst>
            <pc:docMk/>
            <pc:sldMk cId="0" sldId="259"/>
            <ac:spMk id="17" creationId="{00000000-0000-0000-0000-000000000000}"/>
          </ac:spMkLst>
        </pc:spChg>
      </pc:sldChg>
      <pc:sldChg chg="addSp delSp modSp mod modNotesTx">
        <pc:chgData name="Le Thi Thanh Nhan (Quant Department - HO)" userId="e0706a4f-3af2-46f6-9aa6-42e8c202897e" providerId="ADAL" clId="{642EA475-665E-4012-A1C9-E0EA474277C8}" dt="2026-09-16T09:11:56.758" v="2318" actId="20577"/>
        <pc:sldMkLst>
          <pc:docMk/>
          <pc:sldMk cId="0" sldId="260"/>
        </pc:sldMkLst>
        <pc:spChg chg="add del mod">
          <ac:chgData name="Le Thi Thanh Nhan (Quant Department - HO)" userId="e0706a4f-3af2-46f6-9aa6-42e8c202897e" providerId="ADAL" clId="{642EA475-665E-4012-A1C9-E0EA474277C8}" dt="2026-09-16T09:11:56.758" v="2318" actId="20577"/>
          <ac:spMkLst>
            <pc:docMk/>
            <pc:sldMk cId="0" sldId="260"/>
            <ac:spMk id="5" creationId="{00000000-0000-0000-0000-000000000000}"/>
          </ac:spMkLst>
        </pc:spChg>
        <pc:spChg chg="add">
          <ac:chgData name="Le Thi Thanh Nhan (Quant Department - HO)" userId="e0706a4f-3af2-46f6-9aa6-42e8c202897e" providerId="ADAL" clId="{642EA475-665E-4012-A1C9-E0EA474277C8}" dt="2026-09-16T09:10:26.886" v="2148"/>
          <ac:spMkLst>
            <pc:docMk/>
            <pc:sldMk cId="0" sldId="260"/>
            <ac:spMk id="8" creationId="{5566DFC1-07C7-119B-3C63-B88021AB47EA}"/>
          </ac:spMkLst>
        </pc:spChg>
        <pc:graphicFrameChg chg="mod modGraphic">
          <ac:chgData name="Le Thi Thanh Nhan (Quant Department - HO)" userId="e0706a4f-3af2-46f6-9aa6-42e8c202897e" providerId="ADAL" clId="{642EA475-665E-4012-A1C9-E0EA474277C8}" dt="2026-09-16T07:48:37.575" v="1019" actId="14100"/>
          <ac:graphicFrameMkLst>
            <pc:docMk/>
            <pc:sldMk cId="0" sldId="260"/>
            <ac:graphicFrameMk id="4" creationId="{00000000-0000-0000-0000-000000000000}"/>
          </ac:graphicFrameMkLst>
        </pc:graphicFrameChg>
        <pc:cxnChg chg="add mod">
          <ac:chgData name="Le Thi Thanh Nhan (Quant Department - HO)" userId="e0706a4f-3af2-46f6-9aa6-42e8c202897e" providerId="ADAL" clId="{642EA475-665E-4012-A1C9-E0EA474277C8}" dt="2026-09-16T09:08:37.839" v="2041" actId="1076"/>
          <ac:cxnSpMkLst>
            <pc:docMk/>
            <pc:sldMk cId="0" sldId="260"/>
            <ac:cxnSpMk id="7" creationId="{F65D360D-F2ED-247E-90C3-F3EAB92A4C6F}"/>
          </ac:cxnSpMkLst>
        </pc:cxnChg>
      </pc:sldChg>
      <pc:sldChg chg="addSp delSp modSp mod">
        <pc:chgData name="Le Thi Thanh Nhan (Quant Department - HO)" userId="e0706a4f-3af2-46f6-9aa6-42e8c202897e" providerId="ADAL" clId="{642EA475-665E-4012-A1C9-E0EA474277C8}" dt="2026-09-16T16:05:08.250" v="4634" actId="478"/>
        <pc:sldMkLst>
          <pc:docMk/>
          <pc:sldMk cId="0" sldId="261"/>
        </pc:sldMkLst>
        <pc:spChg chg="add del mod">
          <ac:chgData name="Le Thi Thanh Nhan (Quant Department - HO)" userId="e0706a4f-3af2-46f6-9aa6-42e8c202897e" providerId="ADAL" clId="{642EA475-665E-4012-A1C9-E0EA474277C8}" dt="2026-09-16T16:05:08.250" v="4634" actId="478"/>
          <ac:spMkLst>
            <pc:docMk/>
            <pc:sldMk cId="0" sldId="261"/>
            <ac:spMk id="4" creationId="{C14249D8-C919-0D77-6ED3-8907B9411D99}"/>
          </ac:spMkLst>
        </pc:spChg>
      </pc:sldChg>
      <pc:sldChg chg="addSp modSp mod">
        <pc:chgData name="Le Thi Thanh Nhan (Quant Department - HO)" userId="e0706a4f-3af2-46f6-9aa6-42e8c202897e" providerId="ADAL" clId="{642EA475-665E-4012-A1C9-E0EA474277C8}" dt="2026-09-16T17:27:24.738" v="4773" actId="20577"/>
        <pc:sldMkLst>
          <pc:docMk/>
          <pc:sldMk cId="0" sldId="262"/>
        </pc:sldMkLst>
        <pc:spChg chg="mod">
          <ac:chgData name="Le Thi Thanh Nhan (Quant Department - HO)" userId="e0706a4f-3af2-46f6-9aa6-42e8c202897e" providerId="ADAL" clId="{642EA475-665E-4012-A1C9-E0EA474277C8}" dt="2026-09-16T07:37:43.540" v="791" actId="313"/>
          <ac:spMkLst>
            <pc:docMk/>
            <pc:sldMk cId="0" sldId="262"/>
            <ac:spMk id="3" creationId="{00000000-0000-0000-0000-000000000000}"/>
          </ac:spMkLst>
        </pc:spChg>
        <pc:spChg chg="mod">
          <ac:chgData name="Le Thi Thanh Nhan (Quant Department - HO)" userId="e0706a4f-3af2-46f6-9aa6-42e8c202897e" providerId="ADAL" clId="{642EA475-665E-4012-A1C9-E0EA474277C8}" dt="2026-09-16T17:27:24.738" v="4773" actId="20577"/>
          <ac:spMkLst>
            <pc:docMk/>
            <pc:sldMk cId="0" sldId="262"/>
            <ac:spMk id="12" creationId="{00000000-0000-0000-0000-000000000000}"/>
          </ac:spMkLst>
        </pc:spChg>
        <pc:spChg chg="mod">
          <ac:chgData name="Le Thi Thanh Nhan (Quant Department - HO)" userId="e0706a4f-3af2-46f6-9aa6-42e8c202897e" providerId="ADAL" clId="{642EA475-665E-4012-A1C9-E0EA474277C8}" dt="2026-09-16T07:55:33.443" v="1098" actId="14100"/>
          <ac:spMkLst>
            <pc:docMk/>
            <pc:sldMk cId="0" sldId="262"/>
            <ac:spMk id="13" creationId="{00000000-0000-0000-0000-000000000000}"/>
          </ac:spMkLst>
        </pc:spChg>
        <pc:spChg chg="mod">
          <ac:chgData name="Le Thi Thanh Nhan (Quant Department - HO)" userId="e0706a4f-3af2-46f6-9aa6-42e8c202897e" providerId="ADAL" clId="{642EA475-665E-4012-A1C9-E0EA474277C8}" dt="2026-09-16T07:55:51.911" v="1115" actId="1036"/>
          <ac:spMkLst>
            <pc:docMk/>
            <pc:sldMk cId="0" sldId="262"/>
            <ac:spMk id="15" creationId="{00000000-0000-0000-0000-000000000000}"/>
          </ac:spMkLst>
        </pc:spChg>
        <pc:spChg chg="mod">
          <ac:chgData name="Le Thi Thanh Nhan (Quant Department - HO)" userId="e0706a4f-3af2-46f6-9aa6-42e8c202897e" providerId="ADAL" clId="{642EA475-665E-4012-A1C9-E0EA474277C8}" dt="2026-09-16T07:55:51.911" v="1115" actId="1036"/>
          <ac:spMkLst>
            <pc:docMk/>
            <pc:sldMk cId="0" sldId="262"/>
            <ac:spMk id="16" creationId="{00000000-0000-0000-0000-000000000000}"/>
          </ac:spMkLst>
        </pc:spChg>
        <pc:spChg chg="mod">
          <ac:chgData name="Le Thi Thanh Nhan (Quant Department - HO)" userId="e0706a4f-3af2-46f6-9aa6-42e8c202897e" providerId="ADAL" clId="{642EA475-665E-4012-A1C9-E0EA474277C8}" dt="2026-09-16T07:55:51.911" v="1115" actId="1036"/>
          <ac:spMkLst>
            <pc:docMk/>
            <pc:sldMk cId="0" sldId="262"/>
            <ac:spMk id="17" creationId="{00000000-0000-0000-0000-000000000000}"/>
          </ac:spMkLst>
        </pc:spChg>
        <pc:spChg chg="mod">
          <ac:chgData name="Le Thi Thanh Nhan (Quant Department - HO)" userId="e0706a4f-3af2-46f6-9aa6-42e8c202897e" providerId="ADAL" clId="{642EA475-665E-4012-A1C9-E0EA474277C8}" dt="2026-09-16T07:55:51.911" v="1115" actId="1036"/>
          <ac:spMkLst>
            <pc:docMk/>
            <pc:sldMk cId="0" sldId="262"/>
            <ac:spMk id="18" creationId="{00000000-0000-0000-0000-000000000000}"/>
          </ac:spMkLst>
        </pc:spChg>
        <pc:spChg chg="mod">
          <ac:chgData name="Le Thi Thanh Nhan (Quant Department - HO)" userId="e0706a4f-3af2-46f6-9aa6-42e8c202897e" providerId="ADAL" clId="{642EA475-665E-4012-A1C9-E0EA474277C8}" dt="2026-09-16T07:55:51.911" v="1115" actId="1036"/>
          <ac:spMkLst>
            <pc:docMk/>
            <pc:sldMk cId="0" sldId="262"/>
            <ac:spMk id="19" creationId="{00000000-0000-0000-0000-000000000000}"/>
          </ac:spMkLst>
        </pc:spChg>
        <pc:spChg chg="mod">
          <ac:chgData name="Le Thi Thanh Nhan (Quant Department - HO)" userId="e0706a4f-3af2-46f6-9aa6-42e8c202897e" providerId="ADAL" clId="{642EA475-665E-4012-A1C9-E0EA474277C8}" dt="2026-09-16T07:55:51.911" v="1115" actId="1036"/>
          <ac:spMkLst>
            <pc:docMk/>
            <pc:sldMk cId="0" sldId="262"/>
            <ac:spMk id="20" creationId="{00000000-0000-0000-0000-000000000000}"/>
          </ac:spMkLst>
        </pc:spChg>
        <pc:spChg chg="mod">
          <ac:chgData name="Le Thi Thanh Nhan (Quant Department - HO)" userId="e0706a4f-3af2-46f6-9aa6-42e8c202897e" providerId="ADAL" clId="{642EA475-665E-4012-A1C9-E0EA474277C8}" dt="2026-09-16T07:56:09.175" v="1119" actId="1076"/>
          <ac:spMkLst>
            <pc:docMk/>
            <pc:sldMk cId="0" sldId="262"/>
            <ac:spMk id="22" creationId="{00000000-0000-0000-0000-000000000000}"/>
          </ac:spMkLst>
        </pc:spChg>
        <pc:picChg chg="mod">
          <ac:chgData name="Le Thi Thanh Nhan (Quant Department - HO)" userId="e0706a4f-3af2-46f6-9aa6-42e8c202897e" providerId="ADAL" clId="{642EA475-665E-4012-A1C9-E0EA474277C8}" dt="2026-09-16T07:56:05.279" v="1118" actId="1076"/>
          <ac:picMkLst>
            <pc:docMk/>
            <pc:sldMk cId="0" sldId="262"/>
            <ac:picMk id="21" creationId="{00000000-0000-0000-0000-000000000000}"/>
          </ac:picMkLst>
        </pc:picChg>
        <pc:cxnChg chg="add mod">
          <ac:chgData name="Le Thi Thanh Nhan (Quant Department - HO)" userId="e0706a4f-3af2-46f6-9aa6-42e8c202897e" providerId="ADAL" clId="{642EA475-665E-4012-A1C9-E0EA474277C8}" dt="2026-09-16T07:56:28.464" v="1122" actId="1076"/>
          <ac:cxnSpMkLst>
            <pc:docMk/>
            <pc:sldMk cId="0" sldId="262"/>
            <ac:cxnSpMk id="24" creationId="{66248595-F311-D71F-3FF6-579FAA899182}"/>
          </ac:cxnSpMkLst>
        </pc:cxnChg>
      </pc:sldChg>
      <pc:sldChg chg="modSp mod">
        <pc:chgData name="Le Thi Thanh Nhan (Quant Department - HO)" userId="e0706a4f-3af2-46f6-9aa6-42e8c202897e" providerId="ADAL" clId="{642EA475-665E-4012-A1C9-E0EA474277C8}" dt="2026-09-16T09:31:33.554" v="2425" actId="20577"/>
        <pc:sldMkLst>
          <pc:docMk/>
          <pc:sldMk cId="0" sldId="264"/>
        </pc:sldMkLst>
        <pc:spChg chg="mod">
          <ac:chgData name="Le Thi Thanh Nhan (Quant Department - HO)" userId="e0706a4f-3af2-46f6-9aa6-42e8c202897e" providerId="ADAL" clId="{642EA475-665E-4012-A1C9-E0EA474277C8}" dt="2026-09-16T07:32:53.405" v="770" actId="1076"/>
          <ac:spMkLst>
            <pc:docMk/>
            <pc:sldMk cId="0" sldId="264"/>
            <ac:spMk id="3" creationId="{00000000-0000-0000-0000-000000000000}"/>
          </ac:spMkLst>
        </pc:spChg>
        <pc:spChg chg="mod">
          <ac:chgData name="Le Thi Thanh Nhan (Quant Department - HO)" userId="e0706a4f-3af2-46f6-9aa6-42e8c202897e" providerId="ADAL" clId="{642EA475-665E-4012-A1C9-E0EA474277C8}" dt="2026-09-16T08:03:38.831" v="1306" actId="20577"/>
          <ac:spMkLst>
            <pc:docMk/>
            <pc:sldMk cId="0" sldId="264"/>
            <ac:spMk id="11" creationId="{00000000-0000-0000-0000-000000000000}"/>
          </ac:spMkLst>
        </pc:spChg>
        <pc:spChg chg="mod">
          <ac:chgData name="Le Thi Thanh Nhan (Quant Department - HO)" userId="e0706a4f-3af2-46f6-9aa6-42e8c202897e" providerId="ADAL" clId="{642EA475-665E-4012-A1C9-E0EA474277C8}" dt="2026-09-16T08:03:45.852" v="1325" actId="20577"/>
          <ac:spMkLst>
            <pc:docMk/>
            <pc:sldMk cId="0" sldId="264"/>
            <ac:spMk id="16" creationId="{00000000-0000-0000-0000-000000000000}"/>
          </ac:spMkLst>
        </pc:spChg>
        <pc:spChg chg="mod">
          <ac:chgData name="Le Thi Thanh Nhan (Quant Department - HO)" userId="e0706a4f-3af2-46f6-9aa6-42e8c202897e" providerId="ADAL" clId="{642EA475-665E-4012-A1C9-E0EA474277C8}" dt="2026-09-16T08:06:15.777" v="1423" actId="20577"/>
          <ac:spMkLst>
            <pc:docMk/>
            <pc:sldMk cId="0" sldId="264"/>
            <ac:spMk id="22" creationId="{00000000-0000-0000-0000-000000000000}"/>
          </ac:spMkLst>
        </pc:spChg>
        <pc:spChg chg="mod">
          <ac:chgData name="Le Thi Thanh Nhan (Quant Department - HO)" userId="e0706a4f-3af2-46f6-9aa6-42e8c202897e" providerId="ADAL" clId="{642EA475-665E-4012-A1C9-E0EA474277C8}" dt="2026-09-04T01:45:39.719" v="165" actId="20577"/>
          <ac:spMkLst>
            <pc:docMk/>
            <pc:sldMk cId="0" sldId="264"/>
            <ac:spMk id="27" creationId="{00000000-0000-0000-0000-000000000000}"/>
          </ac:spMkLst>
        </pc:spChg>
        <pc:spChg chg="mod">
          <ac:chgData name="Le Thi Thanh Nhan (Quant Department - HO)" userId="e0706a4f-3af2-46f6-9aa6-42e8c202897e" providerId="ADAL" clId="{642EA475-665E-4012-A1C9-E0EA474277C8}" dt="2026-09-16T07:32:42.929" v="768" actId="14100"/>
          <ac:spMkLst>
            <pc:docMk/>
            <pc:sldMk cId="0" sldId="264"/>
            <ac:spMk id="28" creationId="{00000000-0000-0000-0000-000000000000}"/>
          </ac:spMkLst>
        </pc:spChg>
        <pc:spChg chg="mod">
          <ac:chgData name="Le Thi Thanh Nhan (Quant Department - HO)" userId="e0706a4f-3af2-46f6-9aa6-42e8c202897e" providerId="ADAL" clId="{642EA475-665E-4012-A1C9-E0EA474277C8}" dt="2026-09-16T09:31:33.554" v="2425" actId="20577"/>
          <ac:spMkLst>
            <pc:docMk/>
            <pc:sldMk cId="0" sldId="264"/>
            <ac:spMk id="29" creationId="{00000000-0000-0000-0000-000000000000}"/>
          </ac:spMkLst>
        </pc:spChg>
      </pc:sldChg>
      <pc:sldChg chg="addSp delSp modSp mod">
        <pc:chgData name="Le Thi Thanh Nhan (Quant Department - HO)" userId="e0706a4f-3af2-46f6-9aa6-42e8c202897e" providerId="ADAL" clId="{642EA475-665E-4012-A1C9-E0EA474277C8}" dt="2026-09-16T16:07:26.759" v="4664" actId="1076"/>
        <pc:sldMkLst>
          <pc:docMk/>
          <pc:sldMk cId="0" sldId="265"/>
        </pc:sldMkLst>
        <pc:spChg chg="mod">
          <ac:chgData name="Le Thi Thanh Nhan (Quant Department - HO)" userId="e0706a4f-3af2-46f6-9aa6-42e8c202897e" providerId="ADAL" clId="{642EA475-665E-4012-A1C9-E0EA474277C8}" dt="2026-09-16T07:41:10.798" v="855" actId="1076"/>
          <ac:spMkLst>
            <pc:docMk/>
            <pc:sldMk cId="0" sldId="265"/>
            <ac:spMk id="2" creationId="{00000000-0000-0000-0000-000000000000}"/>
          </ac:spMkLst>
        </pc:spChg>
        <pc:spChg chg="mod">
          <ac:chgData name="Le Thi Thanh Nhan (Quant Department - HO)" userId="e0706a4f-3af2-46f6-9aa6-42e8c202897e" providerId="ADAL" clId="{642EA475-665E-4012-A1C9-E0EA474277C8}" dt="2026-09-16T07:41:42.772" v="930" actId="1076"/>
          <ac:spMkLst>
            <pc:docMk/>
            <pc:sldMk cId="0" sldId="265"/>
            <ac:spMk id="4" creationId="{00000000-0000-0000-0000-000000000000}"/>
          </ac:spMkLst>
        </pc:spChg>
        <pc:spChg chg="mod">
          <ac:chgData name="Le Thi Thanh Nhan (Quant Department - HO)" userId="e0706a4f-3af2-46f6-9aa6-42e8c202897e" providerId="ADAL" clId="{642EA475-665E-4012-A1C9-E0EA474277C8}" dt="2026-09-16T16:06:36.595" v="4650" actId="14100"/>
          <ac:spMkLst>
            <pc:docMk/>
            <pc:sldMk cId="0" sldId="265"/>
            <ac:spMk id="7" creationId="{00000000-0000-0000-0000-000000000000}"/>
          </ac:spMkLst>
        </pc:spChg>
        <pc:spChg chg="mod">
          <ac:chgData name="Le Thi Thanh Nhan (Quant Department - HO)" userId="e0706a4f-3af2-46f6-9aa6-42e8c202897e" providerId="ADAL" clId="{642EA475-665E-4012-A1C9-E0EA474277C8}" dt="2026-09-16T16:06:54.160" v="4658" actId="1035"/>
          <ac:spMkLst>
            <pc:docMk/>
            <pc:sldMk cId="0" sldId="265"/>
            <ac:spMk id="8" creationId="{00000000-0000-0000-0000-000000000000}"/>
          </ac:spMkLst>
        </pc:spChg>
        <pc:spChg chg="mod">
          <ac:chgData name="Le Thi Thanh Nhan (Quant Department - HO)" userId="e0706a4f-3af2-46f6-9aa6-42e8c202897e" providerId="ADAL" clId="{642EA475-665E-4012-A1C9-E0EA474277C8}" dt="2026-09-16T16:06:31.512" v="4649" actId="1076"/>
          <ac:spMkLst>
            <pc:docMk/>
            <pc:sldMk cId="0" sldId="265"/>
            <ac:spMk id="10" creationId="{00000000-0000-0000-0000-000000000000}"/>
          </ac:spMkLst>
        </pc:spChg>
        <pc:spChg chg="mod">
          <ac:chgData name="Le Thi Thanh Nhan (Quant Department - HO)" userId="e0706a4f-3af2-46f6-9aa6-42e8c202897e" providerId="ADAL" clId="{642EA475-665E-4012-A1C9-E0EA474277C8}" dt="2026-09-16T16:06:11.269" v="4646" actId="1076"/>
          <ac:spMkLst>
            <pc:docMk/>
            <pc:sldMk cId="0" sldId="265"/>
            <ac:spMk id="11" creationId="{00000000-0000-0000-0000-000000000000}"/>
          </ac:spMkLst>
        </pc:spChg>
        <pc:spChg chg="add mod">
          <ac:chgData name="Le Thi Thanh Nhan (Quant Department - HO)" userId="e0706a4f-3af2-46f6-9aa6-42e8c202897e" providerId="ADAL" clId="{642EA475-665E-4012-A1C9-E0EA474277C8}" dt="2026-09-16T16:07:26.759" v="4664" actId="1076"/>
          <ac:spMkLst>
            <pc:docMk/>
            <pc:sldMk cId="0" sldId="265"/>
            <ac:spMk id="14" creationId="{2A0DCAE3-9AF6-4882-E718-2AC28B3B14B6}"/>
          </ac:spMkLst>
        </pc:spChg>
        <pc:spChg chg="add del">
          <ac:chgData name="Le Thi Thanh Nhan (Quant Department - HO)" userId="e0706a4f-3af2-46f6-9aa6-42e8c202897e" providerId="ADAL" clId="{642EA475-665E-4012-A1C9-E0EA474277C8}" dt="2026-09-16T16:04:58.038" v="4632" actId="22"/>
          <ac:spMkLst>
            <pc:docMk/>
            <pc:sldMk cId="0" sldId="265"/>
            <ac:spMk id="16" creationId="{4FAA757F-53D4-C9BA-97E2-E1FF3EA85E79}"/>
          </ac:spMkLst>
        </pc:spChg>
        <pc:picChg chg="mod">
          <ac:chgData name="Le Thi Thanh Nhan (Quant Department - HO)" userId="e0706a4f-3af2-46f6-9aa6-42e8c202897e" providerId="ADAL" clId="{642EA475-665E-4012-A1C9-E0EA474277C8}" dt="2026-09-16T07:42:07.532" v="934" actId="1076"/>
          <ac:picMkLst>
            <pc:docMk/>
            <pc:sldMk cId="0" sldId="265"/>
            <ac:picMk id="5" creationId="{00000000-0000-0000-0000-000000000000}"/>
          </ac:picMkLst>
        </pc:picChg>
        <pc:picChg chg="mod">
          <ac:chgData name="Le Thi Thanh Nhan (Quant Department - HO)" userId="e0706a4f-3af2-46f6-9aa6-42e8c202897e" providerId="ADAL" clId="{642EA475-665E-4012-A1C9-E0EA474277C8}" dt="2026-09-16T16:07:16.908" v="4661" actId="1076"/>
          <ac:picMkLst>
            <pc:docMk/>
            <pc:sldMk cId="0" sldId="265"/>
            <ac:picMk id="6" creationId="{00000000-0000-0000-0000-000000000000}"/>
          </ac:picMkLst>
        </pc:picChg>
        <pc:picChg chg="mod">
          <ac:chgData name="Le Thi Thanh Nhan (Quant Department - HO)" userId="e0706a4f-3af2-46f6-9aa6-42e8c202897e" providerId="ADAL" clId="{642EA475-665E-4012-A1C9-E0EA474277C8}" dt="2026-09-16T16:06:59.784" v="4659" actId="1076"/>
          <ac:picMkLst>
            <pc:docMk/>
            <pc:sldMk cId="0" sldId="265"/>
            <ac:picMk id="9" creationId="{00000000-0000-0000-0000-000000000000}"/>
          </ac:picMkLst>
        </pc:picChg>
        <pc:picChg chg="add mod">
          <ac:chgData name="Le Thi Thanh Nhan (Quant Department - HO)" userId="e0706a4f-3af2-46f6-9aa6-42e8c202897e" providerId="ADAL" clId="{642EA475-665E-4012-A1C9-E0EA474277C8}" dt="2026-09-16T16:07:22.933" v="4663" actId="1076"/>
          <ac:picMkLst>
            <pc:docMk/>
            <pc:sldMk cId="0" sldId="265"/>
            <ac:picMk id="13" creationId="{240542D9-1793-FD23-3CDE-F7FB4129B2AF}"/>
          </ac:picMkLst>
        </pc:picChg>
        <pc:picChg chg="mod">
          <ac:chgData name="Le Thi Thanh Nhan (Quant Department - HO)" userId="e0706a4f-3af2-46f6-9aa6-42e8c202897e" providerId="ADAL" clId="{642EA475-665E-4012-A1C9-E0EA474277C8}" dt="2026-09-16T16:07:20.342" v="4662" actId="1076"/>
          <ac:picMkLst>
            <pc:docMk/>
            <pc:sldMk cId="0" sldId="265"/>
            <ac:picMk id="17" creationId="{D097DAF6-578F-1535-7864-5EF079370F57}"/>
          </ac:picMkLst>
        </pc:picChg>
        <pc:picChg chg="mod">
          <ac:chgData name="Le Thi Thanh Nhan (Quant Department - HO)" userId="e0706a4f-3af2-46f6-9aa6-42e8c202897e" providerId="ADAL" clId="{642EA475-665E-4012-A1C9-E0EA474277C8}" dt="2026-09-16T16:07:02.497" v="4660" actId="1076"/>
          <ac:picMkLst>
            <pc:docMk/>
            <pc:sldMk cId="0" sldId="265"/>
            <ac:picMk id="18" creationId="{78910815-6131-487C-C9E9-F18D2B56B6B6}"/>
          </ac:picMkLst>
        </pc:picChg>
      </pc:sldChg>
      <pc:sldChg chg="addSp delSp modSp del mod">
        <pc:chgData name="Le Thi Thanh Nhan (Quant Department - HO)" userId="e0706a4f-3af2-46f6-9aa6-42e8c202897e" providerId="ADAL" clId="{642EA475-665E-4012-A1C9-E0EA474277C8}" dt="2026-09-16T10:10:05.418" v="3167" actId="2696"/>
        <pc:sldMkLst>
          <pc:docMk/>
          <pc:sldMk cId="0" sldId="266"/>
        </pc:sldMkLst>
        <pc:spChg chg="add mod">
          <ac:chgData name="Le Thi Thanh Nhan (Quant Department - HO)" userId="e0706a4f-3af2-46f6-9aa6-42e8c202897e" providerId="ADAL" clId="{642EA475-665E-4012-A1C9-E0EA474277C8}" dt="2026-09-16T09:38:39.958" v="3074" actId="1076"/>
          <ac:spMkLst>
            <pc:docMk/>
            <pc:sldMk cId="0" sldId="266"/>
            <ac:spMk id="4" creationId="{AA80BF54-FEDA-C9E4-6C8C-DFBB4F7E4D63}"/>
          </ac:spMkLst>
        </pc:spChg>
        <pc:spChg chg="mod">
          <ac:chgData name="Le Thi Thanh Nhan (Quant Department - HO)" userId="e0706a4f-3af2-46f6-9aa6-42e8c202897e" providerId="ADAL" clId="{642EA475-665E-4012-A1C9-E0EA474277C8}" dt="2026-09-16T08:45:20.893" v="1992" actId="20577"/>
          <ac:spMkLst>
            <pc:docMk/>
            <pc:sldMk cId="0" sldId="266"/>
            <ac:spMk id="10" creationId="{00000000-0000-0000-0000-000000000000}"/>
          </ac:spMkLst>
        </pc:spChg>
        <pc:spChg chg="mod">
          <ac:chgData name="Le Thi Thanh Nhan (Quant Department - HO)" userId="e0706a4f-3af2-46f6-9aa6-42e8c202897e" providerId="ADAL" clId="{642EA475-665E-4012-A1C9-E0EA474277C8}" dt="2026-09-16T07:38:37.450" v="827" actId="20577"/>
          <ac:spMkLst>
            <pc:docMk/>
            <pc:sldMk cId="0" sldId="266"/>
            <ac:spMk id="16" creationId="{00000000-0000-0000-0000-000000000000}"/>
          </ac:spMkLst>
        </pc:spChg>
        <pc:spChg chg="add del">
          <ac:chgData name="Le Thi Thanh Nhan (Quant Department - HO)" userId="e0706a4f-3af2-46f6-9aa6-42e8c202897e" providerId="ADAL" clId="{642EA475-665E-4012-A1C9-E0EA474277C8}" dt="2026-09-16T09:35:17.634" v="2428" actId="478"/>
          <ac:spMkLst>
            <pc:docMk/>
            <pc:sldMk cId="0" sldId="266"/>
            <ac:spMk id="24" creationId="{8A200B6F-673D-2381-8711-30E16C678C1F}"/>
          </ac:spMkLst>
        </pc:spChg>
        <pc:spChg chg="add del mod">
          <ac:chgData name="Le Thi Thanh Nhan (Quant Department - HO)" userId="e0706a4f-3af2-46f6-9aa6-42e8c202897e" providerId="ADAL" clId="{642EA475-665E-4012-A1C9-E0EA474277C8}" dt="2026-09-16T09:36:34.799" v="2652" actId="20577"/>
          <ac:spMkLst>
            <pc:docMk/>
            <pc:sldMk cId="0" sldId="266"/>
            <ac:spMk id="25" creationId="{46A45D55-9154-97EF-1740-BF6310E2B747}"/>
          </ac:spMkLst>
        </pc:spChg>
        <pc:spChg chg="mod">
          <ac:chgData name="Le Thi Thanh Nhan (Quant Department - HO)" userId="e0706a4f-3af2-46f6-9aa6-42e8c202897e" providerId="ADAL" clId="{642EA475-665E-4012-A1C9-E0EA474277C8}" dt="2026-09-16T09:37:12.107" v="2709" actId="20577"/>
          <ac:spMkLst>
            <pc:docMk/>
            <pc:sldMk cId="0" sldId="266"/>
            <ac:spMk id="27" creationId="{DE091209-5F07-9CEE-7B4F-1FEA99DBDA55}"/>
          </ac:spMkLst>
        </pc:spChg>
      </pc:sldChg>
      <pc:sldChg chg="addSp delSp modSp add mod ord">
        <pc:chgData name="Le Thi Thanh Nhan (Quant Department - HO)" userId="e0706a4f-3af2-46f6-9aa6-42e8c202897e" providerId="ADAL" clId="{642EA475-665E-4012-A1C9-E0EA474277C8}" dt="2026-09-16T17:17:42.468" v="4769"/>
        <pc:sldMkLst>
          <pc:docMk/>
          <pc:sldMk cId="94918195" sldId="266"/>
        </pc:sldMkLst>
        <pc:spChg chg="mod">
          <ac:chgData name="Le Thi Thanh Nhan (Quant Department - HO)" userId="e0706a4f-3af2-46f6-9aa6-42e8c202897e" providerId="ADAL" clId="{642EA475-665E-4012-A1C9-E0EA474277C8}" dt="2026-09-16T10:47:55.862" v="3763" actId="20577"/>
          <ac:spMkLst>
            <pc:docMk/>
            <pc:sldMk cId="94918195" sldId="266"/>
            <ac:spMk id="2" creationId="{00000000-0000-0000-0000-000000000000}"/>
          </ac:spMkLst>
        </pc:spChg>
        <pc:spChg chg="mod">
          <ac:chgData name="Le Thi Thanh Nhan (Quant Department - HO)" userId="e0706a4f-3af2-46f6-9aa6-42e8c202897e" providerId="ADAL" clId="{642EA475-665E-4012-A1C9-E0EA474277C8}" dt="2026-09-16T17:17:42.468" v="4769"/>
          <ac:spMkLst>
            <pc:docMk/>
            <pc:sldMk cId="94918195" sldId="266"/>
            <ac:spMk id="3" creationId="{00000000-0000-0000-0000-000000000000}"/>
          </ac:spMkLst>
        </pc:spChg>
        <pc:spChg chg="del mod">
          <ac:chgData name="Le Thi Thanh Nhan (Quant Department - HO)" userId="e0706a4f-3af2-46f6-9aa6-42e8c202897e" providerId="ADAL" clId="{642EA475-665E-4012-A1C9-E0EA474277C8}" dt="2026-09-16T10:46:49.106" v="3679" actId="478"/>
          <ac:spMkLst>
            <pc:docMk/>
            <pc:sldMk cId="94918195" sldId="266"/>
            <ac:spMk id="4" creationId="{AA80BF54-FEDA-C9E4-6C8C-DFBB4F7E4D63}"/>
          </ac:spMkLst>
        </pc:spChg>
        <pc:spChg chg="add mod">
          <ac:chgData name="Le Thi Thanh Nhan (Quant Department - HO)" userId="e0706a4f-3af2-46f6-9aa6-42e8c202897e" providerId="ADAL" clId="{642EA475-665E-4012-A1C9-E0EA474277C8}" dt="2026-09-16T10:46:36.837" v="3677" actId="123"/>
          <ac:spMkLst>
            <pc:docMk/>
            <pc:sldMk cId="94918195" sldId="266"/>
            <ac:spMk id="5" creationId="{2C1F35A2-74C9-B47A-BE4B-FA7B24F143C9}"/>
          </ac:spMkLst>
        </pc:spChg>
        <pc:spChg chg="add mod">
          <ac:chgData name="Le Thi Thanh Nhan (Quant Department - HO)" userId="e0706a4f-3af2-46f6-9aa6-42e8c202897e" providerId="ADAL" clId="{642EA475-665E-4012-A1C9-E0EA474277C8}" dt="2026-09-16T10:46:11.826" v="3675" actId="1076"/>
          <ac:spMkLst>
            <pc:docMk/>
            <pc:sldMk cId="94918195" sldId="266"/>
            <ac:spMk id="6" creationId="{57983270-9DA1-85F0-480F-FCC78BA7D9BD}"/>
          </ac:spMkLst>
        </pc:spChg>
        <pc:spChg chg="mod">
          <ac:chgData name="Le Thi Thanh Nhan (Quant Department - HO)" userId="e0706a4f-3af2-46f6-9aa6-42e8c202897e" providerId="ADAL" clId="{642EA475-665E-4012-A1C9-E0EA474277C8}" dt="2026-09-16T10:42:22.663" v="3281" actId="14100"/>
          <ac:spMkLst>
            <pc:docMk/>
            <pc:sldMk cId="94918195" sldId="266"/>
            <ac:spMk id="8" creationId="{00000000-0000-0000-0000-000000000000}"/>
          </ac:spMkLst>
        </pc:spChg>
        <pc:spChg chg="mod">
          <ac:chgData name="Le Thi Thanh Nhan (Quant Department - HO)" userId="e0706a4f-3af2-46f6-9aa6-42e8c202897e" providerId="ADAL" clId="{642EA475-665E-4012-A1C9-E0EA474277C8}" dt="2026-09-16T10:45:29.924" v="3669" actId="1076"/>
          <ac:spMkLst>
            <pc:docMk/>
            <pc:sldMk cId="94918195" sldId="266"/>
            <ac:spMk id="9" creationId="{00000000-0000-0000-0000-000000000000}"/>
          </ac:spMkLst>
        </pc:spChg>
        <pc:spChg chg="mod">
          <ac:chgData name="Le Thi Thanh Nhan (Quant Department - HO)" userId="e0706a4f-3af2-46f6-9aa6-42e8c202897e" providerId="ADAL" clId="{642EA475-665E-4012-A1C9-E0EA474277C8}" dt="2026-09-16T10:51:26.321" v="4117" actId="1076"/>
          <ac:spMkLst>
            <pc:docMk/>
            <pc:sldMk cId="94918195" sldId="266"/>
            <ac:spMk id="10" creationId="{00000000-0000-0000-0000-000000000000}"/>
          </ac:spMkLst>
        </pc:spChg>
        <pc:spChg chg="mod">
          <ac:chgData name="Le Thi Thanh Nhan (Quant Department - HO)" userId="e0706a4f-3af2-46f6-9aa6-42e8c202897e" providerId="ADAL" clId="{642EA475-665E-4012-A1C9-E0EA474277C8}" dt="2026-09-16T10:45:35.797" v="3670" actId="1076"/>
          <ac:spMkLst>
            <pc:docMk/>
            <pc:sldMk cId="94918195" sldId="266"/>
            <ac:spMk id="24" creationId="{8A200B6F-673D-2381-8711-30E16C678C1F}"/>
          </ac:spMkLst>
        </pc:spChg>
        <pc:spChg chg="mod">
          <ac:chgData name="Le Thi Thanh Nhan (Quant Department - HO)" userId="e0706a4f-3af2-46f6-9aa6-42e8c202897e" providerId="ADAL" clId="{642EA475-665E-4012-A1C9-E0EA474277C8}" dt="2026-09-16T10:46:36.837" v="3677" actId="123"/>
          <ac:spMkLst>
            <pc:docMk/>
            <pc:sldMk cId="94918195" sldId="266"/>
            <ac:spMk id="25" creationId="{46A45D55-9154-97EF-1740-BF6310E2B747}"/>
          </ac:spMkLst>
        </pc:spChg>
        <pc:spChg chg="mod">
          <ac:chgData name="Le Thi Thanh Nhan (Quant Department - HO)" userId="e0706a4f-3af2-46f6-9aa6-42e8c202897e" providerId="ADAL" clId="{642EA475-665E-4012-A1C9-E0EA474277C8}" dt="2026-09-16T10:45:40.435" v="3671" actId="1076"/>
          <ac:spMkLst>
            <pc:docMk/>
            <pc:sldMk cId="94918195" sldId="266"/>
            <ac:spMk id="26" creationId="{11A6AE9A-F374-6083-8D39-6F938E079F96}"/>
          </ac:spMkLst>
        </pc:spChg>
        <pc:spChg chg="mod">
          <ac:chgData name="Le Thi Thanh Nhan (Quant Department - HO)" userId="e0706a4f-3af2-46f6-9aa6-42e8c202897e" providerId="ADAL" clId="{642EA475-665E-4012-A1C9-E0EA474277C8}" dt="2026-09-16T10:46:43.706" v="3678" actId="14100"/>
          <ac:spMkLst>
            <pc:docMk/>
            <pc:sldMk cId="94918195" sldId="266"/>
            <ac:spMk id="27" creationId="{DE091209-5F07-9CEE-7B4F-1FEA99DBDA55}"/>
          </ac:spMkLst>
        </pc:spChg>
        <pc:spChg chg="mod">
          <ac:chgData name="Le Thi Thanh Nhan (Quant Department - HO)" userId="e0706a4f-3af2-46f6-9aa6-42e8c202897e" providerId="ADAL" clId="{642EA475-665E-4012-A1C9-E0EA474277C8}" dt="2026-09-16T10:45:47.143" v="3672" actId="1076"/>
          <ac:spMkLst>
            <pc:docMk/>
            <pc:sldMk cId="94918195" sldId="266"/>
            <ac:spMk id="28" creationId="{20E3BF01-03B0-8A41-1F98-69FBFC9326E4}"/>
          </ac:spMkLst>
        </pc:spChg>
        <pc:spChg chg="mod">
          <ac:chgData name="Le Thi Thanh Nhan (Quant Department - HO)" userId="e0706a4f-3af2-46f6-9aa6-42e8c202897e" providerId="ADAL" clId="{642EA475-665E-4012-A1C9-E0EA474277C8}" dt="2026-09-16T10:46:36.837" v="3677" actId="123"/>
          <ac:spMkLst>
            <pc:docMk/>
            <pc:sldMk cId="94918195" sldId="266"/>
            <ac:spMk id="29" creationId="{96613BD9-FB45-346E-5213-C392926690F5}"/>
          </ac:spMkLst>
        </pc:spChg>
        <pc:spChg chg="mod">
          <ac:chgData name="Le Thi Thanh Nhan (Quant Department - HO)" userId="e0706a4f-3af2-46f6-9aa6-42e8c202897e" providerId="ADAL" clId="{642EA475-665E-4012-A1C9-E0EA474277C8}" dt="2026-09-16T10:46:00.966" v="3673" actId="1076"/>
          <ac:spMkLst>
            <pc:docMk/>
            <pc:sldMk cId="94918195" sldId="266"/>
            <ac:spMk id="30" creationId="{BF069698-0F55-CB29-5691-BC0A550B49B0}"/>
          </ac:spMkLst>
        </pc:spChg>
        <pc:spChg chg="mod">
          <ac:chgData name="Le Thi Thanh Nhan (Quant Department - HO)" userId="e0706a4f-3af2-46f6-9aa6-42e8c202897e" providerId="ADAL" clId="{642EA475-665E-4012-A1C9-E0EA474277C8}" dt="2026-09-16T10:46:36.837" v="3677" actId="123"/>
          <ac:spMkLst>
            <pc:docMk/>
            <pc:sldMk cId="94918195" sldId="266"/>
            <ac:spMk id="31" creationId="{4F117D04-A34D-B0AA-AB54-F6FC1BFB0148}"/>
          </ac:spMkLst>
        </pc:spChg>
      </pc:sldChg>
      <pc:sldChg chg="addSp delSp modSp mod">
        <pc:chgData name="Le Thi Thanh Nhan (Quant Department - HO)" userId="e0706a4f-3af2-46f6-9aa6-42e8c202897e" providerId="ADAL" clId="{642EA475-665E-4012-A1C9-E0EA474277C8}" dt="2026-09-16T17:15:46.513" v="4762" actId="14100"/>
        <pc:sldMkLst>
          <pc:docMk/>
          <pc:sldMk cId="0" sldId="267"/>
        </pc:sldMkLst>
        <pc:spChg chg="mod">
          <ac:chgData name="Le Thi Thanh Nhan (Quant Department - HO)" userId="e0706a4f-3af2-46f6-9aa6-42e8c202897e" providerId="ADAL" clId="{642EA475-665E-4012-A1C9-E0EA474277C8}" dt="2026-09-16T16:51:10.923" v="4711" actId="20577"/>
          <ac:spMkLst>
            <pc:docMk/>
            <pc:sldMk cId="0" sldId="267"/>
            <ac:spMk id="4" creationId="{00000000-0000-0000-0000-000000000000}"/>
          </ac:spMkLst>
        </pc:spChg>
        <pc:spChg chg="mod">
          <ac:chgData name="Le Thi Thanh Nhan (Quant Department - HO)" userId="e0706a4f-3af2-46f6-9aa6-42e8c202897e" providerId="ADAL" clId="{642EA475-665E-4012-A1C9-E0EA474277C8}" dt="2026-09-04T02:30:22.775" v="450" actId="20577"/>
          <ac:spMkLst>
            <pc:docMk/>
            <pc:sldMk cId="0" sldId="267"/>
            <ac:spMk id="7" creationId="{00000000-0000-0000-0000-000000000000}"/>
          </ac:spMkLst>
        </pc:spChg>
        <pc:spChg chg="mod">
          <ac:chgData name="Le Thi Thanh Nhan (Quant Department - HO)" userId="e0706a4f-3af2-46f6-9aa6-42e8c202897e" providerId="ADAL" clId="{642EA475-665E-4012-A1C9-E0EA474277C8}" dt="2026-09-16T08:46:22.350" v="2032" actId="20577"/>
          <ac:spMkLst>
            <pc:docMk/>
            <pc:sldMk cId="0" sldId="267"/>
            <ac:spMk id="14" creationId="{00000000-0000-0000-0000-000000000000}"/>
          </ac:spMkLst>
        </pc:spChg>
        <pc:spChg chg="mod">
          <ac:chgData name="Le Thi Thanh Nhan (Quant Department - HO)" userId="e0706a4f-3af2-46f6-9aa6-42e8c202897e" providerId="ADAL" clId="{642EA475-665E-4012-A1C9-E0EA474277C8}" dt="2026-09-16T17:15:46.513" v="4762" actId="14100"/>
          <ac:spMkLst>
            <pc:docMk/>
            <pc:sldMk cId="0" sldId="267"/>
            <ac:spMk id="30" creationId="{52DD1BA9-0CCE-0A81-DAF9-465617A9A31B}"/>
          </ac:spMkLst>
        </pc:spChg>
        <pc:grpChg chg="add mod">
          <ac:chgData name="Le Thi Thanh Nhan (Quant Department - HO)" userId="e0706a4f-3af2-46f6-9aa6-42e8c202897e" providerId="ADAL" clId="{642EA475-665E-4012-A1C9-E0EA474277C8}" dt="2026-09-16T16:50:40.912" v="4671" actId="164"/>
          <ac:grpSpMkLst>
            <pc:docMk/>
            <pc:sldMk cId="0" sldId="267"/>
            <ac:grpSpMk id="12" creationId="{1B7944A3-91BB-8017-1FC9-F7342BF565C4}"/>
          </ac:grpSpMkLst>
        </pc:grpChg>
        <pc:grpChg chg="add del mod">
          <ac:chgData name="Le Thi Thanh Nhan (Quant Department - HO)" userId="e0706a4f-3af2-46f6-9aa6-42e8c202897e" providerId="ADAL" clId="{642EA475-665E-4012-A1C9-E0EA474277C8}" dt="2026-09-16T16:55:04.043" v="4737" actId="478"/>
          <ac:grpSpMkLst>
            <pc:docMk/>
            <pc:sldMk cId="0" sldId="267"/>
            <ac:grpSpMk id="42" creationId="{FA9DC957-7B67-DA3D-3889-A1948E6BC922}"/>
          </ac:grpSpMkLst>
        </pc:grpChg>
        <pc:grpChg chg="add mod">
          <ac:chgData name="Le Thi Thanh Nhan (Quant Department - HO)" userId="e0706a4f-3af2-46f6-9aa6-42e8c202897e" providerId="ADAL" clId="{642EA475-665E-4012-A1C9-E0EA474277C8}" dt="2026-09-16T16:56:39.475" v="4759" actId="1076"/>
          <ac:grpSpMkLst>
            <pc:docMk/>
            <pc:sldMk cId="0" sldId="267"/>
            <ac:grpSpMk id="52" creationId="{5F29FEE1-EB86-0BB9-D71D-04060ED4CA44}"/>
          </ac:grpSpMkLst>
        </pc:grpChg>
        <pc:picChg chg="mod modCrop">
          <ac:chgData name="Le Thi Thanh Nhan (Quant Department - HO)" userId="e0706a4f-3af2-46f6-9aa6-42e8c202897e" providerId="ADAL" clId="{642EA475-665E-4012-A1C9-E0EA474277C8}" dt="2026-09-16T16:56:36.460" v="4758" actId="1076"/>
          <ac:picMkLst>
            <pc:docMk/>
            <pc:sldMk cId="0" sldId="267"/>
            <ac:picMk id="5" creationId="{00000000-0000-0000-0000-000000000000}"/>
          </ac:picMkLst>
        </pc:picChg>
        <pc:picChg chg="add mod">
          <ac:chgData name="Le Thi Thanh Nhan (Quant Department - HO)" userId="e0706a4f-3af2-46f6-9aa6-42e8c202897e" providerId="ADAL" clId="{642EA475-665E-4012-A1C9-E0EA474277C8}" dt="2026-09-16T16:50:40.912" v="4671" actId="164"/>
          <ac:picMkLst>
            <pc:docMk/>
            <pc:sldMk cId="0" sldId="267"/>
            <ac:picMk id="11" creationId="{ACB8A139-D39E-32B1-8CF6-2984F15497EC}"/>
          </ac:picMkLst>
        </pc:picChg>
        <pc:picChg chg="add mod modCrop">
          <ac:chgData name="Le Thi Thanh Nhan (Quant Department - HO)" userId="e0706a4f-3af2-46f6-9aa6-42e8c202897e" providerId="ADAL" clId="{642EA475-665E-4012-A1C9-E0EA474277C8}" dt="2026-09-16T16:54:34.228" v="4730" actId="164"/>
          <ac:picMkLst>
            <pc:docMk/>
            <pc:sldMk cId="0" sldId="267"/>
            <ac:picMk id="13" creationId="{C6BF013D-120B-995C-894C-710113F3A06E}"/>
          </ac:picMkLst>
        </pc:picChg>
        <pc:picChg chg="add mod modCrop">
          <ac:chgData name="Le Thi Thanh Nhan (Quant Department - HO)" userId="e0706a4f-3af2-46f6-9aa6-42e8c202897e" providerId="ADAL" clId="{642EA475-665E-4012-A1C9-E0EA474277C8}" dt="2026-09-16T16:56:23.864" v="4756" actId="164"/>
          <ac:picMkLst>
            <pc:docMk/>
            <pc:sldMk cId="0" sldId="267"/>
            <ac:picMk id="15" creationId="{62057605-D75E-D647-36E2-DA3D405BADA1}"/>
          </ac:picMkLst>
        </pc:picChg>
        <pc:picChg chg="mod">
          <ac:chgData name="Le Thi Thanh Nhan (Quant Department - HO)" userId="e0706a4f-3af2-46f6-9aa6-42e8c202897e" providerId="ADAL" clId="{642EA475-665E-4012-A1C9-E0EA474277C8}" dt="2026-09-16T16:50:40.912" v="4671" actId="164"/>
          <ac:picMkLst>
            <pc:docMk/>
            <pc:sldMk cId="0" sldId="267"/>
            <ac:picMk id="18" creationId="{D0154C5A-0C39-76EC-1DC1-0F33A113D7B8}"/>
          </ac:picMkLst>
        </pc:picChg>
        <pc:picChg chg="add mod modCrop">
          <ac:chgData name="Le Thi Thanh Nhan (Quant Department - HO)" userId="e0706a4f-3af2-46f6-9aa6-42e8c202897e" providerId="ADAL" clId="{642EA475-665E-4012-A1C9-E0EA474277C8}" dt="2026-09-16T16:54:34.228" v="4730" actId="164"/>
          <ac:picMkLst>
            <pc:docMk/>
            <pc:sldMk cId="0" sldId="267"/>
            <ac:picMk id="21" creationId="{9FAA0925-5A72-7A86-34C8-78B08B089B60}"/>
          </ac:picMkLst>
        </pc:picChg>
        <pc:picChg chg="add del mod">
          <ac:chgData name="Le Thi Thanh Nhan (Quant Department - HO)" userId="e0706a4f-3af2-46f6-9aa6-42e8c202897e" providerId="ADAL" clId="{642EA475-665E-4012-A1C9-E0EA474277C8}" dt="2026-09-16T16:53:49.995" v="4726" actId="478"/>
          <ac:picMkLst>
            <pc:docMk/>
            <pc:sldMk cId="0" sldId="267"/>
            <ac:picMk id="26" creationId="{05BE7FAB-0F53-093E-0A09-FD15E7E8F707}"/>
          </ac:picMkLst>
        </pc:picChg>
        <pc:picChg chg="add mod">
          <ac:chgData name="Le Thi Thanh Nhan (Quant Department - HO)" userId="e0706a4f-3af2-46f6-9aa6-42e8c202897e" providerId="ADAL" clId="{642EA475-665E-4012-A1C9-E0EA474277C8}" dt="2026-09-16T16:54:34.228" v="4730" actId="164"/>
          <ac:picMkLst>
            <pc:docMk/>
            <pc:sldMk cId="0" sldId="267"/>
            <ac:picMk id="31" creationId="{CCF3900B-DDEE-74E6-161F-65AFBFE5688A}"/>
          </ac:picMkLst>
        </pc:picChg>
        <pc:picChg chg="add mod">
          <ac:chgData name="Le Thi Thanh Nhan (Quant Department - HO)" userId="e0706a4f-3af2-46f6-9aa6-42e8c202897e" providerId="ADAL" clId="{642EA475-665E-4012-A1C9-E0EA474277C8}" dt="2026-09-16T16:56:23.864" v="4756" actId="164"/>
          <ac:picMkLst>
            <pc:docMk/>
            <pc:sldMk cId="0" sldId="267"/>
            <ac:picMk id="48" creationId="{593CA2F4-3919-15DB-C0D2-0AC15A599F43}"/>
          </ac:picMkLst>
        </pc:picChg>
        <pc:picChg chg="add mod">
          <ac:chgData name="Le Thi Thanh Nhan (Quant Department - HO)" userId="e0706a4f-3af2-46f6-9aa6-42e8c202897e" providerId="ADAL" clId="{642EA475-665E-4012-A1C9-E0EA474277C8}" dt="2026-09-16T16:56:23.864" v="4756" actId="164"/>
          <ac:picMkLst>
            <pc:docMk/>
            <pc:sldMk cId="0" sldId="267"/>
            <ac:picMk id="50" creationId="{A2A22F87-E559-D40A-F536-367BEC11A075}"/>
          </ac:picMkLst>
        </pc:picChg>
      </pc:sldChg>
      <pc:sldChg chg="addSp delSp modSp mod">
        <pc:chgData name="Le Thi Thanh Nhan (Quant Department - HO)" userId="e0706a4f-3af2-46f6-9aa6-42e8c202897e" providerId="ADAL" clId="{642EA475-665E-4012-A1C9-E0EA474277C8}" dt="2026-09-16T08:17:57.210" v="1466" actId="113"/>
        <pc:sldMkLst>
          <pc:docMk/>
          <pc:sldMk cId="0" sldId="268"/>
        </pc:sldMkLst>
        <pc:spChg chg="del mod">
          <ac:chgData name="Le Thi Thanh Nhan (Quant Department - HO)" userId="e0706a4f-3af2-46f6-9aa6-42e8c202897e" providerId="ADAL" clId="{642EA475-665E-4012-A1C9-E0EA474277C8}" dt="2026-09-16T08:06:46.348" v="1425" actId="478"/>
          <ac:spMkLst>
            <pc:docMk/>
            <pc:sldMk cId="0" sldId="268"/>
            <ac:spMk id="2" creationId="{00000000-0000-0000-0000-000000000000}"/>
          </ac:spMkLst>
        </pc:spChg>
        <pc:spChg chg="del">
          <ac:chgData name="Le Thi Thanh Nhan (Quant Department - HO)" userId="e0706a4f-3af2-46f6-9aa6-42e8c202897e" providerId="ADAL" clId="{642EA475-665E-4012-A1C9-E0EA474277C8}" dt="2026-09-16T08:06:48.712" v="1426" actId="478"/>
          <ac:spMkLst>
            <pc:docMk/>
            <pc:sldMk cId="0" sldId="268"/>
            <ac:spMk id="3" creationId="{00000000-0000-0000-0000-000000000000}"/>
          </ac:spMkLst>
        </pc:spChg>
        <pc:spChg chg="add del mod">
          <ac:chgData name="Le Thi Thanh Nhan (Quant Department - HO)" userId="e0706a4f-3af2-46f6-9aa6-42e8c202897e" providerId="ADAL" clId="{642EA475-665E-4012-A1C9-E0EA474277C8}" dt="2026-09-16T08:06:52.618" v="1427" actId="478"/>
          <ac:spMkLst>
            <pc:docMk/>
            <pc:sldMk cId="0" sldId="268"/>
            <ac:spMk id="4" creationId="{74D8DB5F-F91F-7A9C-591A-C98019E7B5BF}"/>
          </ac:spMkLst>
        </pc:spChg>
        <pc:spChg chg="add mod">
          <ac:chgData name="Le Thi Thanh Nhan (Quant Department - HO)" userId="e0706a4f-3af2-46f6-9aa6-42e8c202897e" providerId="ADAL" clId="{642EA475-665E-4012-A1C9-E0EA474277C8}" dt="2026-09-16T08:06:53.414" v="1428"/>
          <ac:spMkLst>
            <pc:docMk/>
            <pc:sldMk cId="0" sldId="268"/>
            <ac:spMk id="5" creationId="{3DCB4FE2-4CC6-B2C8-A8D6-CD9BF520718B}"/>
          </ac:spMkLst>
        </pc:spChg>
        <pc:spChg chg="add mod">
          <ac:chgData name="Le Thi Thanh Nhan (Quant Department - HO)" userId="e0706a4f-3af2-46f6-9aa6-42e8c202897e" providerId="ADAL" clId="{642EA475-665E-4012-A1C9-E0EA474277C8}" dt="2026-09-16T08:06:53.414" v="1428"/>
          <ac:spMkLst>
            <pc:docMk/>
            <pc:sldMk cId="0" sldId="268"/>
            <ac:spMk id="6" creationId="{5153219E-05A2-C605-DAAF-3EC145BD25F7}"/>
          </ac:spMkLst>
        </pc:spChg>
        <pc:spChg chg="mod">
          <ac:chgData name="Le Thi Thanh Nhan (Quant Department - HO)" userId="e0706a4f-3af2-46f6-9aa6-42e8c202897e" providerId="ADAL" clId="{642EA475-665E-4012-A1C9-E0EA474277C8}" dt="2026-09-16T08:16:58.925" v="1453" actId="58"/>
          <ac:spMkLst>
            <pc:docMk/>
            <pc:sldMk cId="0" sldId="268"/>
            <ac:spMk id="12" creationId="{00000000-0000-0000-0000-000000000000}"/>
          </ac:spMkLst>
        </pc:spChg>
        <pc:spChg chg="mod">
          <ac:chgData name="Le Thi Thanh Nhan (Quant Department - HO)" userId="e0706a4f-3af2-46f6-9aa6-42e8c202897e" providerId="ADAL" clId="{642EA475-665E-4012-A1C9-E0EA474277C8}" dt="2026-09-16T08:17:57.210" v="1466" actId="113"/>
          <ac:spMkLst>
            <pc:docMk/>
            <pc:sldMk cId="0" sldId="268"/>
            <ac:spMk id="15" creationId="{00000000-0000-0000-0000-000000000000}"/>
          </ac:spMkLst>
        </pc:spChg>
      </pc:sldChg>
      <pc:sldChg chg="modSp mod">
        <pc:chgData name="Le Thi Thanh Nhan (Quant Department - HO)" userId="e0706a4f-3af2-46f6-9aa6-42e8c202897e" providerId="ADAL" clId="{642EA475-665E-4012-A1C9-E0EA474277C8}" dt="2026-09-16T17:17:20.533" v="4766" actId="6549"/>
        <pc:sldMkLst>
          <pc:docMk/>
          <pc:sldMk cId="0" sldId="269"/>
        </pc:sldMkLst>
        <pc:spChg chg="mod">
          <ac:chgData name="Le Thi Thanh Nhan (Quant Department - HO)" userId="e0706a4f-3af2-46f6-9aa6-42e8c202897e" providerId="ADAL" clId="{642EA475-665E-4012-A1C9-E0EA474277C8}" dt="2026-09-16T09:31:15.217" v="2423" actId="20577"/>
          <ac:spMkLst>
            <pc:docMk/>
            <pc:sldMk cId="0" sldId="269"/>
            <ac:spMk id="6" creationId="{00000000-0000-0000-0000-000000000000}"/>
          </ac:spMkLst>
        </pc:spChg>
        <pc:spChg chg="mod">
          <ac:chgData name="Le Thi Thanh Nhan (Quant Department - HO)" userId="e0706a4f-3af2-46f6-9aa6-42e8c202897e" providerId="ADAL" clId="{642EA475-665E-4012-A1C9-E0EA474277C8}" dt="2026-09-16T08:42:44.671" v="1786" actId="14100"/>
          <ac:spMkLst>
            <pc:docMk/>
            <pc:sldMk cId="0" sldId="269"/>
            <ac:spMk id="8" creationId="{00000000-0000-0000-0000-000000000000}"/>
          </ac:spMkLst>
        </pc:spChg>
        <pc:spChg chg="mod">
          <ac:chgData name="Le Thi Thanh Nhan (Quant Department - HO)" userId="e0706a4f-3af2-46f6-9aa6-42e8c202897e" providerId="ADAL" clId="{642EA475-665E-4012-A1C9-E0EA474277C8}" dt="2026-09-16T08:42:41.606" v="1785" actId="1076"/>
          <ac:spMkLst>
            <pc:docMk/>
            <pc:sldMk cId="0" sldId="269"/>
            <ac:spMk id="9" creationId="{00000000-0000-0000-0000-000000000000}"/>
          </ac:spMkLst>
        </pc:spChg>
        <pc:spChg chg="mod">
          <ac:chgData name="Le Thi Thanh Nhan (Quant Department - HO)" userId="e0706a4f-3af2-46f6-9aa6-42e8c202897e" providerId="ADAL" clId="{642EA475-665E-4012-A1C9-E0EA474277C8}" dt="2026-09-16T17:17:20.533" v="4766" actId="6549"/>
          <ac:spMkLst>
            <pc:docMk/>
            <pc:sldMk cId="0" sldId="269"/>
            <ac:spMk id="14" creationId="{00000000-0000-0000-0000-000000000000}"/>
          </ac:spMkLst>
        </pc:spChg>
        <pc:picChg chg="mod">
          <ac:chgData name="Le Thi Thanh Nhan (Quant Department - HO)" userId="e0706a4f-3af2-46f6-9aa6-42e8c202897e" providerId="ADAL" clId="{642EA475-665E-4012-A1C9-E0EA474277C8}" dt="2026-09-16T07:34:39.317" v="779" actId="1076"/>
          <ac:picMkLst>
            <pc:docMk/>
            <pc:sldMk cId="0" sldId="269"/>
            <ac:picMk id="12" creationId="{00000000-0000-0000-0000-000000000000}"/>
          </ac:picMkLst>
        </pc:picChg>
      </pc:sldChg>
      <pc:sldChg chg="modSp mod">
        <pc:chgData name="Le Thi Thanh Nhan (Quant Department - HO)" userId="e0706a4f-3af2-46f6-9aa6-42e8c202897e" providerId="ADAL" clId="{642EA475-665E-4012-A1C9-E0EA474277C8}" dt="2026-09-16T07:37:50.930" v="798" actId="313"/>
        <pc:sldMkLst>
          <pc:docMk/>
          <pc:sldMk cId="0" sldId="270"/>
        </pc:sldMkLst>
        <pc:spChg chg="mod">
          <ac:chgData name="Le Thi Thanh Nhan (Quant Department - HO)" userId="e0706a4f-3af2-46f6-9aa6-42e8c202897e" providerId="ADAL" clId="{642EA475-665E-4012-A1C9-E0EA474277C8}" dt="2026-09-16T07:37:48.755" v="796" actId="313"/>
          <ac:spMkLst>
            <pc:docMk/>
            <pc:sldMk cId="0" sldId="270"/>
            <ac:spMk id="2" creationId="{00000000-0000-0000-0000-000000000000}"/>
          </ac:spMkLst>
        </pc:spChg>
        <pc:spChg chg="mod">
          <ac:chgData name="Le Thi Thanh Nhan (Quant Department - HO)" userId="e0706a4f-3af2-46f6-9aa6-42e8c202897e" providerId="ADAL" clId="{642EA475-665E-4012-A1C9-E0EA474277C8}" dt="2026-09-16T07:37:49.948" v="797" actId="313"/>
          <ac:spMkLst>
            <pc:docMk/>
            <pc:sldMk cId="0" sldId="270"/>
            <ac:spMk id="4" creationId="{00000000-0000-0000-0000-000000000000}"/>
          </ac:spMkLst>
        </pc:spChg>
        <pc:spChg chg="mod">
          <ac:chgData name="Le Thi Thanh Nhan (Quant Department - HO)" userId="e0706a4f-3af2-46f6-9aa6-42e8c202897e" providerId="ADAL" clId="{642EA475-665E-4012-A1C9-E0EA474277C8}" dt="2026-09-16T07:37:50.930" v="798" actId="313"/>
          <ac:spMkLst>
            <pc:docMk/>
            <pc:sldMk cId="0" sldId="270"/>
            <ac:spMk id="6" creationId="{00000000-0000-0000-0000-000000000000}"/>
          </ac:spMkLst>
        </pc:spChg>
      </pc:sldChg>
      <pc:sldChg chg="modSp mod">
        <pc:chgData name="Le Thi Thanh Nhan (Quant Department - HO)" userId="e0706a4f-3af2-46f6-9aa6-42e8c202897e" providerId="ADAL" clId="{642EA475-665E-4012-A1C9-E0EA474277C8}" dt="2026-09-16T08:54:54.321" v="2039" actId="20577"/>
        <pc:sldMkLst>
          <pc:docMk/>
          <pc:sldMk cId="0" sldId="271"/>
        </pc:sldMkLst>
        <pc:spChg chg="mod">
          <ac:chgData name="Le Thi Thanh Nhan (Quant Department - HO)" userId="e0706a4f-3af2-46f6-9aa6-42e8c202897e" providerId="ADAL" clId="{642EA475-665E-4012-A1C9-E0EA474277C8}" dt="2026-09-16T07:37:52.389" v="799" actId="313"/>
          <ac:spMkLst>
            <pc:docMk/>
            <pc:sldMk cId="0" sldId="271"/>
            <ac:spMk id="6" creationId="{00000000-0000-0000-0000-000000000000}"/>
          </ac:spMkLst>
        </pc:spChg>
        <pc:graphicFrameChg chg="mod modGraphic">
          <ac:chgData name="Le Thi Thanh Nhan (Quant Department - HO)" userId="e0706a4f-3af2-46f6-9aa6-42e8c202897e" providerId="ADAL" clId="{642EA475-665E-4012-A1C9-E0EA474277C8}" dt="2026-09-16T08:54:54.321" v="2039" actId="20577"/>
          <ac:graphicFrameMkLst>
            <pc:docMk/>
            <pc:sldMk cId="0" sldId="271"/>
            <ac:graphicFrameMk id="8" creationId="{00000000-0000-0000-0000-000000000000}"/>
          </ac:graphicFrameMkLst>
        </pc:graphicFrameChg>
        <pc:picChg chg="mod">
          <ac:chgData name="Le Thi Thanh Nhan (Quant Department - HO)" userId="e0706a4f-3af2-46f6-9aa6-42e8c202897e" providerId="ADAL" clId="{642EA475-665E-4012-A1C9-E0EA474277C8}" dt="2026-09-16T07:38:08.365" v="804" actId="1076"/>
          <ac:picMkLst>
            <pc:docMk/>
            <pc:sldMk cId="0" sldId="271"/>
            <ac:picMk id="7" creationId="{00000000-0000-0000-0000-000000000000}"/>
          </ac:picMkLst>
        </pc:picChg>
      </pc:sldChg>
      <pc:sldChg chg="modSp mod">
        <pc:chgData name="Le Thi Thanh Nhan (Quant Department - HO)" userId="e0706a4f-3af2-46f6-9aa6-42e8c202897e" providerId="ADAL" clId="{642EA475-665E-4012-A1C9-E0EA474277C8}" dt="2026-09-16T09:29:57.889" v="2391" actId="20577"/>
        <pc:sldMkLst>
          <pc:docMk/>
          <pc:sldMk cId="1871168598" sldId="281"/>
        </pc:sldMkLst>
        <pc:graphicFrameChg chg="mod modGraphic">
          <ac:chgData name="Le Thi Thanh Nhan (Quant Department - HO)" userId="e0706a4f-3af2-46f6-9aa6-42e8c202897e" providerId="ADAL" clId="{642EA475-665E-4012-A1C9-E0EA474277C8}" dt="2026-09-16T09:29:57.889" v="2391" actId="20577"/>
          <ac:graphicFrameMkLst>
            <pc:docMk/>
            <pc:sldMk cId="1871168598" sldId="281"/>
            <ac:graphicFrameMk id="4" creationId="{00000000-0000-0000-0000-000000000000}"/>
          </ac:graphicFrameMkLst>
        </pc:graphicFrameChg>
      </pc:sldChg>
      <pc:sldChg chg="delSp modSp mod">
        <pc:chgData name="Le Thi Thanh Nhan (Quant Department - HO)" userId="e0706a4f-3af2-46f6-9aa6-42e8c202897e" providerId="ADAL" clId="{642EA475-665E-4012-A1C9-E0EA474277C8}" dt="2026-09-16T18:03:36.786" v="4775" actId="20577"/>
        <pc:sldMkLst>
          <pc:docMk/>
          <pc:sldMk cId="3378860147" sldId="282"/>
        </pc:sldMkLst>
        <pc:spChg chg="mod">
          <ac:chgData name="Le Thi Thanh Nhan (Quant Department - HO)" userId="e0706a4f-3af2-46f6-9aa6-42e8c202897e" providerId="ADAL" clId="{642EA475-665E-4012-A1C9-E0EA474277C8}" dt="2026-09-16T07:27:22.332" v="767" actId="1076"/>
          <ac:spMkLst>
            <pc:docMk/>
            <pc:sldMk cId="3378860147" sldId="282"/>
            <ac:spMk id="4" creationId="{DCF5761C-0277-45BA-DA30-5447D13BC2EB}"/>
          </ac:spMkLst>
        </pc:spChg>
        <pc:spChg chg="mod">
          <ac:chgData name="Le Thi Thanh Nhan (Quant Department - HO)" userId="e0706a4f-3af2-46f6-9aa6-42e8c202897e" providerId="ADAL" clId="{642EA475-665E-4012-A1C9-E0EA474277C8}" dt="2026-09-16T07:27:13.767" v="764" actId="14100"/>
          <ac:spMkLst>
            <pc:docMk/>
            <pc:sldMk cId="3378860147" sldId="282"/>
            <ac:spMk id="6" creationId="{FE76906C-B897-F0FE-E497-0B7578E6AA55}"/>
          </ac:spMkLst>
        </pc:spChg>
        <pc:spChg chg="mod">
          <ac:chgData name="Le Thi Thanh Nhan (Quant Department - HO)" userId="e0706a4f-3af2-46f6-9aa6-42e8c202897e" providerId="ADAL" clId="{642EA475-665E-4012-A1C9-E0EA474277C8}" dt="2026-09-16T07:27:09.076" v="763" actId="1076"/>
          <ac:spMkLst>
            <pc:docMk/>
            <pc:sldMk cId="3378860147" sldId="282"/>
            <ac:spMk id="7" creationId="{69C14565-FCCC-B920-26A8-1E2925D6942E}"/>
          </ac:spMkLst>
        </pc:spChg>
        <pc:spChg chg="mod">
          <ac:chgData name="Le Thi Thanh Nhan (Quant Department - HO)" userId="e0706a4f-3af2-46f6-9aa6-42e8c202897e" providerId="ADAL" clId="{642EA475-665E-4012-A1C9-E0EA474277C8}" dt="2026-09-16T18:03:36.786" v="4775" actId="20577"/>
          <ac:spMkLst>
            <pc:docMk/>
            <pc:sldMk cId="3378860147" sldId="282"/>
            <ac:spMk id="20" creationId="{76929005-A3C3-58D5-5BB5-F39DC61F1445}"/>
          </ac:spMkLst>
        </pc:spChg>
        <pc:spChg chg="mod">
          <ac:chgData name="Le Thi Thanh Nhan (Quant Department - HO)" userId="e0706a4f-3af2-46f6-9aa6-42e8c202897e" providerId="ADAL" clId="{642EA475-665E-4012-A1C9-E0EA474277C8}" dt="2026-09-16T07:27:16.801" v="765" actId="1076"/>
          <ac:spMkLst>
            <pc:docMk/>
            <pc:sldMk cId="3378860147" sldId="282"/>
            <ac:spMk id="21" creationId="{28082252-19E7-5059-1E14-904961EA2E06}"/>
          </ac:spMkLst>
        </pc:spChg>
        <pc:spChg chg="mod">
          <ac:chgData name="Le Thi Thanh Nhan (Quant Department - HO)" userId="e0706a4f-3af2-46f6-9aa6-42e8c202897e" providerId="ADAL" clId="{642EA475-665E-4012-A1C9-E0EA474277C8}" dt="2026-09-16T07:26:15.660" v="759" actId="1582"/>
          <ac:spMkLst>
            <pc:docMk/>
            <pc:sldMk cId="3378860147" sldId="282"/>
            <ac:spMk id="22" creationId="{8CBC3F38-D2BE-255D-C2C3-BB92A85C7406}"/>
          </ac:spMkLst>
        </pc:spChg>
        <pc:spChg chg="mod">
          <ac:chgData name="Le Thi Thanh Nhan (Quant Department - HO)" userId="e0706a4f-3af2-46f6-9aa6-42e8c202897e" providerId="ADAL" clId="{642EA475-665E-4012-A1C9-E0EA474277C8}" dt="2026-09-16T08:28:43.595" v="1570" actId="14100"/>
          <ac:spMkLst>
            <pc:docMk/>
            <pc:sldMk cId="3378860147" sldId="282"/>
            <ac:spMk id="55" creationId="{0C95CEF2-577E-56B7-EBDD-03B6F642E9CB}"/>
          </ac:spMkLst>
        </pc:spChg>
        <pc:spChg chg="mod">
          <ac:chgData name="Le Thi Thanh Nhan (Quant Department - HO)" userId="e0706a4f-3af2-46f6-9aa6-42e8c202897e" providerId="ADAL" clId="{642EA475-665E-4012-A1C9-E0EA474277C8}" dt="2026-09-16T08:31:41.414" v="1576" actId="20577"/>
          <ac:spMkLst>
            <pc:docMk/>
            <pc:sldMk cId="3378860147" sldId="282"/>
            <ac:spMk id="56" creationId="{82682222-19C3-C5EF-3FB3-CC2609C0E455}"/>
          </ac:spMkLst>
        </pc:spChg>
        <pc:spChg chg="del">
          <ac:chgData name="Le Thi Thanh Nhan (Quant Department - HO)" userId="e0706a4f-3af2-46f6-9aa6-42e8c202897e" providerId="ADAL" clId="{642EA475-665E-4012-A1C9-E0EA474277C8}" dt="2026-09-16T07:33:24.897" v="777" actId="478"/>
          <ac:spMkLst>
            <pc:docMk/>
            <pc:sldMk cId="3378860147" sldId="282"/>
            <ac:spMk id="57" creationId="{F07D1A51-C9EB-AA5B-D34C-8268B19104B5}"/>
          </ac:spMkLst>
        </pc:spChg>
        <pc:spChg chg="mod">
          <ac:chgData name="Le Thi Thanh Nhan (Quant Department - HO)" userId="e0706a4f-3af2-46f6-9aa6-42e8c202897e" providerId="ADAL" clId="{642EA475-665E-4012-A1C9-E0EA474277C8}" dt="2026-09-16T08:27:01.714" v="1561" actId="20577"/>
          <ac:spMkLst>
            <pc:docMk/>
            <pc:sldMk cId="3378860147" sldId="282"/>
            <ac:spMk id="58" creationId="{93A40577-8277-D8FA-252F-58074DAF6B74}"/>
          </ac:spMkLst>
        </pc:spChg>
        <pc:spChg chg="mod">
          <ac:chgData name="Le Thi Thanh Nhan (Quant Department - HO)" userId="e0706a4f-3af2-46f6-9aa6-42e8c202897e" providerId="ADAL" clId="{642EA475-665E-4012-A1C9-E0EA474277C8}" dt="2026-09-16T08:28:19.069" v="1565" actId="20577"/>
          <ac:spMkLst>
            <pc:docMk/>
            <pc:sldMk cId="3378860147" sldId="282"/>
            <ac:spMk id="59" creationId="{EBA7384E-EEE6-0BE6-FC03-A15D4ECEA45A}"/>
          </ac:spMkLst>
        </pc:spChg>
        <pc:picChg chg="mod">
          <ac:chgData name="Le Thi Thanh Nhan (Quant Department - HO)" userId="e0706a4f-3af2-46f6-9aa6-42e8c202897e" providerId="ADAL" clId="{642EA475-665E-4012-A1C9-E0EA474277C8}" dt="2026-09-16T07:27:18.788" v="766" actId="1076"/>
          <ac:picMkLst>
            <pc:docMk/>
            <pc:sldMk cId="3378860147" sldId="282"/>
            <ac:picMk id="5" creationId="{9732B601-38D1-D308-A051-B5667DFD9019}"/>
          </ac:picMkLst>
        </pc:picChg>
        <pc:picChg chg="mod">
          <ac:chgData name="Le Thi Thanh Nhan (Quant Department - HO)" userId="e0706a4f-3af2-46f6-9aa6-42e8c202897e" providerId="ADAL" clId="{642EA475-665E-4012-A1C9-E0EA474277C8}" dt="2026-09-16T08:38:44.994" v="1619"/>
          <ac:picMkLst>
            <pc:docMk/>
            <pc:sldMk cId="3378860147" sldId="282"/>
            <ac:picMk id="18" creationId="{5E775BAA-8BBD-F8DF-B6FE-B9DC6FF63B68}"/>
          </ac:picMkLst>
        </pc:picChg>
        <pc:cxnChg chg="mod">
          <ac:chgData name="Le Thi Thanh Nhan (Quant Department - HO)" userId="e0706a4f-3af2-46f6-9aa6-42e8c202897e" providerId="ADAL" clId="{642EA475-665E-4012-A1C9-E0EA474277C8}" dt="2026-09-16T07:26:32.732" v="761" actId="1582"/>
          <ac:cxnSpMkLst>
            <pc:docMk/>
            <pc:sldMk cId="3378860147" sldId="282"/>
            <ac:cxnSpMk id="24" creationId="{8041BD93-CA31-50A7-5D41-C7A8F69E2C8A}"/>
          </ac:cxnSpMkLst>
        </pc:cxnChg>
        <pc:cxnChg chg="mod">
          <ac:chgData name="Le Thi Thanh Nhan (Quant Department - HO)" userId="e0706a4f-3af2-46f6-9aa6-42e8c202897e" providerId="ADAL" clId="{642EA475-665E-4012-A1C9-E0EA474277C8}" dt="2026-09-16T07:26:25.143" v="760" actId="1582"/>
          <ac:cxnSpMkLst>
            <pc:docMk/>
            <pc:sldMk cId="3378860147" sldId="282"/>
            <ac:cxnSpMk id="28" creationId="{32B18C48-DDC3-A7F1-C177-98E3452AF927}"/>
          </ac:cxnSpMkLst>
        </pc:cxnChg>
        <pc:cxnChg chg="del mod">
          <ac:chgData name="Le Thi Thanh Nhan (Quant Department - HO)" userId="e0706a4f-3af2-46f6-9aa6-42e8c202897e" providerId="ADAL" clId="{642EA475-665E-4012-A1C9-E0EA474277C8}" dt="2026-09-16T07:24:59.428" v="753" actId="478"/>
          <ac:cxnSpMkLst>
            <pc:docMk/>
            <pc:sldMk cId="3378860147" sldId="282"/>
            <ac:cxnSpMk id="30" creationId="{2DFD56F8-0FAC-25FB-6C1C-7D6298C52F64}"/>
          </ac:cxnSpMkLst>
        </pc:cxnChg>
        <pc:cxnChg chg="mod">
          <ac:chgData name="Le Thi Thanh Nhan (Quant Department - HO)" userId="e0706a4f-3af2-46f6-9aa6-42e8c202897e" providerId="ADAL" clId="{642EA475-665E-4012-A1C9-E0EA474277C8}" dt="2026-09-16T07:26:15.660" v="759" actId="1582"/>
          <ac:cxnSpMkLst>
            <pc:docMk/>
            <pc:sldMk cId="3378860147" sldId="282"/>
            <ac:cxnSpMk id="34" creationId="{28130276-728E-11C9-151C-C33591ACAF53}"/>
          </ac:cxnSpMkLst>
        </pc:cxnChg>
        <pc:cxnChg chg="mod">
          <ac:chgData name="Le Thi Thanh Nhan (Quant Department - HO)" userId="e0706a4f-3af2-46f6-9aa6-42e8c202897e" providerId="ADAL" clId="{642EA475-665E-4012-A1C9-E0EA474277C8}" dt="2026-09-16T07:26:15.660" v="759" actId="1582"/>
          <ac:cxnSpMkLst>
            <pc:docMk/>
            <pc:sldMk cId="3378860147" sldId="282"/>
            <ac:cxnSpMk id="36" creationId="{AD34F83B-ABB8-4222-F844-D1825A2DCF84}"/>
          </ac:cxnSpMkLst>
        </pc:cxnChg>
        <pc:cxnChg chg="mod">
          <ac:chgData name="Le Thi Thanh Nhan (Quant Department - HO)" userId="e0706a4f-3af2-46f6-9aa6-42e8c202897e" providerId="ADAL" clId="{642EA475-665E-4012-A1C9-E0EA474277C8}" dt="2026-09-16T07:26:15.660" v="759" actId="1582"/>
          <ac:cxnSpMkLst>
            <pc:docMk/>
            <pc:sldMk cId="3378860147" sldId="282"/>
            <ac:cxnSpMk id="38" creationId="{ED520081-8C8B-ABBD-BE3A-D26B0AB85F78}"/>
          </ac:cxnSpMkLst>
        </pc:cxnChg>
        <pc:cxnChg chg="mod">
          <ac:chgData name="Le Thi Thanh Nhan (Quant Department - HO)" userId="e0706a4f-3af2-46f6-9aa6-42e8c202897e" providerId="ADAL" clId="{642EA475-665E-4012-A1C9-E0EA474277C8}" dt="2026-09-16T07:25:25.397" v="755" actId="1582"/>
          <ac:cxnSpMkLst>
            <pc:docMk/>
            <pc:sldMk cId="3378860147" sldId="282"/>
            <ac:cxnSpMk id="40" creationId="{AE4E3906-3312-EED2-7A2A-D9227815D05B}"/>
          </ac:cxnSpMkLst>
        </pc:cxnChg>
        <pc:cxnChg chg="mod">
          <ac:chgData name="Le Thi Thanh Nhan (Quant Department - HO)" userId="e0706a4f-3af2-46f6-9aa6-42e8c202897e" providerId="ADAL" clId="{642EA475-665E-4012-A1C9-E0EA474277C8}" dt="2026-09-16T07:25:33.814" v="756" actId="1582"/>
          <ac:cxnSpMkLst>
            <pc:docMk/>
            <pc:sldMk cId="3378860147" sldId="282"/>
            <ac:cxnSpMk id="43" creationId="{DEB7F0A5-89E3-7D34-1870-58194066B7B1}"/>
          </ac:cxnSpMkLst>
        </pc:cxnChg>
        <pc:cxnChg chg="mod">
          <ac:chgData name="Le Thi Thanh Nhan (Quant Department - HO)" userId="e0706a4f-3af2-46f6-9aa6-42e8c202897e" providerId="ADAL" clId="{642EA475-665E-4012-A1C9-E0EA474277C8}" dt="2026-09-16T07:25:19.093" v="754" actId="1582"/>
          <ac:cxnSpMkLst>
            <pc:docMk/>
            <pc:sldMk cId="3378860147" sldId="282"/>
            <ac:cxnSpMk id="48" creationId="{AB46DE90-7CC8-E5E2-D9C0-3BE63A7E2D77}"/>
          </ac:cxnSpMkLst>
        </pc:cxnChg>
      </pc:sldChg>
      <pc:sldChg chg="add del">
        <pc:chgData name="Le Thi Thanh Nhan (Quant Department - HO)" userId="e0706a4f-3af2-46f6-9aa6-42e8c202897e" providerId="ADAL" clId="{642EA475-665E-4012-A1C9-E0EA474277C8}" dt="2026-09-16T10:08:45.617" v="3143" actId="2696"/>
        <pc:sldMkLst>
          <pc:docMk/>
          <pc:sldMk cId="2415149147" sldId="283"/>
        </pc:sldMkLst>
      </pc:sldChg>
      <pc:sldChg chg="modSp add mod ord">
        <pc:chgData name="Le Thi Thanh Nhan (Quant Department - HO)" userId="e0706a4f-3af2-46f6-9aa6-42e8c202897e" providerId="ADAL" clId="{642EA475-665E-4012-A1C9-E0EA474277C8}" dt="2026-09-16T10:09:33.211" v="3166" actId="20577"/>
        <pc:sldMkLst>
          <pc:docMk/>
          <pc:sldMk cId="2814134476" sldId="283"/>
        </pc:sldMkLst>
        <pc:spChg chg="mod">
          <ac:chgData name="Le Thi Thanh Nhan (Quant Department - HO)" userId="e0706a4f-3af2-46f6-9aa6-42e8c202897e" providerId="ADAL" clId="{642EA475-665E-4012-A1C9-E0EA474277C8}" dt="2026-09-16T10:09:33.211" v="3166" actId="20577"/>
          <ac:spMkLst>
            <pc:docMk/>
            <pc:sldMk cId="2814134476" sldId="283"/>
            <ac:spMk id="4" creationId="{221FB40A-D1E0-1ABF-88BD-5D4AD09A27B5}"/>
          </ac:spMkLst>
        </pc:spChg>
      </pc:sldChg>
      <pc:sldChg chg="add ord">
        <pc:chgData name="Le Thi Thanh Nhan (Quant Department - HO)" userId="e0706a4f-3af2-46f6-9aa6-42e8c202897e" providerId="ADAL" clId="{642EA475-665E-4012-A1C9-E0EA474277C8}" dt="2026-09-16T16:05:16.476" v="4638"/>
        <pc:sldMkLst>
          <pc:docMk/>
          <pc:sldMk cId="3653141863" sldId="284"/>
        </pc:sldMkLst>
      </pc:sldChg>
      <pc:sldMasterChg chg="modSldLayout">
        <pc:chgData name="Le Thi Thanh Nhan (Quant Department - HO)" userId="e0706a4f-3af2-46f6-9aa6-42e8c202897e" providerId="ADAL" clId="{642EA475-665E-4012-A1C9-E0EA474277C8}" dt="2026-09-16T07:45:18.066" v="997" actId="1076"/>
        <pc:sldMasterMkLst>
          <pc:docMk/>
          <pc:sldMasterMk cId="0" sldId="2147483675"/>
        </pc:sldMasterMkLst>
        <pc:sldLayoutChg chg="modSp mod">
          <pc:chgData name="Le Thi Thanh Nhan (Quant Department - HO)" userId="e0706a4f-3af2-46f6-9aa6-42e8c202897e" providerId="ADAL" clId="{642EA475-665E-4012-A1C9-E0EA474277C8}" dt="2026-09-16T07:45:18.066" v="997" actId="1076"/>
          <pc:sldLayoutMkLst>
            <pc:docMk/>
            <pc:sldMasterMk cId="0" sldId="2147483675"/>
            <pc:sldLayoutMk cId="0" sldId="2147483676"/>
          </pc:sldLayoutMkLst>
          <pc:spChg chg="mod">
            <ac:chgData name="Le Thi Thanh Nhan (Quant Department - HO)" userId="e0706a4f-3af2-46f6-9aa6-42e8c202897e" providerId="ADAL" clId="{642EA475-665E-4012-A1C9-E0EA474277C8}" dt="2026-09-16T07:45:18.066" v="997" actId="1076"/>
            <ac:spMkLst>
              <pc:docMk/>
              <pc:sldMasterMk cId="0" sldId="2147483675"/>
              <pc:sldLayoutMk cId="0" sldId="2147483676"/>
              <ac:spMk id="24" creationId="{00000000-0000-0000-0000-000000000000}"/>
            </ac:spMkLst>
          </pc:spChg>
          <pc:spChg chg="mod">
            <ac:chgData name="Le Thi Thanh Nhan (Quant Department - HO)" userId="e0706a4f-3af2-46f6-9aa6-42e8c202897e" providerId="ADAL" clId="{642EA475-665E-4012-A1C9-E0EA474277C8}" dt="2026-09-16T07:45:08.035" v="976" actId="1037"/>
            <ac:spMkLst>
              <pc:docMk/>
              <pc:sldMasterMk cId="0" sldId="2147483675"/>
              <pc:sldLayoutMk cId="0" sldId="2147483676"/>
              <ac:spMk id="25" creationId="{00000000-0000-0000-0000-000000000000}"/>
            </ac:spMkLst>
          </pc:spChg>
          <pc:picChg chg="mod modCrop">
            <ac:chgData name="Le Thi Thanh Nhan (Quant Department - HO)" userId="e0706a4f-3af2-46f6-9aa6-42e8c202897e" providerId="ADAL" clId="{642EA475-665E-4012-A1C9-E0EA474277C8}" dt="2026-09-16T07:45:01.125" v="953" actId="1076"/>
            <ac:picMkLst>
              <pc:docMk/>
              <pc:sldMasterMk cId="0" sldId="2147483675"/>
              <pc:sldLayoutMk cId="0" sldId="2147483676"/>
              <ac:picMk id="8" creationId="{00000000-0000-0000-0000-000000000000}"/>
            </ac:picMkLst>
          </pc:pic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1" y="0"/>
            <a:ext cx="3169810" cy="479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921" tIns="46961" rIns="93921" bIns="46961" numCol="1" anchor="t" anchorCtr="0" compatLnSpc="1">
            <a:prstTxWarp prst="textNoShape">
              <a:avLst/>
            </a:prstTxWarp>
          </a:bodyPr>
          <a:lstStyle>
            <a:lvl1pPr algn="l" defTabSz="939424">
              <a:lnSpc>
                <a:spcPct val="100000"/>
              </a:lnSpc>
              <a:defRPr sz="1200"/>
            </a:lvl1pPr>
          </a:lstStyle>
          <a:p>
            <a:endParaRPr lang="en-GB">
              <a:latin typeface="+mn-lt"/>
              <a:ea typeface="+mn-lt"/>
              <a:sym typeface="Arial"/>
            </a:endParaRPr>
          </a:p>
        </p:txBody>
      </p:sp>
      <p:sp>
        <p:nvSpPr>
          <p:cNvPr id="19459" name="Rectangle 3"/>
          <p:cNvSpPr>
            <a:spLocks noGrp="1" noChangeArrowheads="1"/>
          </p:cNvSpPr>
          <p:nvPr>
            <p:ph type="dt" sz="quarter" idx="1"/>
          </p:nvPr>
        </p:nvSpPr>
        <p:spPr bwMode="auto">
          <a:xfrm>
            <a:off x="4143739" y="0"/>
            <a:ext cx="3169810" cy="479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921" tIns="46961" rIns="93921" bIns="46961" numCol="1" anchor="t" anchorCtr="0" compatLnSpc="1">
            <a:prstTxWarp prst="textNoShape">
              <a:avLst/>
            </a:prstTxWarp>
          </a:bodyPr>
          <a:lstStyle>
            <a:lvl1pPr algn="r" defTabSz="939424">
              <a:lnSpc>
                <a:spcPct val="100000"/>
              </a:lnSpc>
              <a:defRPr sz="1200"/>
            </a:lvl1pPr>
          </a:lstStyle>
          <a:p>
            <a:endParaRPr lang="en-GB">
              <a:latin typeface="+mn-lt"/>
              <a:ea typeface="+mn-lt"/>
              <a:sym typeface="Arial"/>
            </a:endParaRPr>
          </a:p>
        </p:txBody>
      </p:sp>
      <p:sp>
        <p:nvSpPr>
          <p:cNvPr id="19460" name="Rectangle 4"/>
          <p:cNvSpPr>
            <a:spLocks noGrp="1" noChangeArrowheads="1"/>
          </p:cNvSpPr>
          <p:nvPr>
            <p:ph type="ftr" sz="quarter" idx="2"/>
          </p:nvPr>
        </p:nvSpPr>
        <p:spPr bwMode="auto">
          <a:xfrm>
            <a:off x="1" y="9119830"/>
            <a:ext cx="3169810" cy="479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921" tIns="46961" rIns="93921" bIns="46961" numCol="1" anchor="b" anchorCtr="0" compatLnSpc="1">
            <a:prstTxWarp prst="textNoShape">
              <a:avLst/>
            </a:prstTxWarp>
          </a:bodyPr>
          <a:lstStyle>
            <a:lvl1pPr algn="l" defTabSz="939424">
              <a:lnSpc>
                <a:spcPct val="100000"/>
              </a:lnSpc>
              <a:defRPr sz="1200"/>
            </a:lvl1pPr>
          </a:lstStyle>
          <a:p>
            <a:endParaRPr lang="en-GB">
              <a:solidFill>
                <a:schemeClr val="accent3"/>
              </a:solidFill>
              <a:latin typeface="+mn-lt"/>
              <a:ea typeface="+mn-lt"/>
              <a:sym typeface="Arial"/>
            </a:endParaRPr>
          </a:p>
        </p:txBody>
      </p:sp>
      <p:sp>
        <p:nvSpPr>
          <p:cNvPr id="19461" name="Rectangle 5"/>
          <p:cNvSpPr>
            <a:spLocks noGrp="1" noChangeArrowheads="1"/>
          </p:cNvSpPr>
          <p:nvPr>
            <p:ph type="sldNum" sz="quarter" idx="3"/>
          </p:nvPr>
        </p:nvSpPr>
        <p:spPr bwMode="auto">
          <a:xfrm>
            <a:off x="4143739" y="9119830"/>
            <a:ext cx="3169810" cy="479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921" tIns="46961" rIns="93921" bIns="46961" numCol="1" anchor="b" anchorCtr="0" compatLnSpc="1">
            <a:prstTxWarp prst="textNoShape">
              <a:avLst/>
            </a:prstTxWarp>
          </a:bodyPr>
          <a:lstStyle>
            <a:lvl1pPr algn="r" defTabSz="939424">
              <a:lnSpc>
                <a:spcPct val="100000"/>
              </a:lnSpc>
              <a:defRPr sz="1200"/>
            </a:lvl1pPr>
          </a:lstStyle>
          <a:p>
            <a:fld id="{9BBE641A-A38A-4199-A515-2A762F6E34D5}" type="slidenum">
              <a:rPr lang="en-GB" smtClean="0">
                <a:solidFill>
                  <a:schemeClr val="accent3"/>
                </a:solidFill>
                <a:latin typeface="+mn-lt"/>
                <a:ea typeface="+mn-lt"/>
                <a:sym typeface="Arial"/>
              </a:rPr>
              <a:pPr/>
              <a:t>‹#›</a:t>
            </a:fld>
            <a:endParaRPr lang="en-GB">
              <a:solidFill>
                <a:schemeClr val="accent3"/>
              </a:solidFill>
              <a:latin typeface="+mn-lt"/>
              <a:ea typeface="+mn-lt"/>
              <a:sym typeface="Arial"/>
            </a:endParaRPr>
          </a:p>
        </p:txBody>
      </p:sp>
    </p:spTree>
    <p:extLst>
      <p:ext uri="{BB962C8B-B14F-4D97-AF65-F5344CB8AC3E}">
        <p14:creationId xmlns:p14="http://schemas.microsoft.com/office/powerpoint/2010/main" val="278350356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1" y="0"/>
            <a:ext cx="3169810" cy="479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921" tIns="46961" rIns="93921" bIns="46961" numCol="1" anchor="t" anchorCtr="0" compatLnSpc="1">
            <a:prstTxWarp prst="textNoShape">
              <a:avLst/>
            </a:prstTxWarp>
          </a:bodyPr>
          <a:lstStyle>
            <a:lvl1pPr algn="l" defTabSz="939424">
              <a:lnSpc>
                <a:spcPct val="100000"/>
              </a:lnSpc>
              <a:defRPr sz="1200">
                <a:latin typeface="+mn-lt"/>
                <a:ea typeface="+mn-ea"/>
                <a:sym typeface="+mn-lt"/>
              </a:defRPr>
            </a:lvl1pPr>
          </a:lstStyle>
          <a:p>
            <a:endParaRPr lang="en-GB"/>
          </a:p>
        </p:txBody>
      </p:sp>
      <p:sp>
        <p:nvSpPr>
          <p:cNvPr id="3075" name="Rectangle 3"/>
          <p:cNvSpPr>
            <a:spLocks noGrp="1" noChangeArrowheads="1"/>
          </p:cNvSpPr>
          <p:nvPr>
            <p:ph type="dt" idx="1"/>
          </p:nvPr>
        </p:nvSpPr>
        <p:spPr bwMode="auto">
          <a:xfrm>
            <a:off x="4143739" y="0"/>
            <a:ext cx="3169810" cy="479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921" tIns="46961" rIns="93921" bIns="46961" numCol="1" anchor="t" anchorCtr="0" compatLnSpc="1">
            <a:prstTxWarp prst="textNoShape">
              <a:avLst/>
            </a:prstTxWarp>
          </a:bodyPr>
          <a:lstStyle>
            <a:lvl1pPr algn="r" defTabSz="939424">
              <a:lnSpc>
                <a:spcPct val="100000"/>
              </a:lnSpc>
              <a:defRPr sz="1200">
                <a:latin typeface="+mn-lt"/>
                <a:ea typeface="+mn-ea"/>
                <a:sym typeface="+mn-lt"/>
              </a:defRPr>
            </a:lvl1pPr>
          </a:lstStyle>
          <a:p>
            <a:endParaRPr lang="en-GB"/>
          </a:p>
        </p:txBody>
      </p:sp>
      <p:sp>
        <p:nvSpPr>
          <p:cNvPr id="3076" name="Rectangle 4"/>
          <p:cNvSpPr>
            <a:spLocks noGrp="1" noRot="1" noChangeAspect="1" noChangeArrowheads="1" noTextEdit="1"/>
          </p:cNvSpPr>
          <p:nvPr>
            <p:ph type="sldImg" idx="2"/>
          </p:nvPr>
        </p:nvSpPr>
        <p:spPr bwMode="auto">
          <a:xfrm>
            <a:off x="1136650" y="720725"/>
            <a:ext cx="5043488" cy="3602038"/>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730861" y="4559917"/>
            <a:ext cx="5853483" cy="4320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marL="228600" lvl="0" indent="-228600" eaLnBrk="1" hangingPunct="1">
              <a:spcBef>
                <a:spcPct val="60000"/>
              </a:spcBef>
              <a:spcAft>
                <a:spcPts val="600"/>
              </a:spcAft>
              <a:buChar char="•"/>
            </a:pPr>
            <a:r>
              <a:rPr lang="en-GB"/>
              <a:t>Click to edit Master text styles</a:t>
            </a:r>
          </a:p>
          <a:p>
            <a:pPr lvl="1" indent="-228600" eaLnBrk="1" hangingPunct="1">
              <a:spcBef>
                <a:spcPts val="0"/>
              </a:spcBef>
              <a:spcAft>
                <a:spcPts val="600"/>
              </a:spcAft>
              <a:buFont typeface="Arial" charset="0"/>
              <a:buChar char="–"/>
            </a:pPr>
            <a:r>
              <a:rPr lang="en-GB"/>
              <a:t>2nd level</a:t>
            </a:r>
          </a:p>
          <a:p>
            <a:pPr marL="685800" lvl="2" indent="-228600" eaLnBrk="1" hangingPunct="1">
              <a:spcBef>
                <a:spcPts val="0"/>
              </a:spcBef>
              <a:spcAft>
                <a:spcPts val="600"/>
              </a:spcAft>
              <a:buFont typeface="Arial" charset="0"/>
              <a:buChar char="-"/>
            </a:pPr>
            <a:r>
              <a:rPr lang="en-GB"/>
              <a:t>3rd level</a:t>
            </a:r>
          </a:p>
          <a:p>
            <a:pPr marL="914400" lvl="3" indent="-228600" eaLnBrk="1" hangingPunct="1">
              <a:spcBef>
                <a:spcPts val="0"/>
              </a:spcBef>
              <a:spcAft>
                <a:spcPts val="600"/>
              </a:spcAft>
              <a:buFont typeface="Arial" charset="0"/>
              <a:buChar char="-"/>
            </a:pPr>
            <a:r>
              <a:rPr lang="en-GB"/>
              <a:t>4th level</a:t>
            </a:r>
          </a:p>
          <a:p>
            <a:pPr marL="1143000" lvl="4" indent="-228600" eaLnBrk="1" hangingPunct="1">
              <a:spcBef>
                <a:spcPts val="0"/>
              </a:spcBef>
              <a:spcAft>
                <a:spcPts val="600"/>
              </a:spcAft>
              <a:buFont typeface="Arial" panose="020B0604020202020204" pitchFamily="34" charset="0"/>
              <a:buChar char="-"/>
            </a:pPr>
            <a:r>
              <a:rPr lang="en-GB"/>
              <a:t>5th level</a:t>
            </a:r>
          </a:p>
          <a:p>
            <a:pPr marL="1371600" lvl="5" indent="-228600" fontAlgn="base">
              <a:spcBef>
                <a:spcPts val="0"/>
              </a:spcBef>
              <a:spcAft>
                <a:spcPts val="600"/>
              </a:spcAft>
              <a:buFont typeface="Arial" charset="0"/>
              <a:buChar char="-"/>
            </a:pPr>
            <a:r>
              <a:rPr lang="en-GB"/>
              <a:t>6th level</a:t>
            </a:r>
          </a:p>
          <a:p>
            <a:pPr marL="1600200" lvl="6" indent="-228600" fontAlgn="base">
              <a:spcBef>
                <a:spcPts val="0"/>
              </a:spcBef>
              <a:spcAft>
                <a:spcPts val="600"/>
              </a:spcAft>
              <a:buFont typeface="Arial" charset="0"/>
              <a:buChar char="-"/>
            </a:pPr>
            <a:r>
              <a:rPr lang="en-GB"/>
              <a:t>7th level</a:t>
            </a:r>
          </a:p>
          <a:p>
            <a:pPr marL="1828800" lvl="7" indent="-228600" fontAlgn="base">
              <a:spcBef>
                <a:spcPts val="0"/>
              </a:spcBef>
              <a:spcAft>
                <a:spcPts val="600"/>
              </a:spcAft>
              <a:buFont typeface="Arial" charset="0"/>
              <a:buChar char="-"/>
            </a:pPr>
            <a:r>
              <a:rPr lang="en-GB"/>
              <a:t>8th level</a:t>
            </a:r>
          </a:p>
          <a:p>
            <a:pPr marL="2057400" lvl="8" indent="-228600" fontAlgn="base">
              <a:spcBef>
                <a:spcPts val="0"/>
              </a:spcBef>
              <a:spcAft>
                <a:spcPts val="600"/>
              </a:spcAft>
              <a:buFont typeface="Arial" charset="0"/>
              <a:buChar char="-"/>
            </a:pPr>
            <a:r>
              <a:rPr lang="en-GB"/>
              <a:t>9th level</a:t>
            </a:r>
          </a:p>
        </p:txBody>
      </p:sp>
      <p:sp>
        <p:nvSpPr>
          <p:cNvPr id="3078" name="Rectangle 6"/>
          <p:cNvSpPr>
            <a:spLocks noGrp="1" noChangeArrowheads="1"/>
          </p:cNvSpPr>
          <p:nvPr>
            <p:ph type="ftr" sz="quarter" idx="4"/>
          </p:nvPr>
        </p:nvSpPr>
        <p:spPr bwMode="auto">
          <a:xfrm>
            <a:off x="1" y="9119830"/>
            <a:ext cx="3169810" cy="479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921" tIns="46961" rIns="93921" bIns="46961" numCol="1" anchor="b" anchorCtr="0" compatLnSpc="1">
            <a:prstTxWarp prst="textNoShape">
              <a:avLst/>
            </a:prstTxWarp>
          </a:bodyPr>
          <a:lstStyle>
            <a:lvl1pPr algn="l" defTabSz="939424">
              <a:lnSpc>
                <a:spcPct val="100000"/>
              </a:lnSpc>
              <a:defRPr sz="1200">
                <a:solidFill>
                  <a:schemeClr val="accent3"/>
                </a:solidFill>
                <a:latin typeface="+mn-lt"/>
                <a:ea typeface="+mn-ea"/>
                <a:sym typeface="+mn-lt"/>
              </a:defRPr>
            </a:lvl1pPr>
          </a:lstStyle>
          <a:p>
            <a:endParaRPr lang="en-GB"/>
          </a:p>
        </p:txBody>
      </p:sp>
      <p:sp>
        <p:nvSpPr>
          <p:cNvPr id="3079" name="Rectangle 7"/>
          <p:cNvSpPr>
            <a:spLocks noGrp="1" noChangeArrowheads="1"/>
          </p:cNvSpPr>
          <p:nvPr>
            <p:ph type="sldNum" sz="quarter" idx="5"/>
          </p:nvPr>
        </p:nvSpPr>
        <p:spPr bwMode="auto">
          <a:xfrm>
            <a:off x="4143739" y="9119830"/>
            <a:ext cx="3169810" cy="479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921" tIns="46961" rIns="93921" bIns="46961" numCol="1" anchor="b" anchorCtr="0" compatLnSpc="1">
            <a:prstTxWarp prst="textNoShape">
              <a:avLst/>
            </a:prstTxWarp>
          </a:bodyPr>
          <a:lstStyle>
            <a:lvl1pPr algn="r" defTabSz="939424">
              <a:lnSpc>
                <a:spcPct val="100000"/>
              </a:lnSpc>
              <a:defRPr sz="1200">
                <a:solidFill>
                  <a:schemeClr val="accent3"/>
                </a:solidFill>
                <a:latin typeface="+mn-lt"/>
                <a:ea typeface="+mn-ea"/>
                <a:sym typeface="+mn-lt"/>
              </a:defRPr>
            </a:lvl1pPr>
          </a:lstStyle>
          <a:p>
            <a:fld id="{26BEA98B-8E54-4CD0-82BB-B61F2ACC55F5}" type="slidenum">
              <a:rPr lang="en-GB" smtClean="0"/>
              <a:pPr/>
              <a:t>‹#›</a:t>
            </a:fld>
            <a:endParaRPr lang="en-GB"/>
          </a:p>
        </p:txBody>
      </p:sp>
    </p:spTree>
    <p:extLst>
      <p:ext uri="{BB962C8B-B14F-4D97-AF65-F5344CB8AC3E}">
        <p14:creationId xmlns:p14="http://schemas.microsoft.com/office/powerpoint/2010/main" val="1171269755"/>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lang="en-GB" sz="1400" kern="1200" dirty="0" smtClean="0">
        <a:solidFill>
          <a:schemeClr val="tx1"/>
        </a:solidFill>
        <a:latin typeface="+mn-lt"/>
        <a:ea typeface="+mn-ea"/>
        <a:cs typeface="+mn-cs"/>
        <a:sym typeface="+mn-lt"/>
      </a:defRPr>
    </a:lvl1pPr>
    <a:lvl2pPr marL="457200" algn="l" rtl="0" fontAlgn="base">
      <a:spcBef>
        <a:spcPct val="30000"/>
      </a:spcBef>
      <a:spcAft>
        <a:spcPct val="0"/>
      </a:spcAft>
      <a:defRPr lang="en-GB" sz="1400" kern="1200" dirty="0" smtClean="0">
        <a:solidFill>
          <a:schemeClr val="tx1"/>
        </a:solidFill>
        <a:latin typeface="+mn-lt"/>
        <a:ea typeface="+mn-ea"/>
        <a:cs typeface="+mn-cs"/>
        <a:sym typeface="+mn-lt"/>
      </a:defRPr>
    </a:lvl2pPr>
    <a:lvl3pPr marL="914400" algn="l" rtl="0" fontAlgn="base">
      <a:spcBef>
        <a:spcPct val="30000"/>
      </a:spcBef>
      <a:spcAft>
        <a:spcPct val="0"/>
      </a:spcAft>
      <a:defRPr lang="en-GB" sz="1400" kern="1200" dirty="0" smtClean="0">
        <a:solidFill>
          <a:schemeClr val="tx1"/>
        </a:solidFill>
        <a:latin typeface="+mn-lt"/>
        <a:ea typeface="+mn-ea"/>
        <a:cs typeface="+mn-cs"/>
        <a:sym typeface="+mn-lt"/>
      </a:defRPr>
    </a:lvl3pPr>
    <a:lvl4pPr marL="1371600" algn="l" rtl="0" fontAlgn="base">
      <a:spcBef>
        <a:spcPct val="30000"/>
      </a:spcBef>
      <a:spcAft>
        <a:spcPct val="0"/>
      </a:spcAft>
      <a:defRPr lang="en-GB" sz="1400" kern="1200" dirty="0" smtClean="0">
        <a:solidFill>
          <a:schemeClr val="tx1"/>
        </a:solidFill>
        <a:latin typeface="+mn-lt"/>
        <a:ea typeface="+mn-ea"/>
        <a:cs typeface="+mn-cs"/>
        <a:sym typeface="+mn-lt"/>
      </a:defRPr>
    </a:lvl4pPr>
    <a:lvl5pPr marL="1828800" algn="l" rtl="0" fontAlgn="base">
      <a:spcBef>
        <a:spcPct val="30000"/>
      </a:spcBef>
      <a:spcAft>
        <a:spcPct val="0"/>
      </a:spcAft>
      <a:defRPr lang="en-GB" sz="1400" kern="1200" dirty="0" smtClean="0">
        <a:solidFill>
          <a:schemeClr val="tx1"/>
        </a:solidFill>
        <a:latin typeface="+mn-lt"/>
        <a:ea typeface="+mn-ea"/>
        <a:cs typeface="+mn-cs"/>
        <a:sym typeface="+mn-lt"/>
      </a:defRPr>
    </a:lvl5pPr>
    <a:lvl6pPr marL="2286000" algn="l" defTabSz="914400" rtl="0" eaLnBrk="1" latinLnBrk="0" hangingPunct="1">
      <a:defRPr lang="en-GB" sz="1400" kern="1200" baseline="0" dirty="0" smtClean="0">
        <a:solidFill>
          <a:schemeClr val="tx1"/>
        </a:solidFill>
        <a:latin typeface="+mn-lt"/>
        <a:ea typeface="+mn-ea"/>
        <a:cs typeface="+mn-cs"/>
        <a:sym typeface="+mn-lt"/>
      </a:defRPr>
    </a:lvl6pPr>
    <a:lvl7pPr marL="2743200" algn="l" defTabSz="914400" rtl="0" eaLnBrk="1" latinLnBrk="0" hangingPunct="1">
      <a:defRPr lang="en-GB" sz="1400" kern="1200" dirty="0" smtClean="0">
        <a:solidFill>
          <a:schemeClr val="tx1"/>
        </a:solidFill>
        <a:latin typeface="+mn-lt"/>
        <a:ea typeface="+mn-ea"/>
        <a:cs typeface="+mn-cs"/>
        <a:sym typeface="+mn-lt"/>
      </a:defRPr>
    </a:lvl7pPr>
    <a:lvl8pPr marL="3200400" algn="l" defTabSz="914400" rtl="0" eaLnBrk="1" latinLnBrk="0" hangingPunct="1">
      <a:defRPr lang="en-GB" sz="1400" kern="1200" dirty="0" smtClean="0">
        <a:solidFill>
          <a:schemeClr val="tx1"/>
        </a:solidFill>
        <a:latin typeface="+mn-lt"/>
        <a:ea typeface="+mn-ea"/>
        <a:cs typeface="+mn-cs"/>
        <a:sym typeface="+mn-lt"/>
      </a:defRPr>
    </a:lvl8pPr>
    <a:lvl9pPr marL="3657600" algn="l" defTabSz="914400" rtl="0" eaLnBrk="1" latinLnBrk="0" hangingPunct="1">
      <a:defRPr lang="en-GB" sz="1400" kern="1200" baseline="0" dirty="0" smtClean="0">
        <a:solidFill>
          <a:schemeClr val="tx1"/>
        </a:solidFill>
        <a:latin typeface="+mn-lt"/>
        <a:ea typeface="+mn-ea"/>
        <a:cs typeface="+mn-cs"/>
        <a:sym typeface="+mn-lt"/>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Nhu cầu MBO: các GTCG trên SNH có phát sinh quyền chọn</a:t>
            </a:r>
          </a:p>
        </p:txBody>
      </p:sp>
      <p:sp>
        <p:nvSpPr>
          <p:cNvPr id="4" name="Slide Number Placeholder 3"/>
          <p:cNvSpPr>
            <a:spLocks noGrp="1"/>
          </p:cNvSpPr>
          <p:nvPr>
            <p:ph type="sldNum" sz="quarter" idx="5"/>
          </p:nvPr>
        </p:nvSpPr>
        <p:spPr/>
        <p:txBody>
          <a:bodyPr/>
          <a:lstStyle/>
          <a:p>
            <a:fld id="{26BEA98B-8E54-4CD0-82BB-B61F2ACC55F5}" type="slidenum">
              <a:rPr lang="en-GB" smtClean="0"/>
              <a:pPr/>
              <a:t>4</a:t>
            </a:fld>
            <a:endParaRPr lang="en-GB"/>
          </a:p>
        </p:txBody>
      </p:sp>
    </p:spTree>
    <p:extLst>
      <p:ext uri="{BB962C8B-B14F-4D97-AF65-F5344CB8AC3E}">
        <p14:creationId xmlns:p14="http://schemas.microsoft.com/office/powerpoint/2010/main" val="13258911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 Id="rId4" Type="http://schemas.openxmlformats.org/officeDocument/2006/relationships/image" Target="../media/image8.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4" Type="http://schemas.openxmlformats.org/officeDocument/2006/relationships/image" Target="../media/image8.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6.xml"/><Relationship Id="rId4" Type="http://schemas.openxmlformats.org/officeDocument/2006/relationships/image" Target="../media/image8.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7.xml"/><Relationship Id="rId4" Type="http://schemas.openxmlformats.org/officeDocument/2006/relationships/image" Target="../media/image8.pn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rcRect t="1445" b="1713"/>
          <a:stretch>
            <a:fillRect/>
          </a:stretch>
        </p:blipFill>
        <p:spPr>
          <a:xfrm rot="16200000">
            <a:off x="3293232" y="677599"/>
            <a:ext cx="3125734" cy="8569194"/>
          </a:xfrm>
          <a:prstGeom prst="rect">
            <a:avLst/>
          </a:prstGeom>
        </p:spPr>
      </p:pic>
      <p:sp>
        <p:nvSpPr>
          <p:cNvPr id="2" name="DTP_Attribute"/>
          <p:cNvSpPr txBox="1"/>
          <p:nvPr/>
        </p:nvSpPr>
        <p:spPr bwMode="gray">
          <a:xfrm>
            <a:off x="903292" y="6459538"/>
            <a:ext cx="65" cy="132344"/>
          </a:xfrm>
          <a:prstGeom prst="rect">
            <a:avLst/>
          </a:prstGeom>
          <a:noFill/>
        </p:spPr>
        <p:txBody>
          <a:bodyPr vert="horz" wrap="none" lIns="0" tIns="0" rIns="0" bIns="0" rtlCol="0" anchor="b">
            <a:spAutoFit/>
          </a:bodyPr>
          <a:lstStyle/>
          <a:p>
            <a:pPr algn="l" fontAlgn="base">
              <a:lnSpc>
                <a:spcPct val="86000"/>
              </a:lnSpc>
              <a:spcBef>
                <a:spcPct val="0"/>
              </a:spcBef>
              <a:spcAft>
                <a:spcPct val="0"/>
              </a:spcAft>
            </a:pPr>
            <a:endParaRPr kumimoji="0" lang="it-IT" sz="1000" b="1" i="0" u="none" cap="all" baseline="0">
              <a:solidFill>
                <a:schemeClr val="accent3"/>
              </a:solidFill>
              <a:latin typeface="+mn-lt"/>
              <a:sym typeface="+mn-lt"/>
            </a:endParaRPr>
          </a:p>
        </p:txBody>
      </p:sp>
      <p:sp>
        <p:nvSpPr>
          <p:cNvPr id="5" name="Date"/>
          <p:cNvSpPr>
            <a:spLocks noGrp="1"/>
          </p:cNvSpPr>
          <p:nvPr>
            <p:ph type="body" sz="quarter" idx="11" hasCustomPrompt="1"/>
          </p:nvPr>
        </p:nvSpPr>
        <p:spPr bwMode="gray">
          <a:xfrm>
            <a:off x="571505" y="2232443"/>
            <a:ext cx="4055906" cy="276999"/>
          </a:xfrm>
        </p:spPr>
        <p:txBody>
          <a:bodyPr wrap="square" lIns="0" tIns="0" rIns="0" bIns="0">
            <a:spAutoFit/>
          </a:bodyPr>
          <a:lstStyle>
            <a:lvl1pPr marL="0" indent="0" fontAlgn="base">
              <a:lnSpc>
                <a:spcPct val="100000"/>
              </a:lnSpc>
              <a:spcBef>
                <a:spcPct val="0"/>
              </a:spcBef>
              <a:spcAft>
                <a:spcPct val="0"/>
              </a:spcAft>
              <a:buNone/>
              <a:defRPr sz="1800" cap="all" baseline="0">
                <a:solidFill>
                  <a:schemeClr val="tx1">
                    <a:lumMod val="50000"/>
                    <a:lumOff val="50000"/>
                  </a:schemeClr>
                </a:solidFill>
                <a:latin typeface="+mn-lt"/>
                <a:sym typeface="+mn-lt"/>
              </a:defRPr>
            </a:lvl1pPr>
          </a:lstStyle>
          <a:p>
            <a:pPr lvl="0"/>
            <a:r>
              <a:rPr lang="en-US"/>
              <a:t>DATE</a:t>
            </a:r>
          </a:p>
        </p:txBody>
      </p:sp>
      <p:sp>
        <p:nvSpPr>
          <p:cNvPr id="3" name="Title"/>
          <p:cNvSpPr>
            <a:spLocks noGrp="1"/>
          </p:cNvSpPr>
          <p:nvPr>
            <p:ph type="body" sz="quarter" idx="10" hasCustomPrompt="1"/>
          </p:nvPr>
        </p:nvSpPr>
        <p:spPr bwMode="gray">
          <a:xfrm>
            <a:off x="571501" y="1126733"/>
            <a:ext cx="8569324" cy="704232"/>
          </a:xfrm>
          <a:ln>
            <a:noFill/>
          </a:ln>
        </p:spPr>
        <p:txBody>
          <a:bodyPr wrap="square" lIns="0" tIns="0" rIns="0" bIns="0">
            <a:spAutoFit/>
          </a:bodyPr>
          <a:lstStyle>
            <a:lvl1pPr marL="0" indent="0" fontAlgn="base">
              <a:lnSpc>
                <a:spcPct val="88000"/>
              </a:lnSpc>
              <a:spcBef>
                <a:spcPts val="0"/>
              </a:spcBef>
              <a:spcAft>
                <a:spcPct val="0"/>
              </a:spcAft>
              <a:buNone/>
              <a:defRPr sz="2800" cap="all" baseline="0">
                <a:solidFill>
                  <a:srgbClr val="005024"/>
                </a:solidFill>
                <a:latin typeface="+mn-lt"/>
                <a:sym typeface="+mn-lt"/>
              </a:defRPr>
            </a:lvl1pPr>
            <a:lvl2pPr marL="0" indent="0" fontAlgn="base">
              <a:lnSpc>
                <a:spcPct val="88000"/>
              </a:lnSpc>
              <a:spcBef>
                <a:spcPts val="0"/>
              </a:spcBef>
              <a:spcAft>
                <a:spcPct val="0"/>
              </a:spcAft>
              <a:buNone/>
              <a:defRPr sz="2400" cap="all" baseline="0">
                <a:solidFill>
                  <a:schemeClr val="tx1">
                    <a:lumMod val="50000"/>
                    <a:lumOff val="50000"/>
                  </a:schemeClr>
                </a:solidFill>
                <a:latin typeface="+mn-lt"/>
                <a:sym typeface="+mn-lt"/>
              </a:defRPr>
            </a:lvl2pPr>
          </a:lstStyle>
          <a:p>
            <a:pPr lvl="0"/>
            <a:r>
              <a:rPr lang="en-US"/>
              <a:t>TITLE</a:t>
            </a:r>
          </a:p>
          <a:p>
            <a:pPr lvl="1"/>
            <a:r>
              <a:rPr lang="en-US"/>
              <a:t>SUBTITLE</a:t>
            </a:r>
          </a:p>
        </p:txBody>
      </p:sp>
      <p:pic>
        <p:nvPicPr>
          <p:cNvPr id="10" name="Picture 9"/>
          <p:cNvPicPr>
            <a:picLocks noChangeAspect="1"/>
          </p:cNvPicPr>
          <p:nvPr userDrawn="1"/>
        </p:nvPicPr>
        <p:blipFill>
          <a:blip r:embed="rId3"/>
          <a:stretch>
            <a:fillRect/>
          </a:stretch>
        </p:blipFill>
        <p:spPr>
          <a:xfrm>
            <a:off x="571505" y="66683"/>
            <a:ext cx="1632711" cy="707217"/>
          </a:xfrm>
          <a:prstGeom prst="rect">
            <a:avLst/>
          </a:prstGeom>
        </p:spPr>
      </p:pic>
      <p:sp>
        <p:nvSpPr>
          <p:cNvPr id="24" name="DTP_Copyright"/>
          <p:cNvSpPr txBox="1">
            <a:spLocks noChangeArrowheads="1"/>
          </p:cNvSpPr>
          <p:nvPr userDrawn="1"/>
        </p:nvSpPr>
        <p:spPr bwMode="gray">
          <a:xfrm>
            <a:off x="8197725" y="6226037"/>
            <a:ext cx="833562" cy="10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algn="l">
              <a:defRPr>
                <a:solidFill>
                  <a:schemeClr val="tx1"/>
                </a:solidFill>
                <a:latin typeface="Arial" charset="0"/>
              </a:defRPr>
            </a:lvl1pPr>
            <a:lvl2pPr marL="742950" indent="-285750" algn="l">
              <a:defRPr>
                <a:solidFill>
                  <a:schemeClr val="tx1"/>
                </a:solidFill>
                <a:latin typeface="Arial" charset="0"/>
              </a:defRPr>
            </a:lvl2pPr>
            <a:lvl3pPr marL="1143000" indent="-228600" algn="l">
              <a:defRPr>
                <a:solidFill>
                  <a:schemeClr val="tx1"/>
                </a:solidFill>
                <a:latin typeface="Arial" charset="0"/>
              </a:defRPr>
            </a:lvl3pPr>
            <a:lvl4pPr marL="1600200" indent="-228600" algn="l">
              <a:defRPr>
                <a:solidFill>
                  <a:schemeClr val="tx1"/>
                </a:solidFill>
                <a:latin typeface="Arial" charset="0"/>
              </a:defRPr>
            </a:lvl4pPr>
            <a:lvl5pPr marL="2057400" indent="-228600" algn="l">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fontAlgn="base">
              <a:lnSpc>
                <a:spcPct val="100000"/>
              </a:lnSpc>
              <a:spcBef>
                <a:spcPct val="0"/>
              </a:spcBef>
              <a:spcAft>
                <a:spcPct val="0"/>
              </a:spcAft>
            </a:pPr>
            <a:r>
              <a:rPr lang="en-US" sz="700" kern="1200">
                <a:solidFill>
                  <a:schemeClr val="tx1">
                    <a:lumMod val="50000"/>
                    <a:lumOff val="50000"/>
                  </a:schemeClr>
                </a:solidFill>
                <a:latin typeface="Arial" charset="0"/>
                <a:ea typeface="+mn-ea"/>
                <a:cs typeface="+mn-cs"/>
                <a:sym typeface="+mn-lt"/>
              </a:rPr>
              <a:t>© </a:t>
            </a:r>
            <a:r>
              <a:rPr lang="en-US" sz="700" kern="1200" err="1">
                <a:solidFill>
                  <a:schemeClr val="tx1">
                    <a:lumMod val="50000"/>
                    <a:lumOff val="50000"/>
                  </a:schemeClr>
                </a:solidFill>
                <a:latin typeface="Arial" charset="0"/>
                <a:ea typeface="+mn-ea"/>
                <a:cs typeface="+mn-cs"/>
                <a:sym typeface="+mn-lt"/>
              </a:rPr>
              <a:t>Vietcombank</a:t>
            </a:r>
            <a:r>
              <a:rPr lang="en-US" sz="700" kern="1200">
                <a:solidFill>
                  <a:schemeClr val="tx1">
                    <a:lumMod val="50000"/>
                    <a:lumOff val="50000"/>
                  </a:schemeClr>
                </a:solidFill>
                <a:latin typeface="Arial" charset="0"/>
                <a:ea typeface="+mn-ea"/>
                <a:cs typeface="+mn-cs"/>
                <a:sym typeface="+mn-lt"/>
              </a:rPr>
              <a:t> 2026</a:t>
            </a:r>
          </a:p>
        </p:txBody>
      </p:sp>
      <p:sp>
        <p:nvSpPr>
          <p:cNvPr id="25" name="Rectangle 24"/>
          <p:cNvSpPr/>
          <p:nvPr userDrawn="1"/>
        </p:nvSpPr>
        <p:spPr>
          <a:xfrm>
            <a:off x="619128" y="6166115"/>
            <a:ext cx="1245854" cy="224677"/>
          </a:xfrm>
          <a:prstGeom prst="rect">
            <a:avLst/>
          </a:prstGeom>
        </p:spPr>
        <p:txBody>
          <a:bodyPr wrap="none">
            <a:spAutoFit/>
          </a:bodyPr>
          <a:lstStyle/>
          <a:p>
            <a:pPr algn="l"/>
            <a:r>
              <a:rPr lang="en-GB" b="1">
                <a:solidFill>
                  <a:schemeClr val="bg1"/>
                </a:solidFill>
              </a:rPr>
              <a:t>HANOI, VIETNAM</a:t>
            </a: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02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6073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cNvSpPr>
            <a:spLocks noGrp="1"/>
          </p:cNvSpPr>
          <p:nvPr>
            <p:ph idx="1"/>
          </p:nvPr>
        </p:nvSpPr>
        <p:spPr bwMode="gray">
          <a:xfrm>
            <a:off x="457204" y="1400400"/>
            <a:ext cx="8686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dirty="0" smtClean="0">
                <a:latin typeface="+mn-lt"/>
                <a:ea typeface="+mn-ea"/>
                <a:sym typeface="+mn-lt"/>
              </a:defRPr>
            </a:lvl1pPr>
            <a:lvl2pPr fontAlgn="base">
              <a:lnSpc>
                <a:spcPct val="100000"/>
              </a:lnSpc>
              <a:spcAft>
                <a:spcPts val="0"/>
              </a:spcAft>
              <a:defRPr lang="en-US" dirty="0" smtClean="0">
                <a:latin typeface="+mn-lt"/>
                <a:ea typeface="+mn-ea"/>
                <a:sym typeface="+mn-lt"/>
              </a:defRPr>
            </a:lvl2pPr>
            <a:lvl3pPr fontAlgn="base">
              <a:lnSpc>
                <a:spcPct val="100000"/>
              </a:lnSpc>
              <a:spcAft>
                <a:spcPts val="0"/>
              </a:spcAft>
              <a:defRPr lang="en-US" dirty="0" smtClean="0">
                <a:latin typeface="+mn-lt"/>
                <a:ea typeface="+mn-ea"/>
                <a:sym typeface="+mn-lt"/>
              </a:defRPr>
            </a:lvl3pPr>
            <a:lvl4pPr fontAlgn="base">
              <a:lnSpc>
                <a:spcPct val="100000"/>
              </a:lnSpc>
              <a:spcAft>
                <a:spcPts val="0"/>
              </a:spcAft>
              <a:defRPr lang="en-US" dirty="0" smtClean="0">
                <a:latin typeface="+mn-lt"/>
                <a:ea typeface="+mn-ea"/>
                <a:sym typeface="+mn-lt"/>
              </a:defRPr>
            </a:lvl4pPr>
            <a:lvl5pPr fontAlgn="base">
              <a:lnSpc>
                <a:spcPct val="100000"/>
              </a:lnSpc>
              <a:spcAft>
                <a:spcPts val="0"/>
              </a:spcAft>
              <a:defRPr lang="en-GB" dirty="0" smtClean="0">
                <a:latin typeface="+mn-lt"/>
                <a:ea typeface="+mn-ea"/>
                <a:sym typeface="+mn-lt"/>
              </a:defRPr>
            </a:lvl5pPr>
            <a:lvl6pPr fontAlgn="base">
              <a:lnSpc>
                <a:spcPct val="100000"/>
              </a:lnSpc>
              <a:spcAft>
                <a:spcPts val="0"/>
              </a:spcAft>
              <a:defRPr/>
            </a:lvl6pPr>
            <a:lvl7pPr fontAlgn="base">
              <a:lnSpc>
                <a:spcPct val="100000"/>
              </a:lnSpc>
              <a:spcAft>
                <a:spcPts val="0"/>
              </a:spcAft>
              <a:defRPr/>
            </a:lvl7pPr>
            <a:lvl8pPr fontAlgn="base">
              <a:lnSpc>
                <a:spcPct val="100000"/>
              </a:lnSpc>
              <a:spcAft>
                <a:spcPts val="0"/>
              </a:spcAft>
              <a:defRPr/>
            </a:lvl8pPr>
            <a:lvl9pPr fontAlgn="base">
              <a:lnSpc>
                <a:spcPct val="100000"/>
              </a:lnSpc>
              <a:spcAft>
                <a:spcPts val="0"/>
              </a:spcAft>
              <a:defRPr/>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815204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p:spTree>
      <p:nvGrpSpPr>
        <p:cNvPr id="1" name=""/>
        <p:cNvGrpSpPr/>
        <p:nvPr/>
      </p:nvGrpSpPr>
      <p:grpSpPr>
        <a:xfrm>
          <a:off x="0" y="0"/>
          <a:ext cx="0" cy="0"/>
          <a:chOff x="0" y="0"/>
          <a:chExt cx="0" cy="0"/>
        </a:xfrm>
      </p:grpSpPr>
      <p:sp>
        <p:nvSpPr>
          <p:cNvPr id="8" name="Heading"/>
          <p:cNvSpPr>
            <a:spLocks noGrp="1"/>
          </p:cNvSpPr>
          <p:nvPr>
            <p:ph type="body" sz="quarter" idx="15" hasCustomPrompt="1"/>
          </p:nvPr>
        </p:nvSpPr>
        <p:spPr bwMode="gray">
          <a:xfrm>
            <a:off x="457204" y="1400400"/>
            <a:ext cx="8686800" cy="369332"/>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a:t>
            </a:r>
            <a:r>
              <a:rPr lang="pl-PL"/>
              <a:t>2</a:t>
            </a:r>
            <a:r>
              <a:rPr lang="en-US"/>
              <a:t> </a:t>
            </a:r>
            <a:r>
              <a:rPr lang="en-US" err="1"/>
              <a:t>pt</a:t>
            </a:r>
            <a:endParaRPr lang="en-US"/>
          </a:p>
          <a:p>
            <a:pPr lvl="1"/>
            <a:r>
              <a:rPr lang="en-US"/>
              <a:t>Subheading 1</a:t>
            </a:r>
            <a:r>
              <a:rPr lang="pl-PL"/>
              <a:t>2</a:t>
            </a:r>
            <a:r>
              <a:rPr lang="en-US"/>
              <a:t> </a:t>
            </a:r>
            <a:r>
              <a:rPr lang="en-US" err="1"/>
              <a:t>pt</a:t>
            </a:r>
            <a:endParaRPr lang="en-US"/>
          </a:p>
        </p:txBody>
      </p:sp>
      <p:sp>
        <p:nvSpPr>
          <p:cNvPr id="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70628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with heading">
    <p:spTree>
      <p:nvGrpSpPr>
        <p:cNvPr id="1" name=""/>
        <p:cNvGrpSpPr/>
        <p:nvPr/>
      </p:nvGrpSpPr>
      <p:grpSpPr>
        <a:xfrm>
          <a:off x="0" y="0"/>
          <a:ext cx="0" cy="0"/>
          <a:chOff x="0" y="0"/>
          <a:chExt cx="0" cy="0"/>
        </a:xfrm>
      </p:grpSpPr>
      <p:sp>
        <p:nvSpPr>
          <p:cNvPr id="3" name="Content"/>
          <p:cNvSpPr>
            <a:spLocks noGrp="1"/>
          </p:cNvSpPr>
          <p:nvPr>
            <p:ph idx="1"/>
          </p:nvPr>
        </p:nvSpPr>
        <p:spPr bwMode="gray">
          <a:xfrm>
            <a:off x="457204" y="1886400"/>
            <a:ext cx="8686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dirty="0" smtClean="0">
                <a:latin typeface="+mn-lt"/>
                <a:ea typeface="+mn-ea"/>
                <a:sym typeface="+mn-lt"/>
              </a:defRPr>
            </a:lvl1pPr>
            <a:lvl2pPr fontAlgn="base">
              <a:lnSpc>
                <a:spcPct val="100000"/>
              </a:lnSpc>
              <a:spcAft>
                <a:spcPts val="0"/>
              </a:spcAft>
              <a:defRPr lang="en-US" dirty="0" smtClean="0">
                <a:latin typeface="+mn-lt"/>
                <a:ea typeface="+mn-ea"/>
                <a:sym typeface="+mn-lt"/>
              </a:defRPr>
            </a:lvl2pPr>
            <a:lvl3pPr fontAlgn="base">
              <a:lnSpc>
                <a:spcPct val="100000"/>
              </a:lnSpc>
              <a:spcAft>
                <a:spcPts val="0"/>
              </a:spcAft>
              <a:defRPr lang="en-US" dirty="0" smtClean="0">
                <a:latin typeface="+mn-lt"/>
                <a:ea typeface="+mn-ea"/>
                <a:sym typeface="+mn-lt"/>
              </a:defRPr>
            </a:lvl3pPr>
            <a:lvl4pPr fontAlgn="base">
              <a:lnSpc>
                <a:spcPct val="100000"/>
              </a:lnSpc>
              <a:spcAft>
                <a:spcPts val="0"/>
              </a:spcAft>
              <a:defRPr lang="en-US" dirty="0" smtClean="0">
                <a:latin typeface="+mn-lt"/>
                <a:ea typeface="+mn-ea"/>
                <a:sym typeface="+mn-lt"/>
              </a:defRPr>
            </a:lvl4pPr>
            <a:lvl5pPr fontAlgn="base">
              <a:lnSpc>
                <a:spcPct val="100000"/>
              </a:lnSpc>
              <a:spcAft>
                <a:spcPts val="0"/>
              </a:spcAft>
              <a:defRPr lang="en-GB" dirty="0" smtClean="0">
                <a:latin typeface="+mn-lt"/>
                <a:ea typeface="+mn-ea"/>
                <a:sym typeface="+mn-lt"/>
              </a:defRPr>
            </a:lvl5pPr>
            <a:lvl6pPr fontAlgn="base">
              <a:lnSpc>
                <a:spcPct val="100000"/>
              </a:lnSpc>
              <a:spcAft>
                <a:spcPts val="0"/>
              </a:spcAft>
              <a:defRPr/>
            </a:lvl6pPr>
            <a:lvl7pPr fontAlgn="base">
              <a:lnSpc>
                <a:spcPct val="100000"/>
              </a:lnSpc>
              <a:spcAft>
                <a:spcPts val="0"/>
              </a:spcAft>
              <a:defRPr/>
            </a:lvl7pPr>
            <a:lvl8pPr fontAlgn="base">
              <a:lnSpc>
                <a:spcPct val="100000"/>
              </a:lnSpc>
              <a:spcAft>
                <a:spcPts val="0"/>
              </a:spcAft>
              <a:defRPr/>
            </a:lvl8pPr>
            <a:lvl9pPr fontAlgn="base">
              <a:lnSpc>
                <a:spcPct val="100000"/>
              </a:lnSpc>
              <a:spcAft>
                <a:spcPts val="0"/>
              </a:spcAft>
              <a:defRPr/>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Heading "/>
          <p:cNvSpPr>
            <a:spLocks noGrp="1"/>
          </p:cNvSpPr>
          <p:nvPr>
            <p:ph type="body" sz="quarter" idx="15" hasCustomPrompt="1"/>
          </p:nvPr>
        </p:nvSpPr>
        <p:spPr bwMode="gray">
          <a:xfrm>
            <a:off x="457204" y="1400400"/>
            <a:ext cx="8686800" cy="431800"/>
          </a:xfrm>
        </p:spPr>
        <p:txBody>
          <a:bodyPr lIns="0" tIns="0" rIns="0" bIns="0">
            <a:spAutoFit/>
          </a:bodyPr>
          <a:lstStyle>
            <a:lvl1pPr marL="0" indent="0" fontAlgn="base">
              <a:lnSpc>
                <a:spcPct val="100000"/>
              </a:lnSpc>
              <a:spcBef>
                <a:spcPts val="0"/>
              </a:spcBef>
              <a:spcAft>
                <a:spcPct val="0"/>
              </a:spcAft>
              <a:buNone/>
              <a:defRPr sz="1400" b="1">
                <a:solidFill>
                  <a:schemeClr val="tx1"/>
                </a:solidFill>
                <a:latin typeface="+mn-lt"/>
                <a:sym typeface="+mn-lt"/>
              </a:defRPr>
            </a:lvl1pPr>
            <a:lvl2pPr marL="0" indent="0" fontAlgn="base">
              <a:lnSpc>
                <a:spcPct val="100000"/>
              </a:lnSpc>
              <a:spcBef>
                <a:spcPts val="0"/>
              </a:spcBef>
              <a:spcAft>
                <a:spcPct val="0"/>
              </a:spcAft>
              <a:buNone/>
              <a:defRPr sz="14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14 </a:t>
            </a:r>
            <a:r>
              <a:rPr lang="en-US" err="1"/>
              <a:t>pt</a:t>
            </a:r>
            <a:endParaRPr lang="en-US"/>
          </a:p>
          <a:p>
            <a:pPr lvl="1"/>
            <a:r>
              <a:rPr lang="en-US"/>
              <a:t>Subheading 14 </a:t>
            </a:r>
            <a:r>
              <a:rPr lang="en-US" err="1"/>
              <a:t>pt</a:t>
            </a:r>
            <a:endParaRPr lang="en-US"/>
          </a:p>
        </p:txBody>
      </p:sp>
      <p:sp>
        <p:nvSpPr>
          <p:cNvPr id="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500123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2 Content with heading">
    <p:spTree>
      <p:nvGrpSpPr>
        <p:cNvPr id="1" name=""/>
        <p:cNvGrpSpPr/>
        <p:nvPr/>
      </p:nvGrpSpPr>
      <p:grpSpPr>
        <a:xfrm>
          <a:off x="0" y="0"/>
          <a:ext cx="0" cy="0"/>
          <a:chOff x="0" y="0"/>
          <a:chExt cx="0" cy="0"/>
        </a:xfrm>
      </p:grpSpPr>
      <p:sp>
        <p:nvSpPr>
          <p:cNvPr id="8" name="Content Bottom"/>
          <p:cNvSpPr>
            <a:spLocks noGrp="1"/>
          </p:cNvSpPr>
          <p:nvPr>
            <p:ph idx="21"/>
          </p:nvPr>
        </p:nvSpPr>
        <p:spPr bwMode="gray">
          <a:xfrm>
            <a:off x="457204" y="4489257"/>
            <a:ext cx="8686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Heading Bottom"/>
          <p:cNvSpPr>
            <a:spLocks noGrp="1"/>
          </p:cNvSpPr>
          <p:nvPr>
            <p:ph type="body" sz="quarter" idx="22" hasCustomPrompt="1"/>
          </p:nvPr>
        </p:nvSpPr>
        <p:spPr bwMode="gray">
          <a:xfrm>
            <a:off x="457204" y="4003257"/>
            <a:ext cx="8686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4" name="Content Top"/>
          <p:cNvSpPr>
            <a:spLocks noGrp="1"/>
          </p:cNvSpPr>
          <p:nvPr>
            <p:ph idx="1"/>
          </p:nvPr>
        </p:nvSpPr>
        <p:spPr bwMode="gray">
          <a:xfrm>
            <a:off x="457204" y="1886400"/>
            <a:ext cx="8686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6" name="Heading Top"/>
          <p:cNvSpPr>
            <a:spLocks noGrp="1"/>
          </p:cNvSpPr>
          <p:nvPr>
            <p:ph type="body" sz="quarter" idx="15" hasCustomPrompt="1"/>
          </p:nvPr>
        </p:nvSpPr>
        <p:spPr bwMode="gray">
          <a:xfrm>
            <a:off x="457204" y="1400400"/>
            <a:ext cx="8686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607944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p:spTree>
      <p:nvGrpSpPr>
        <p:cNvPr id="1" name=""/>
        <p:cNvGrpSpPr/>
        <p:nvPr/>
      </p:nvGrpSpPr>
      <p:grpSpPr>
        <a:xfrm>
          <a:off x="0" y="0"/>
          <a:ext cx="0" cy="0"/>
          <a:chOff x="0" y="0"/>
          <a:chExt cx="0" cy="0"/>
        </a:xfrm>
      </p:grpSpPr>
      <p:sp>
        <p:nvSpPr>
          <p:cNvPr id="13" name="SectionTitle"/>
          <p:cNvSpPr>
            <a:spLocks noGrp="1"/>
          </p:cNvSpPr>
          <p:nvPr>
            <p:ph type="body" sz="quarter" idx="11" hasCustomPrompt="1"/>
          </p:nvPr>
        </p:nvSpPr>
        <p:spPr bwMode="gray">
          <a:xfrm>
            <a:off x="3034150" y="2934396"/>
            <a:ext cx="6106679" cy="1007181"/>
          </a:xfrm>
          <a:blipFill dpi="0" rotWithShape="1">
            <a:blip r:embed="rId2"/>
            <a:srcRect/>
            <a:stretch>
              <a:fillRect/>
            </a:stretch>
          </a:blipFill>
          <a:ln>
            <a:noFill/>
          </a:ln>
          <a:effectLst/>
        </p:spPr>
        <p:txBody>
          <a:bodyPr vert="horz" wrap="square" lIns="144000" tIns="72000" rIns="0" bIns="72000" numCol="1" anchor="t" anchorCtr="0" compatLnSpc="1">
            <a:prstTxWarp prst="textNoShape">
              <a:avLst/>
            </a:prstTxWarp>
            <a:spAutoFit/>
          </a:bodyPr>
          <a:lstStyle>
            <a:lvl1pPr marL="0" indent="0" algn="l" fontAlgn="base">
              <a:lnSpc>
                <a:spcPct val="100000"/>
              </a:lnSpc>
              <a:spcBef>
                <a:spcPts val="0"/>
              </a:spcBef>
              <a:spcAft>
                <a:spcPct val="0"/>
              </a:spcAft>
              <a:buNone/>
              <a:defRPr lang="en-US" sz="2800" kern="0" baseline="0" dirty="0" smtClean="0">
                <a:solidFill>
                  <a:srgbClr val="005024"/>
                </a:solidFill>
                <a:latin typeface="+mn-lt"/>
                <a:sym typeface="+mn-lt"/>
              </a:defRPr>
            </a:lvl1pPr>
            <a:lvl2pPr marL="457200" indent="-457200" algn="l">
              <a:buNone/>
              <a:defRPr lang="en-US" sz="2800" kern="1200" dirty="0" smtClean="0">
                <a:solidFill>
                  <a:schemeClr val="accent1"/>
                </a:solidFill>
                <a:ea typeface="+mn-ea"/>
              </a:defRPr>
            </a:lvl2pPr>
          </a:lstStyle>
          <a:p>
            <a:pPr marL="0" lvl="0" indent="0">
              <a:lnSpc>
                <a:spcPct val="100000"/>
              </a:lnSpc>
              <a:spcBef>
                <a:spcPts val="0"/>
              </a:spcBef>
            </a:pPr>
            <a:r>
              <a:rPr lang="en-US"/>
              <a:t>Click to add text</a:t>
            </a:r>
          </a:p>
          <a:p>
            <a:pPr marL="0" lvl="0" indent="0">
              <a:lnSpc>
                <a:spcPct val="100000"/>
              </a:lnSpc>
              <a:spcBef>
                <a:spcPts val="0"/>
              </a:spcBef>
            </a:pPr>
            <a:endParaRPr lang="en-US"/>
          </a:p>
        </p:txBody>
      </p:sp>
      <p:sp>
        <p:nvSpPr>
          <p:cNvPr id="15" name="SectionNumber"/>
          <p:cNvSpPr>
            <a:spLocks noGrp="1"/>
          </p:cNvSpPr>
          <p:nvPr>
            <p:ph type="body" sz="quarter" idx="12" hasCustomPrompt="1"/>
          </p:nvPr>
        </p:nvSpPr>
        <p:spPr bwMode="gray">
          <a:xfrm>
            <a:off x="457200" y="2934392"/>
            <a:ext cx="2422179" cy="1008000"/>
          </a:xfrm>
        </p:spPr>
        <p:txBody>
          <a:bodyPr lIns="0" tIns="72000" rIns="0" bIns="72000"/>
          <a:lstStyle>
            <a:lvl1pPr marL="0" indent="0" algn="r" fontAlgn="base">
              <a:lnSpc>
                <a:spcPct val="100000"/>
              </a:lnSpc>
              <a:spcBef>
                <a:spcPct val="0"/>
              </a:spcBef>
              <a:spcAft>
                <a:spcPct val="0"/>
              </a:spcAft>
              <a:buNone/>
              <a:defRPr sz="2800">
                <a:solidFill>
                  <a:schemeClr val="tx1">
                    <a:lumMod val="50000"/>
                    <a:lumOff val="50000"/>
                  </a:schemeClr>
                </a:solidFill>
                <a:latin typeface="+mn-lt"/>
                <a:sym typeface="+mn-lt"/>
              </a:defRPr>
            </a:lvl1pPr>
          </a:lstStyle>
          <a:p>
            <a:pPr lvl="0"/>
            <a:r>
              <a:rPr lang="en-US"/>
              <a:t>Section #</a:t>
            </a:r>
          </a:p>
        </p:txBody>
      </p:sp>
    </p:spTree>
    <p:extLst>
      <p:ext uri="{BB962C8B-B14F-4D97-AF65-F5344CB8AC3E}">
        <p14:creationId xmlns:p14="http://schemas.microsoft.com/office/powerpoint/2010/main" val="849338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6" name="Content Right"/>
          <p:cNvSpPr>
            <a:spLocks noGrp="1"/>
          </p:cNvSpPr>
          <p:nvPr>
            <p:ph idx="11"/>
          </p:nvPr>
        </p:nvSpPr>
        <p:spPr bwMode="gray">
          <a:xfrm>
            <a:off x="5029200" y="1400400"/>
            <a:ext cx="4114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5" name="Content Left"/>
          <p:cNvSpPr>
            <a:spLocks noGrp="1"/>
          </p:cNvSpPr>
          <p:nvPr>
            <p:ph idx="1"/>
          </p:nvPr>
        </p:nvSpPr>
        <p:spPr bwMode="gray">
          <a:xfrm>
            <a:off x="457200" y="1400400"/>
            <a:ext cx="4114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69925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s with heading">
    <p:spTree>
      <p:nvGrpSpPr>
        <p:cNvPr id="1" name=""/>
        <p:cNvGrpSpPr/>
        <p:nvPr/>
      </p:nvGrpSpPr>
      <p:grpSpPr>
        <a:xfrm>
          <a:off x="0" y="0"/>
          <a:ext cx="0" cy="0"/>
          <a:chOff x="0" y="0"/>
          <a:chExt cx="0" cy="0"/>
        </a:xfrm>
      </p:grpSpPr>
      <p:sp>
        <p:nvSpPr>
          <p:cNvPr id="16" name="Content Right"/>
          <p:cNvSpPr>
            <a:spLocks noGrp="1"/>
          </p:cNvSpPr>
          <p:nvPr>
            <p:ph idx="11"/>
          </p:nvPr>
        </p:nvSpPr>
        <p:spPr bwMode="gray">
          <a:xfrm>
            <a:off x="5029200" y="1886400"/>
            <a:ext cx="4114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5" name="Content Left"/>
          <p:cNvSpPr>
            <a:spLocks noGrp="1"/>
          </p:cNvSpPr>
          <p:nvPr>
            <p:ph idx="1"/>
          </p:nvPr>
        </p:nvSpPr>
        <p:spPr bwMode="gray">
          <a:xfrm>
            <a:off x="457200" y="1886400"/>
            <a:ext cx="4114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4" name="Heading Right"/>
          <p:cNvSpPr>
            <a:spLocks noGrp="1"/>
          </p:cNvSpPr>
          <p:nvPr>
            <p:ph type="body" sz="quarter" idx="16" hasCustomPrompt="1"/>
          </p:nvPr>
        </p:nvSpPr>
        <p:spPr bwMode="gray">
          <a:xfrm>
            <a:off x="5029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3" name="Heading Left"/>
          <p:cNvSpPr>
            <a:spLocks noGrp="1"/>
          </p:cNvSpPr>
          <p:nvPr>
            <p:ph type="body" sz="quarter" idx="15" hasCustomPrompt="1"/>
          </p:nvPr>
        </p:nvSpPr>
        <p:spPr bwMode="gray">
          <a:xfrm>
            <a:off x="457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643489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headings">
    <p:spTree>
      <p:nvGrpSpPr>
        <p:cNvPr id="1" name=""/>
        <p:cNvGrpSpPr/>
        <p:nvPr/>
      </p:nvGrpSpPr>
      <p:grpSpPr>
        <a:xfrm>
          <a:off x="0" y="0"/>
          <a:ext cx="0" cy="0"/>
          <a:chOff x="0" y="0"/>
          <a:chExt cx="0" cy="0"/>
        </a:xfrm>
      </p:grpSpPr>
      <p:sp>
        <p:nvSpPr>
          <p:cNvPr id="14" name="Heading Right"/>
          <p:cNvSpPr>
            <a:spLocks noGrp="1"/>
          </p:cNvSpPr>
          <p:nvPr>
            <p:ph type="body" sz="quarter" idx="16" hasCustomPrompt="1"/>
          </p:nvPr>
        </p:nvSpPr>
        <p:spPr bwMode="gray">
          <a:xfrm>
            <a:off x="5029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3" name="Heading Left"/>
          <p:cNvSpPr>
            <a:spLocks noGrp="1"/>
          </p:cNvSpPr>
          <p:nvPr>
            <p:ph type="body" sz="quarter" idx="15" hasCustomPrompt="1"/>
          </p:nvPr>
        </p:nvSpPr>
        <p:spPr bwMode="gray">
          <a:xfrm>
            <a:off x="457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568641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 textboxes">
    <p:spTree>
      <p:nvGrpSpPr>
        <p:cNvPr id="1" name=""/>
        <p:cNvGrpSpPr/>
        <p:nvPr/>
      </p:nvGrpSpPr>
      <p:grpSpPr>
        <a:xfrm>
          <a:off x="0" y="0"/>
          <a:ext cx="0" cy="0"/>
          <a:chOff x="0" y="0"/>
          <a:chExt cx="0" cy="0"/>
        </a:xfrm>
      </p:grpSpPr>
      <p:sp>
        <p:nvSpPr>
          <p:cNvPr id="6" name="Content Right Bottom"/>
          <p:cNvSpPr>
            <a:spLocks noGrp="1"/>
          </p:cNvSpPr>
          <p:nvPr>
            <p:ph idx="27"/>
          </p:nvPr>
        </p:nvSpPr>
        <p:spPr bwMode="gray">
          <a:xfrm>
            <a:off x="5029200" y="40032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4" name="Content Left Bottom"/>
          <p:cNvSpPr>
            <a:spLocks noGrp="1"/>
          </p:cNvSpPr>
          <p:nvPr>
            <p:ph idx="28"/>
          </p:nvPr>
        </p:nvSpPr>
        <p:spPr bwMode="gray">
          <a:xfrm>
            <a:off x="457200" y="40032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Content Right Top"/>
          <p:cNvSpPr>
            <a:spLocks noGrp="1"/>
          </p:cNvSpPr>
          <p:nvPr>
            <p:ph idx="26"/>
          </p:nvPr>
        </p:nvSpPr>
        <p:spPr bwMode="gray">
          <a:xfrm>
            <a:off x="5029200" y="14004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Content Left Top"/>
          <p:cNvSpPr>
            <a:spLocks noGrp="1"/>
          </p:cNvSpPr>
          <p:nvPr>
            <p:ph idx="1"/>
          </p:nvPr>
        </p:nvSpPr>
        <p:spPr bwMode="gray">
          <a:xfrm>
            <a:off x="457200" y="14004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40494254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textboxes with heading">
    <p:spTree>
      <p:nvGrpSpPr>
        <p:cNvPr id="1" name=""/>
        <p:cNvGrpSpPr/>
        <p:nvPr/>
      </p:nvGrpSpPr>
      <p:grpSpPr>
        <a:xfrm>
          <a:off x="0" y="0"/>
          <a:ext cx="0" cy="0"/>
          <a:chOff x="0" y="0"/>
          <a:chExt cx="0" cy="0"/>
        </a:xfrm>
      </p:grpSpPr>
      <p:sp>
        <p:nvSpPr>
          <p:cNvPr id="6" name="Content Right Bottom"/>
          <p:cNvSpPr>
            <a:spLocks noGrp="1"/>
          </p:cNvSpPr>
          <p:nvPr>
            <p:ph idx="30"/>
          </p:nvPr>
        </p:nvSpPr>
        <p:spPr bwMode="gray">
          <a:xfrm>
            <a:off x="5029200" y="44892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4" name="Content Left Bottom"/>
          <p:cNvSpPr>
            <a:spLocks noGrp="1"/>
          </p:cNvSpPr>
          <p:nvPr>
            <p:ph idx="31"/>
          </p:nvPr>
        </p:nvSpPr>
        <p:spPr bwMode="gray">
          <a:xfrm>
            <a:off x="457200" y="44892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2" name="Heading Right Bottom"/>
          <p:cNvSpPr>
            <a:spLocks noGrp="1"/>
          </p:cNvSpPr>
          <p:nvPr>
            <p:ph type="body" sz="quarter" idx="18" hasCustomPrompt="1"/>
          </p:nvPr>
        </p:nvSpPr>
        <p:spPr bwMode="gray">
          <a:xfrm>
            <a:off x="5029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3" name="Heading Left Bottom"/>
          <p:cNvSpPr>
            <a:spLocks noGrp="1"/>
          </p:cNvSpPr>
          <p:nvPr>
            <p:ph type="body" sz="quarter" idx="20" hasCustomPrompt="1"/>
          </p:nvPr>
        </p:nvSpPr>
        <p:spPr bwMode="gray">
          <a:xfrm>
            <a:off x="457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8" name="Content Right Top"/>
          <p:cNvSpPr>
            <a:spLocks noGrp="1"/>
          </p:cNvSpPr>
          <p:nvPr>
            <p:ph idx="29"/>
          </p:nvPr>
        </p:nvSpPr>
        <p:spPr bwMode="gray">
          <a:xfrm>
            <a:off x="5029200" y="18864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Content Left Top"/>
          <p:cNvSpPr>
            <a:spLocks noGrp="1"/>
          </p:cNvSpPr>
          <p:nvPr>
            <p:ph idx="1"/>
          </p:nvPr>
        </p:nvSpPr>
        <p:spPr bwMode="gray">
          <a:xfrm>
            <a:off x="457200" y="18864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1" name="Heading Right Top"/>
          <p:cNvSpPr>
            <a:spLocks noGrp="1"/>
          </p:cNvSpPr>
          <p:nvPr>
            <p:ph type="body" sz="quarter" idx="16" hasCustomPrompt="1"/>
          </p:nvPr>
        </p:nvSpPr>
        <p:spPr bwMode="gray">
          <a:xfrm>
            <a:off x="5029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0" name="Heading Left Top"/>
          <p:cNvSpPr>
            <a:spLocks noGrp="1"/>
          </p:cNvSpPr>
          <p:nvPr>
            <p:ph type="body" sz="quarter" idx="15" hasCustomPrompt="1"/>
          </p:nvPr>
        </p:nvSpPr>
        <p:spPr bwMode="gray">
          <a:xfrm>
            <a:off x="457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9818020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headings">
    <p:spTree>
      <p:nvGrpSpPr>
        <p:cNvPr id="1" name=""/>
        <p:cNvGrpSpPr/>
        <p:nvPr/>
      </p:nvGrpSpPr>
      <p:grpSpPr>
        <a:xfrm>
          <a:off x="0" y="0"/>
          <a:ext cx="0" cy="0"/>
          <a:chOff x="0" y="0"/>
          <a:chExt cx="0" cy="0"/>
        </a:xfrm>
      </p:grpSpPr>
      <p:sp>
        <p:nvSpPr>
          <p:cNvPr id="24" name="Heading Right Bottom"/>
          <p:cNvSpPr>
            <a:spLocks noGrp="1"/>
          </p:cNvSpPr>
          <p:nvPr>
            <p:ph type="body" sz="quarter" idx="18" hasCustomPrompt="1"/>
          </p:nvPr>
        </p:nvSpPr>
        <p:spPr bwMode="gray">
          <a:xfrm>
            <a:off x="5029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25" name="Heading Left Bottom"/>
          <p:cNvSpPr>
            <a:spLocks noGrp="1"/>
          </p:cNvSpPr>
          <p:nvPr>
            <p:ph type="body" sz="quarter" idx="20" hasCustomPrompt="1"/>
          </p:nvPr>
        </p:nvSpPr>
        <p:spPr bwMode="gray">
          <a:xfrm>
            <a:off x="457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8" name="Heading Right Top"/>
          <p:cNvSpPr>
            <a:spLocks noGrp="1"/>
          </p:cNvSpPr>
          <p:nvPr>
            <p:ph type="body" sz="quarter" idx="16" hasCustomPrompt="1"/>
          </p:nvPr>
        </p:nvSpPr>
        <p:spPr bwMode="gray">
          <a:xfrm>
            <a:off x="5029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7" name="Heading Left Top"/>
          <p:cNvSpPr>
            <a:spLocks noGrp="1"/>
          </p:cNvSpPr>
          <p:nvPr>
            <p:ph type="body" sz="quarter" idx="15" hasCustomPrompt="1"/>
          </p:nvPr>
        </p:nvSpPr>
        <p:spPr bwMode="gray">
          <a:xfrm>
            <a:off x="457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4"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7717182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15" name="Content Right"/>
          <p:cNvSpPr>
            <a:spLocks noGrp="1"/>
          </p:cNvSpPr>
          <p:nvPr>
            <p:ph idx="27"/>
          </p:nvPr>
        </p:nvSpPr>
        <p:spPr bwMode="gray">
          <a:xfrm>
            <a:off x="6553200" y="1400400"/>
            <a:ext cx="2590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4" name="Content Middle"/>
          <p:cNvSpPr>
            <a:spLocks noGrp="1"/>
          </p:cNvSpPr>
          <p:nvPr>
            <p:ph idx="26"/>
          </p:nvPr>
        </p:nvSpPr>
        <p:spPr bwMode="gray">
          <a:xfrm>
            <a:off x="3505200" y="1400400"/>
            <a:ext cx="2590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3" name="Content Left"/>
          <p:cNvSpPr>
            <a:spLocks noGrp="1"/>
          </p:cNvSpPr>
          <p:nvPr>
            <p:ph idx="25"/>
          </p:nvPr>
        </p:nvSpPr>
        <p:spPr bwMode="gray">
          <a:xfrm>
            <a:off x="457200" y="1400400"/>
            <a:ext cx="2590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391666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columns with heading">
    <p:spTree>
      <p:nvGrpSpPr>
        <p:cNvPr id="1" name=""/>
        <p:cNvGrpSpPr/>
        <p:nvPr/>
      </p:nvGrpSpPr>
      <p:grpSpPr>
        <a:xfrm>
          <a:off x="0" y="0"/>
          <a:ext cx="0" cy="0"/>
          <a:chOff x="0" y="0"/>
          <a:chExt cx="0" cy="0"/>
        </a:xfrm>
      </p:grpSpPr>
      <p:sp>
        <p:nvSpPr>
          <p:cNvPr id="18" name="Content Right"/>
          <p:cNvSpPr>
            <a:spLocks noGrp="1"/>
          </p:cNvSpPr>
          <p:nvPr>
            <p:ph idx="27"/>
          </p:nvPr>
        </p:nvSpPr>
        <p:spPr bwMode="gray">
          <a:xfrm>
            <a:off x="6553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7" name="Content Middle"/>
          <p:cNvSpPr>
            <a:spLocks noGrp="1"/>
          </p:cNvSpPr>
          <p:nvPr>
            <p:ph idx="26"/>
          </p:nvPr>
        </p:nvSpPr>
        <p:spPr bwMode="gray">
          <a:xfrm>
            <a:off x="3505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6" name="Content Left"/>
          <p:cNvSpPr>
            <a:spLocks noGrp="1"/>
          </p:cNvSpPr>
          <p:nvPr>
            <p:ph idx="25"/>
          </p:nvPr>
        </p:nvSpPr>
        <p:spPr bwMode="gray">
          <a:xfrm>
            <a:off x="457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21" name="Heading Right"/>
          <p:cNvSpPr>
            <a:spLocks noGrp="1"/>
          </p:cNvSpPr>
          <p:nvPr>
            <p:ph type="body" sz="quarter" idx="12" hasCustomPrompt="1"/>
          </p:nvPr>
        </p:nvSpPr>
        <p:spPr bwMode="gray">
          <a:xfrm>
            <a:off x="6553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2" name="Heading Middle"/>
          <p:cNvSpPr>
            <a:spLocks noGrp="1"/>
          </p:cNvSpPr>
          <p:nvPr>
            <p:ph type="body" sz="quarter" idx="13" hasCustomPrompt="1"/>
          </p:nvPr>
        </p:nvSpPr>
        <p:spPr bwMode="gray">
          <a:xfrm>
            <a:off x="3505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0" name="Heading Left"/>
          <p:cNvSpPr>
            <a:spLocks noGrp="1"/>
          </p:cNvSpPr>
          <p:nvPr>
            <p:ph type="body" sz="quarter" idx="11" hasCustomPrompt="1"/>
          </p:nvPr>
        </p:nvSpPr>
        <p:spPr bwMode="gray">
          <a:xfrm>
            <a:off x="457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13"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811698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headings">
    <p:spTree>
      <p:nvGrpSpPr>
        <p:cNvPr id="1" name=""/>
        <p:cNvGrpSpPr/>
        <p:nvPr/>
      </p:nvGrpSpPr>
      <p:grpSpPr>
        <a:xfrm>
          <a:off x="0" y="0"/>
          <a:ext cx="0" cy="0"/>
          <a:chOff x="0" y="0"/>
          <a:chExt cx="0" cy="0"/>
        </a:xfrm>
      </p:grpSpPr>
      <p:sp>
        <p:nvSpPr>
          <p:cNvPr id="21" name="Heading Right"/>
          <p:cNvSpPr>
            <a:spLocks noGrp="1"/>
          </p:cNvSpPr>
          <p:nvPr>
            <p:ph type="body" sz="quarter" idx="12" hasCustomPrompt="1"/>
          </p:nvPr>
        </p:nvSpPr>
        <p:spPr bwMode="gray">
          <a:xfrm>
            <a:off x="6553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2" name="Heading Middle"/>
          <p:cNvSpPr>
            <a:spLocks noGrp="1"/>
          </p:cNvSpPr>
          <p:nvPr>
            <p:ph type="body" sz="quarter" idx="13" hasCustomPrompt="1"/>
          </p:nvPr>
        </p:nvSpPr>
        <p:spPr bwMode="gray">
          <a:xfrm>
            <a:off x="3505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0" name="Heading Left"/>
          <p:cNvSpPr>
            <a:spLocks noGrp="1"/>
          </p:cNvSpPr>
          <p:nvPr>
            <p:ph type="body" sz="quarter" idx="11" hasCustomPrompt="1"/>
          </p:nvPr>
        </p:nvSpPr>
        <p:spPr bwMode="gray">
          <a:xfrm>
            <a:off x="457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13"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0992943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 textboxes">
    <p:spTree>
      <p:nvGrpSpPr>
        <p:cNvPr id="1" name=""/>
        <p:cNvGrpSpPr/>
        <p:nvPr/>
      </p:nvGrpSpPr>
      <p:grpSpPr>
        <a:xfrm>
          <a:off x="0" y="0"/>
          <a:ext cx="0" cy="0"/>
          <a:chOff x="0" y="0"/>
          <a:chExt cx="0" cy="0"/>
        </a:xfrm>
      </p:grpSpPr>
      <p:sp>
        <p:nvSpPr>
          <p:cNvPr id="8" name="Content Right Bottom"/>
          <p:cNvSpPr>
            <a:spLocks noGrp="1"/>
          </p:cNvSpPr>
          <p:nvPr>
            <p:ph idx="40"/>
          </p:nvPr>
        </p:nvSpPr>
        <p:spPr bwMode="gray">
          <a:xfrm>
            <a:off x="6553200" y="40032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6" name="Content Middle Bottom"/>
          <p:cNvSpPr>
            <a:spLocks noGrp="1"/>
          </p:cNvSpPr>
          <p:nvPr>
            <p:ph idx="41"/>
          </p:nvPr>
        </p:nvSpPr>
        <p:spPr bwMode="gray">
          <a:xfrm>
            <a:off x="3505200" y="40032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4" name="Content Left Bottom"/>
          <p:cNvSpPr>
            <a:spLocks noGrp="1"/>
          </p:cNvSpPr>
          <p:nvPr>
            <p:ph idx="42"/>
          </p:nvPr>
        </p:nvSpPr>
        <p:spPr bwMode="gray">
          <a:xfrm>
            <a:off x="457200" y="40032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Content Right Top"/>
          <p:cNvSpPr>
            <a:spLocks noGrp="1"/>
          </p:cNvSpPr>
          <p:nvPr>
            <p:ph idx="39"/>
          </p:nvPr>
        </p:nvSpPr>
        <p:spPr bwMode="gray">
          <a:xfrm>
            <a:off x="6553200" y="14004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0" name="Content Middle Top"/>
          <p:cNvSpPr>
            <a:spLocks noGrp="1"/>
          </p:cNvSpPr>
          <p:nvPr>
            <p:ph idx="38"/>
          </p:nvPr>
        </p:nvSpPr>
        <p:spPr bwMode="gray">
          <a:xfrm>
            <a:off x="3505200" y="14004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1" name="Content Left Top"/>
          <p:cNvSpPr>
            <a:spLocks noGrp="1"/>
          </p:cNvSpPr>
          <p:nvPr>
            <p:ph idx="1"/>
          </p:nvPr>
        </p:nvSpPr>
        <p:spPr bwMode="gray">
          <a:xfrm>
            <a:off x="457200" y="14004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41174378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 textboxes with heading">
    <p:spTree>
      <p:nvGrpSpPr>
        <p:cNvPr id="1" name=""/>
        <p:cNvGrpSpPr/>
        <p:nvPr/>
      </p:nvGrpSpPr>
      <p:grpSpPr>
        <a:xfrm>
          <a:off x="0" y="0"/>
          <a:ext cx="0" cy="0"/>
          <a:chOff x="0" y="0"/>
          <a:chExt cx="0" cy="0"/>
        </a:xfrm>
      </p:grpSpPr>
      <p:sp>
        <p:nvSpPr>
          <p:cNvPr id="4" name="Content Right Bottom"/>
          <p:cNvSpPr>
            <a:spLocks noGrp="1"/>
          </p:cNvSpPr>
          <p:nvPr>
            <p:ph idx="40"/>
          </p:nvPr>
        </p:nvSpPr>
        <p:spPr bwMode="gray">
          <a:xfrm>
            <a:off x="6553200" y="44892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6" name="Content Middle Bottom"/>
          <p:cNvSpPr>
            <a:spLocks noGrp="1"/>
          </p:cNvSpPr>
          <p:nvPr>
            <p:ph idx="41"/>
          </p:nvPr>
        </p:nvSpPr>
        <p:spPr bwMode="gray">
          <a:xfrm>
            <a:off x="3505200" y="44892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Content Left Bottom"/>
          <p:cNvSpPr>
            <a:spLocks noGrp="1"/>
          </p:cNvSpPr>
          <p:nvPr>
            <p:ph idx="42"/>
          </p:nvPr>
        </p:nvSpPr>
        <p:spPr bwMode="gray">
          <a:xfrm>
            <a:off x="457200" y="44892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5" name="Heading Right Bottom"/>
          <p:cNvSpPr>
            <a:spLocks noGrp="1"/>
          </p:cNvSpPr>
          <p:nvPr>
            <p:ph type="body" sz="quarter" idx="22" hasCustomPrompt="1"/>
          </p:nvPr>
        </p:nvSpPr>
        <p:spPr bwMode="gray">
          <a:xfrm>
            <a:off x="6553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7" name="Heading Middle Bottom"/>
          <p:cNvSpPr>
            <a:spLocks noGrp="1"/>
          </p:cNvSpPr>
          <p:nvPr>
            <p:ph type="body" sz="quarter" idx="26" hasCustomPrompt="1"/>
          </p:nvPr>
        </p:nvSpPr>
        <p:spPr bwMode="gray">
          <a:xfrm>
            <a:off x="3505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6" name="Heading Left Bottom"/>
          <p:cNvSpPr>
            <a:spLocks noGrp="1"/>
          </p:cNvSpPr>
          <p:nvPr>
            <p:ph type="body" sz="quarter" idx="24" hasCustomPrompt="1"/>
          </p:nvPr>
        </p:nvSpPr>
        <p:spPr bwMode="gray">
          <a:xfrm>
            <a:off x="457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9" name="Content Right Top"/>
          <p:cNvSpPr>
            <a:spLocks noGrp="1"/>
          </p:cNvSpPr>
          <p:nvPr>
            <p:ph idx="39"/>
          </p:nvPr>
        </p:nvSpPr>
        <p:spPr bwMode="gray">
          <a:xfrm>
            <a:off x="6553200" y="18864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0" name="Content Middle Top"/>
          <p:cNvSpPr>
            <a:spLocks noGrp="1"/>
          </p:cNvSpPr>
          <p:nvPr>
            <p:ph idx="38"/>
          </p:nvPr>
        </p:nvSpPr>
        <p:spPr bwMode="gray">
          <a:xfrm>
            <a:off x="3505200" y="18864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1" name="Content Left Top"/>
          <p:cNvSpPr>
            <a:spLocks noGrp="1"/>
          </p:cNvSpPr>
          <p:nvPr>
            <p:ph idx="1"/>
          </p:nvPr>
        </p:nvSpPr>
        <p:spPr bwMode="gray">
          <a:xfrm>
            <a:off x="457200" y="18864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3" name="Heading Right Top"/>
          <p:cNvSpPr>
            <a:spLocks noGrp="1"/>
          </p:cNvSpPr>
          <p:nvPr>
            <p:ph type="body" sz="quarter" idx="16" hasCustomPrompt="1"/>
          </p:nvPr>
        </p:nvSpPr>
        <p:spPr bwMode="gray">
          <a:xfrm>
            <a:off x="6553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4" name="Heading Middle Top"/>
          <p:cNvSpPr>
            <a:spLocks noGrp="1"/>
          </p:cNvSpPr>
          <p:nvPr>
            <p:ph type="body" sz="quarter" idx="17" hasCustomPrompt="1"/>
          </p:nvPr>
        </p:nvSpPr>
        <p:spPr bwMode="gray">
          <a:xfrm>
            <a:off x="3505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2" name="Heading Left Top"/>
          <p:cNvSpPr>
            <a:spLocks noGrp="1"/>
          </p:cNvSpPr>
          <p:nvPr>
            <p:ph type="body" sz="quarter" idx="15" hasCustomPrompt="1"/>
          </p:nvPr>
        </p:nvSpPr>
        <p:spPr bwMode="gray">
          <a:xfrm>
            <a:off x="457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41174378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 headings">
    <p:spTree>
      <p:nvGrpSpPr>
        <p:cNvPr id="1" name=""/>
        <p:cNvGrpSpPr/>
        <p:nvPr/>
      </p:nvGrpSpPr>
      <p:grpSpPr>
        <a:xfrm>
          <a:off x="0" y="0"/>
          <a:ext cx="0" cy="0"/>
          <a:chOff x="0" y="0"/>
          <a:chExt cx="0" cy="0"/>
        </a:xfrm>
      </p:grpSpPr>
      <p:sp>
        <p:nvSpPr>
          <p:cNvPr id="9" name="Heading Right Bottom"/>
          <p:cNvSpPr>
            <a:spLocks noGrp="1"/>
          </p:cNvSpPr>
          <p:nvPr>
            <p:ph type="body" sz="quarter" idx="22" hasCustomPrompt="1"/>
          </p:nvPr>
        </p:nvSpPr>
        <p:spPr bwMode="gray">
          <a:xfrm>
            <a:off x="6553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1" name="Heading Middle Bottom"/>
          <p:cNvSpPr>
            <a:spLocks noGrp="1"/>
          </p:cNvSpPr>
          <p:nvPr>
            <p:ph type="body" sz="quarter" idx="26" hasCustomPrompt="1"/>
          </p:nvPr>
        </p:nvSpPr>
        <p:spPr bwMode="gray">
          <a:xfrm>
            <a:off x="3505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0" name="Heading Left Bottom"/>
          <p:cNvSpPr>
            <a:spLocks noGrp="1"/>
          </p:cNvSpPr>
          <p:nvPr>
            <p:ph type="body" sz="quarter" idx="24" hasCustomPrompt="1"/>
          </p:nvPr>
        </p:nvSpPr>
        <p:spPr bwMode="gray">
          <a:xfrm>
            <a:off x="457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6" name="Heading Right Top"/>
          <p:cNvSpPr>
            <a:spLocks noGrp="1"/>
          </p:cNvSpPr>
          <p:nvPr>
            <p:ph type="body" sz="quarter" idx="16" hasCustomPrompt="1"/>
          </p:nvPr>
        </p:nvSpPr>
        <p:spPr bwMode="gray">
          <a:xfrm>
            <a:off x="6553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8" name="Heading Middle Top"/>
          <p:cNvSpPr>
            <a:spLocks noGrp="1"/>
          </p:cNvSpPr>
          <p:nvPr>
            <p:ph type="body" sz="quarter" idx="17" hasCustomPrompt="1"/>
          </p:nvPr>
        </p:nvSpPr>
        <p:spPr bwMode="gray">
          <a:xfrm>
            <a:off x="3505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4" name="Heading Left Top"/>
          <p:cNvSpPr>
            <a:spLocks noGrp="1"/>
          </p:cNvSpPr>
          <p:nvPr>
            <p:ph type="body" sz="quarter" idx="15" hasCustomPrompt="1"/>
          </p:nvPr>
        </p:nvSpPr>
        <p:spPr bwMode="gray">
          <a:xfrm>
            <a:off x="457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7446577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s 1/3 split">
    <p:spTree>
      <p:nvGrpSpPr>
        <p:cNvPr id="1" name=""/>
        <p:cNvGrpSpPr/>
        <p:nvPr/>
      </p:nvGrpSpPr>
      <p:grpSpPr>
        <a:xfrm>
          <a:off x="0" y="0"/>
          <a:ext cx="0" cy="0"/>
          <a:chOff x="0" y="0"/>
          <a:chExt cx="0" cy="0"/>
        </a:xfrm>
      </p:grpSpPr>
      <p:sp>
        <p:nvSpPr>
          <p:cNvPr id="15" name="Content Right"/>
          <p:cNvSpPr>
            <a:spLocks noGrp="1"/>
          </p:cNvSpPr>
          <p:nvPr>
            <p:ph idx="28"/>
          </p:nvPr>
        </p:nvSpPr>
        <p:spPr bwMode="gray">
          <a:xfrm>
            <a:off x="3505200" y="1886400"/>
            <a:ext cx="5638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6" name="Content Left"/>
          <p:cNvSpPr>
            <a:spLocks noGrp="1"/>
          </p:cNvSpPr>
          <p:nvPr>
            <p:ph idx="27"/>
          </p:nvPr>
        </p:nvSpPr>
        <p:spPr bwMode="gray">
          <a:xfrm>
            <a:off x="457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9" name="Heading Right"/>
          <p:cNvSpPr>
            <a:spLocks noGrp="1"/>
          </p:cNvSpPr>
          <p:nvPr>
            <p:ph type="body" sz="quarter" idx="17" hasCustomPrompt="1"/>
          </p:nvPr>
        </p:nvSpPr>
        <p:spPr bwMode="gray">
          <a:xfrm>
            <a:off x="3505200" y="1400400"/>
            <a:ext cx="5638800" cy="368300"/>
          </a:xfrm>
        </p:spPr>
        <p:txBody>
          <a:bodyPr lIns="0" tIns="0" rIns="0" bIns="0">
            <a:no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7" name="Heading Left"/>
          <p:cNvSpPr>
            <a:spLocks noGrp="1"/>
          </p:cNvSpPr>
          <p:nvPr>
            <p:ph type="body" sz="quarter" idx="15" hasCustomPrompt="1"/>
          </p:nvPr>
        </p:nvSpPr>
        <p:spPr bwMode="gray">
          <a:xfrm>
            <a:off x="457200" y="1400400"/>
            <a:ext cx="2590800" cy="368300"/>
          </a:xfrm>
        </p:spPr>
        <p:txBody>
          <a:bodyPr lIns="0" tIns="0" rIns="0" bIns="0">
            <a:no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1"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911746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s 2/3 split">
    <p:spTree>
      <p:nvGrpSpPr>
        <p:cNvPr id="1" name=""/>
        <p:cNvGrpSpPr/>
        <p:nvPr/>
      </p:nvGrpSpPr>
      <p:grpSpPr>
        <a:xfrm>
          <a:off x="0" y="0"/>
          <a:ext cx="0" cy="0"/>
          <a:chOff x="0" y="0"/>
          <a:chExt cx="0" cy="0"/>
        </a:xfrm>
      </p:grpSpPr>
      <p:sp>
        <p:nvSpPr>
          <p:cNvPr id="15" name="Content Right"/>
          <p:cNvSpPr>
            <a:spLocks noGrp="1"/>
          </p:cNvSpPr>
          <p:nvPr>
            <p:ph idx="28"/>
          </p:nvPr>
        </p:nvSpPr>
        <p:spPr bwMode="gray">
          <a:xfrm>
            <a:off x="6553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6" name="Content Left"/>
          <p:cNvSpPr>
            <a:spLocks noGrp="1"/>
          </p:cNvSpPr>
          <p:nvPr>
            <p:ph idx="27"/>
          </p:nvPr>
        </p:nvSpPr>
        <p:spPr bwMode="gray">
          <a:xfrm>
            <a:off x="457200" y="1886400"/>
            <a:ext cx="5638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9" name="Heading Right"/>
          <p:cNvSpPr>
            <a:spLocks noGrp="1"/>
          </p:cNvSpPr>
          <p:nvPr>
            <p:ph type="body" sz="quarter" idx="17" hasCustomPrompt="1"/>
          </p:nvPr>
        </p:nvSpPr>
        <p:spPr bwMode="gray">
          <a:xfrm>
            <a:off x="6553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7" name="Heading Left"/>
          <p:cNvSpPr>
            <a:spLocks noGrp="1"/>
          </p:cNvSpPr>
          <p:nvPr>
            <p:ph type="body" sz="quarter" idx="15" hasCustomPrompt="1"/>
          </p:nvPr>
        </p:nvSpPr>
        <p:spPr bwMode="gray">
          <a:xfrm>
            <a:off x="457200" y="1400400"/>
            <a:ext cx="5638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1"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7468873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V – Small Portrait">
    <p:spTree>
      <p:nvGrpSpPr>
        <p:cNvPr id="1" name=""/>
        <p:cNvGrpSpPr/>
        <p:nvPr/>
      </p:nvGrpSpPr>
      <p:grpSpPr>
        <a:xfrm>
          <a:off x="0" y="0"/>
          <a:ext cx="0" cy="0"/>
          <a:chOff x="0" y="0"/>
          <a:chExt cx="0" cy="0"/>
        </a:xfrm>
      </p:grpSpPr>
      <p:sp>
        <p:nvSpPr>
          <p:cNvPr id="6" name="Picture"/>
          <p:cNvSpPr>
            <a:spLocks noGrp="1"/>
          </p:cNvSpPr>
          <p:nvPr>
            <p:ph type="pic" sz="quarter" idx="11"/>
          </p:nvPr>
        </p:nvSpPr>
        <p:spPr bwMode="gray">
          <a:xfrm>
            <a:off x="8382000" y="381000"/>
            <a:ext cx="762000" cy="762000"/>
          </a:xfrm>
          <a:noFill/>
          <a:ln>
            <a:noFill/>
          </a:ln>
        </p:spPr>
        <p:txBody>
          <a:bodyPr lIns="0" tIns="0" rIns="0" bIns="0" anchor="ctr" anchorCtr="0"/>
          <a:lstStyle>
            <a:lvl1pPr marL="0" indent="0" algn="ctr" fontAlgn="base">
              <a:lnSpc>
                <a:spcPct val="100000"/>
              </a:lnSpc>
              <a:spcBef>
                <a:spcPct val="0"/>
              </a:spcBef>
              <a:spcAft>
                <a:spcPct val="0"/>
              </a:spcAft>
              <a:buFontTx/>
              <a:buNone/>
              <a:defRPr sz="1000" b="1">
                <a:solidFill>
                  <a:schemeClr val="accent4"/>
                </a:solidFill>
              </a:defRPr>
            </a:lvl1pPr>
          </a:lstStyle>
          <a:p>
            <a:r>
              <a:rPr lang="en-US" altLang="ja-JP"/>
              <a:t>Click icon to add picture</a:t>
            </a:r>
            <a:endParaRPr lang="en-US"/>
          </a:p>
        </p:txBody>
      </p:sp>
      <p:sp>
        <p:nvSpPr>
          <p:cNvPr id="9" name="Content"/>
          <p:cNvSpPr>
            <a:spLocks noGrp="1"/>
          </p:cNvSpPr>
          <p:nvPr>
            <p:ph type="body" sz="quarter" idx="12"/>
          </p:nvPr>
        </p:nvSpPr>
        <p:spPr bwMode="gray">
          <a:xfrm>
            <a:off x="457204" y="1400400"/>
            <a:ext cx="8686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400" dirty="0" smtClean="0">
                <a:latin typeface="+mn-lt"/>
                <a:ea typeface="+mn-ea"/>
                <a:sym typeface="+mn-lt"/>
              </a:defRPr>
            </a:lvl1pPr>
            <a:lvl2pPr fontAlgn="base">
              <a:lnSpc>
                <a:spcPct val="100000"/>
              </a:lnSpc>
              <a:spcAft>
                <a:spcPts val="0"/>
              </a:spcAft>
              <a:defRPr lang="en-US" sz="1400" dirty="0" smtClean="0">
                <a:latin typeface="+mn-lt"/>
                <a:ea typeface="+mn-ea"/>
                <a:sym typeface="+mn-lt"/>
              </a:defRPr>
            </a:lvl2pPr>
            <a:lvl3pPr fontAlgn="base">
              <a:lnSpc>
                <a:spcPct val="100000"/>
              </a:lnSpc>
              <a:spcAft>
                <a:spcPts val="0"/>
              </a:spcAft>
              <a:defRPr lang="en-US" sz="1400" dirty="0" smtClean="0">
                <a:latin typeface="+mn-lt"/>
                <a:ea typeface="+mn-ea"/>
                <a:sym typeface="+mn-lt"/>
              </a:defRPr>
            </a:lvl3pPr>
            <a:lvl4pPr fontAlgn="base">
              <a:lnSpc>
                <a:spcPct val="100000"/>
              </a:lnSpc>
              <a:spcAft>
                <a:spcPts val="0"/>
              </a:spcAft>
              <a:defRPr lang="en-US" sz="1400" dirty="0" smtClean="0">
                <a:latin typeface="+mn-lt"/>
                <a:ea typeface="+mn-ea"/>
                <a:sym typeface="+mn-lt"/>
              </a:defRPr>
            </a:lvl4pPr>
            <a:lvl5pPr fontAlgn="base">
              <a:lnSpc>
                <a:spcPct val="100000"/>
              </a:lnSpc>
              <a:spcAft>
                <a:spcPts val="0"/>
              </a:spcAft>
              <a:defRPr lang="en-GB" sz="1400" dirty="0" smtClean="0">
                <a:latin typeface="+mn-lt"/>
                <a:ea typeface="+mn-ea"/>
                <a:sym typeface="+mn-lt"/>
              </a:defRPr>
            </a:lvl5pPr>
            <a:lvl6pPr fontAlgn="base">
              <a:lnSpc>
                <a:spcPct val="100000"/>
              </a:lnSpc>
              <a:spcAft>
                <a:spcPts val="0"/>
              </a:spcAft>
              <a:defRPr/>
            </a:lvl6pPr>
            <a:lvl7pPr fontAlgn="base">
              <a:lnSpc>
                <a:spcPct val="100000"/>
              </a:lnSpc>
              <a:spcAft>
                <a:spcPts val="0"/>
              </a:spcAft>
              <a:defRPr/>
            </a:lvl7pPr>
            <a:lvl8pPr fontAlgn="base">
              <a:lnSpc>
                <a:spcPct val="100000"/>
              </a:lnSpc>
              <a:spcAft>
                <a:spcPts val="0"/>
              </a:spcAft>
              <a:defRPr/>
            </a:lvl8pPr>
            <a:lvl9pPr fontAlgn="base">
              <a:lnSpc>
                <a:spcPct val="100000"/>
              </a:lnSpc>
              <a:spcAft>
                <a:spcPts val="0"/>
              </a:spcAft>
              <a:defRPr/>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Title"/>
          <p:cNvSpPr>
            <a:spLocks noGrp="1"/>
          </p:cNvSpPr>
          <p:nvPr>
            <p:ph type="title"/>
          </p:nvPr>
        </p:nvSpPr>
        <p:spPr bwMode="gray">
          <a:xfrm>
            <a:off x="457204" y="381000"/>
            <a:ext cx="7820025"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9541262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ents">
    <p:spTree>
      <p:nvGrpSpPr>
        <p:cNvPr id="1" name=""/>
        <p:cNvGrpSpPr/>
        <p:nvPr/>
      </p:nvGrpSpPr>
      <p:grpSpPr>
        <a:xfrm>
          <a:off x="0" y="0"/>
          <a:ext cx="0" cy="0"/>
          <a:chOff x="0" y="0"/>
          <a:chExt cx="0" cy="0"/>
        </a:xfrm>
      </p:grpSpPr>
      <p:sp>
        <p:nvSpPr>
          <p:cNvPr id="3" name="Title"/>
          <p:cNvSpPr>
            <a:spLocks noGrp="1"/>
          </p:cNvSpPr>
          <p:nvPr>
            <p:ph type="title" hasCustomPrompt="1"/>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pl-PL" altLang="ja-JP"/>
              <a:t>Contents</a:t>
            </a:r>
            <a:endParaRPr lang="en-US"/>
          </a:p>
        </p:txBody>
      </p:sp>
    </p:spTree>
    <p:extLst>
      <p:ext uri="{BB962C8B-B14F-4D97-AF65-F5344CB8AC3E}">
        <p14:creationId xmlns:p14="http://schemas.microsoft.com/office/powerpoint/2010/main" val="11643289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fidentiality">
    <p:spTree>
      <p:nvGrpSpPr>
        <p:cNvPr id="1" name=""/>
        <p:cNvGrpSpPr/>
        <p:nvPr/>
      </p:nvGrpSpPr>
      <p:grpSpPr>
        <a:xfrm>
          <a:off x="0" y="0"/>
          <a:ext cx="0" cy="0"/>
          <a:chOff x="0" y="0"/>
          <a:chExt cx="0" cy="0"/>
        </a:xfrm>
      </p:grpSpPr>
      <p:graphicFrame>
        <p:nvGraphicFramePr>
          <p:cNvPr id="7" name="DTP_Confidentiality"/>
          <p:cNvGraphicFramePr>
            <a:graphicFrameLocks noGrp="1"/>
          </p:cNvGraphicFramePr>
          <p:nvPr userDrawn="1">
            <p:extLst>
              <p:ext uri="{D42A27DB-BD31-4B8C-83A1-F6EECF244321}">
                <p14:modId xmlns:p14="http://schemas.microsoft.com/office/powerpoint/2010/main" val="4119170129"/>
              </p:ext>
            </p:extLst>
          </p:nvPr>
        </p:nvGraphicFramePr>
        <p:xfrm>
          <a:off x="457204" y="2828544"/>
          <a:ext cx="8686800" cy="1079500"/>
        </p:xfrm>
        <a:graphic>
          <a:graphicData uri="http://schemas.openxmlformats.org/drawingml/2006/table">
            <a:tbl>
              <a:tblPr/>
              <a:tblGrid>
                <a:gridCol w="2774759">
                  <a:extLst>
                    <a:ext uri="{9D8B030D-6E8A-4147-A177-3AD203B41FA5}">
                      <a16:colId xmlns:a16="http://schemas.microsoft.com/office/drawing/2014/main" val="20000"/>
                    </a:ext>
                  </a:extLst>
                </a:gridCol>
                <a:gridCol w="5912041">
                  <a:extLst>
                    <a:ext uri="{9D8B030D-6E8A-4147-A177-3AD203B41FA5}">
                      <a16:colId xmlns:a16="http://schemas.microsoft.com/office/drawing/2014/main" val="20001"/>
                    </a:ext>
                  </a:extLst>
                </a:gridCol>
              </a:tblGrid>
              <a:tr h="1079500">
                <a:tc>
                  <a:txBody>
                    <a:bodyPr/>
                    <a:lstStyle/>
                    <a:p>
                      <a:pPr marL="0" marR="0" lvl="0" indent="0" algn="r" defTabSz="914400" rtl="0" eaLnBrk="1" fontAlgn="base" latinLnBrk="0" hangingPunct="1">
                        <a:lnSpc>
                          <a:spcPct val="100000"/>
                        </a:lnSpc>
                        <a:spcBef>
                          <a:spcPts val="0"/>
                        </a:spcBef>
                        <a:spcAft>
                          <a:spcPct val="0"/>
                        </a:spcAft>
                        <a:buClrTx/>
                        <a:buSzTx/>
                        <a:buFontTx/>
                        <a:buNone/>
                        <a:tabLst/>
                      </a:pPr>
                      <a:r>
                        <a:rPr kumimoji="0" lang="en-US" sz="1400" b="0" i="0" u="none" strike="noStrike" cap="none" normalizeH="0" baseline="0">
                          <a:ln>
                            <a:noFill/>
                          </a:ln>
                          <a:solidFill>
                            <a:srgbClr val="005024"/>
                          </a:solidFill>
                          <a:effectLst/>
                          <a:latin typeface="+mn-lt"/>
                          <a:cs typeface="+mn-cs"/>
                          <a:sym typeface="+mn-lt"/>
                        </a:rPr>
                        <a:t>CONFIDENTIALITY</a:t>
                      </a:r>
                      <a:endParaRPr kumimoji="0" lang="en-GB" sz="1400" b="0" i="0" u="none" strike="noStrike" cap="none" normalizeH="0" baseline="0">
                        <a:ln>
                          <a:noFill/>
                        </a:ln>
                        <a:solidFill>
                          <a:srgbClr val="005024"/>
                        </a:solidFill>
                        <a:effectLst/>
                        <a:latin typeface="+mn-lt"/>
                        <a:cs typeface="+mn-cs"/>
                        <a:sym typeface="+mn-lt"/>
                      </a:endParaRPr>
                    </a:p>
                  </a:txBody>
                  <a:tcPr marL="0" marR="228600" marT="18288" marB="18288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60000"/>
                        </a:spcBef>
                        <a:spcAft>
                          <a:spcPct val="0"/>
                        </a:spcAft>
                        <a:buClrTx/>
                        <a:buSzTx/>
                        <a:buFontTx/>
                        <a:buNone/>
                        <a:tabLst/>
                      </a:pPr>
                      <a:r>
                        <a:rPr kumimoji="0" lang="en-US" sz="800" b="0" i="0" u="none" strike="noStrike" cap="none" normalizeH="0" baseline="0">
                          <a:ln>
                            <a:noFill/>
                          </a:ln>
                          <a:solidFill>
                            <a:schemeClr val="tx1"/>
                          </a:solidFill>
                          <a:effectLst/>
                          <a:latin typeface="+mn-lt"/>
                          <a:cs typeface="+mn-cs"/>
                          <a:sym typeface="+mn-lt"/>
                        </a:rPr>
                        <a:t>This document is among the outputs of </a:t>
                      </a:r>
                      <a:r>
                        <a:rPr kumimoji="0" lang="en-US" sz="800" b="0" i="0" u="none" strike="noStrike" cap="none" normalizeH="0" baseline="0" err="1">
                          <a:ln>
                            <a:noFill/>
                          </a:ln>
                          <a:solidFill>
                            <a:schemeClr val="tx1"/>
                          </a:solidFill>
                          <a:effectLst/>
                          <a:latin typeface="+mn-lt"/>
                          <a:cs typeface="+mn-cs"/>
                          <a:sym typeface="+mn-lt"/>
                        </a:rPr>
                        <a:t>Vietcombank</a:t>
                      </a:r>
                      <a:r>
                        <a:rPr kumimoji="0" lang="en-US" sz="800" b="0" i="0" u="none" strike="noStrike" cap="none" normalizeH="0" baseline="0">
                          <a:ln>
                            <a:noFill/>
                          </a:ln>
                          <a:solidFill>
                            <a:schemeClr val="tx1"/>
                          </a:solidFill>
                          <a:effectLst/>
                          <a:latin typeface="+mn-lt"/>
                          <a:cs typeface="+mn-cs"/>
                          <a:sym typeface="+mn-lt"/>
                        </a:rPr>
                        <a:t> risk management enhancement projects, providing crucial information on credit risk rating methodology and structure for the Bank's credit risk rating system implementation. </a:t>
                      </a:r>
                      <a:br>
                        <a:rPr kumimoji="0" lang="en-US" sz="800" b="0" i="0" u="none" strike="noStrike" cap="none" normalizeH="0" baseline="0">
                          <a:ln>
                            <a:noFill/>
                          </a:ln>
                          <a:solidFill>
                            <a:schemeClr val="tx1"/>
                          </a:solidFill>
                          <a:effectLst/>
                          <a:latin typeface="+mn-lt"/>
                          <a:cs typeface="+mn-cs"/>
                          <a:sym typeface="+mn-lt"/>
                        </a:rPr>
                      </a:br>
                      <a:r>
                        <a:rPr kumimoji="0" lang="en-US" sz="800" b="0" i="0" u="none" strike="noStrike" cap="none" normalizeH="0" baseline="0">
                          <a:ln>
                            <a:noFill/>
                          </a:ln>
                          <a:solidFill>
                            <a:schemeClr val="tx1"/>
                          </a:solidFill>
                          <a:effectLst/>
                          <a:latin typeface="+mn-lt"/>
                          <a:cs typeface="+mn-cs"/>
                          <a:sym typeface="+mn-lt"/>
                        </a:rPr>
                        <a:t>It is STRICTLY CONFIDENTIAL and for internal use only. </a:t>
                      </a:r>
                    </a:p>
                    <a:p>
                      <a:pPr marL="0" marR="0" lvl="0" indent="0" algn="l" defTabSz="914400" rtl="0" eaLnBrk="1" fontAlgn="base" latinLnBrk="0" hangingPunct="1">
                        <a:lnSpc>
                          <a:spcPct val="100000"/>
                        </a:lnSpc>
                        <a:spcBef>
                          <a:spcPct val="60000"/>
                        </a:spcBef>
                        <a:spcAft>
                          <a:spcPct val="0"/>
                        </a:spcAft>
                        <a:buClrTx/>
                        <a:buSzTx/>
                        <a:buFontTx/>
                        <a:buNone/>
                        <a:tabLst/>
                      </a:pPr>
                      <a:r>
                        <a:rPr kumimoji="0" lang="en-US" sz="800" b="0" i="0" u="none" strike="noStrike" cap="none" normalizeH="0" baseline="0">
                          <a:ln>
                            <a:noFill/>
                          </a:ln>
                          <a:solidFill>
                            <a:schemeClr val="tx1"/>
                          </a:solidFill>
                          <a:effectLst/>
                          <a:latin typeface="+mn-lt"/>
                          <a:cs typeface="+mn-cs"/>
                          <a:sym typeface="+mn-lt"/>
                        </a:rPr>
                        <a:t>@ </a:t>
                      </a:r>
                      <a:r>
                        <a:rPr kumimoji="0" lang="en-US" sz="800" b="0" i="0" u="none" strike="noStrike" cap="none" normalizeH="0" baseline="0" err="1">
                          <a:ln>
                            <a:noFill/>
                          </a:ln>
                          <a:solidFill>
                            <a:schemeClr val="tx1"/>
                          </a:solidFill>
                          <a:effectLst/>
                          <a:latin typeface="+mn-lt"/>
                          <a:cs typeface="+mn-cs"/>
                          <a:sym typeface="+mn-lt"/>
                        </a:rPr>
                        <a:t>Vietcombank</a:t>
                      </a:r>
                      <a:r>
                        <a:rPr kumimoji="0" lang="en-US" sz="800" b="0" i="0" u="none" strike="noStrike" cap="none" normalizeH="0" baseline="0">
                          <a:ln>
                            <a:noFill/>
                          </a:ln>
                          <a:solidFill>
                            <a:schemeClr val="tx1"/>
                          </a:solidFill>
                          <a:effectLst/>
                          <a:latin typeface="+mn-lt"/>
                          <a:cs typeface="+mn-cs"/>
                          <a:sym typeface="+mn-lt"/>
                        </a:rPr>
                        <a:t> 2017</a:t>
                      </a:r>
                    </a:p>
                  </a:txBody>
                  <a:tcPr marL="36576" marR="36576" marT="18288" marB="18288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2481548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Qualifica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5943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Backcover">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3779769" y="2382994"/>
            <a:ext cx="2095500" cy="1047750"/>
          </a:xfrm>
          <a:prstGeom prst="rect">
            <a:avLst/>
          </a:prstGeom>
        </p:spPr>
      </p:pic>
    </p:spTree>
    <p:extLst>
      <p:ext uri="{BB962C8B-B14F-4D97-AF65-F5344CB8AC3E}">
        <p14:creationId xmlns:p14="http://schemas.microsoft.com/office/powerpoint/2010/main" val="29931556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86271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72223" name="ClientLogoHolder" descr="&lt;tags&gt;&lt;tag n=&quot;Visible&quot; v=&quot;False&quot; /&gt;&lt;/tags&gt;" hidden="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023997" y="273050"/>
            <a:ext cx="1100319" cy="514350"/>
          </a:xfrm>
          <a:prstGeom prst="rect">
            <a:avLst/>
          </a:prstGeom>
          <a:noFill/>
          <a:extLst>
            <a:ext uri="{909E8E84-426E-40DD-AFC4-6F175D3DCCD1}">
              <a14:hiddenFill xmlns:a14="http://schemas.microsoft.com/office/drawing/2010/main">
                <a:solidFill>
                  <a:srgbClr val="FFFFFF"/>
                </a:solidFill>
              </a14:hiddenFill>
            </a:ext>
          </a:extLst>
        </p:spPr>
      </p:pic>
      <p:sp>
        <p:nvSpPr>
          <p:cNvPr id="772105" name="Title" descr="Text Box: Flysheet heading"/>
          <p:cNvSpPr>
            <a:spLocks noGrp="1" noChangeArrowheads="1"/>
          </p:cNvSpPr>
          <p:nvPr>
            <p:ph type="ctrTitle"/>
          </p:nvPr>
        </p:nvSpPr>
        <p:spPr>
          <a:xfrm>
            <a:off x="1198458" y="3568241"/>
            <a:ext cx="8045170" cy="361377"/>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36000" numCol="1" anchor="b" anchorCtr="0" compatLnSpc="1">
            <a:prstTxWarp prst="textNoShape">
              <a:avLst/>
            </a:prstTxWarp>
            <a:spAutoFit/>
          </a:bodyPr>
          <a:lstStyle>
            <a:lvl1pPr>
              <a:defRPr lang="en-US" sz="2400" noProof="0" smtClean="0">
                <a:solidFill>
                  <a:schemeClr val="tx1"/>
                </a:solidFill>
                <a:latin typeface="+mj-lt"/>
                <a:ea typeface="+mj-ea"/>
              </a:defRPr>
            </a:lvl1pPr>
          </a:lstStyle>
          <a:p>
            <a:pPr marL="357188" lvl="0" indent="-357188" defTabSz="728663" fontAlgn="base">
              <a:spcAft>
                <a:spcPct val="0"/>
              </a:spcAft>
            </a:pPr>
            <a:r>
              <a:rPr lang="en-US" noProof="0"/>
              <a:t>Flysheet heading</a:t>
            </a:r>
          </a:p>
        </p:txBody>
      </p:sp>
      <p:sp>
        <p:nvSpPr>
          <p:cNvPr id="772106" name="SubTitle" descr="Text Box: Flysheet subheading"/>
          <p:cNvSpPr>
            <a:spLocks noGrp="1" noChangeArrowheads="1"/>
          </p:cNvSpPr>
          <p:nvPr>
            <p:ph type="subTitle" idx="1"/>
          </p:nvPr>
        </p:nvSpPr>
        <p:spPr>
          <a:xfrm>
            <a:off x="1198458" y="3927600"/>
            <a:ext cx="8045170" cy="571500"/>
          </a:xfrm>
          <a:extLst>
            <a:ext uri="{91240B29-F687-4F45-9708-019B960494DF}">
              <a14:hiddenLine xmlns:a14="http://schemas.microsoft.com/office/drawing/2010/main" w="9525">
                <a:solidFill>
                  <a:schemeClr val="tx1"/>
                </a:solidFill>
                <a:miter lim="800000"/>
                <a:headEnd/>
                <a:tailEnd/>
              </a14:hiddenLine>
            </a:ext>
          </a:extLst>
        </p:spPr>
        <p:txBody>
          <a:bodyPr bIns="36000"/>
          <a:lstStyle>
            <a:lvl1pPr>
              <a:defRPr sz="2400" b="0">
                <a:latin typeface="+mj-lt"/>
                <a:ea typeface="+mj-ea"/>
              </a:defRPr>
            </a:lvl1pPr>
          </a:lstStyle>
          <a:p>
            <a:pPr lvl="0"/>
            <a:r>
              <a:rPr lang="en-US" noProof="0"/>
              <a:t>Flysheet subheading</a:t>
            </a:r>
          </a:p>
        </p:txBody>
      </p:sp>
      <p:sp>
        <p:nvSpPr>
          <p:cNvPr id="772219" name="ClientText" descr="Text Box: Client logo" hidden="1"/>
          <p:cNvSpPr>
            <a:spLocks noChangeArrowheads="1"/>
          </p:cNvSpPr>
          <p:nvPr/>
        </p:nvSpPr>
        <p:spPr bwMode="auto">
          <a:xfrm>
            <a:off x="8082347" y="200025"/>
            <a:ext cx="1040302"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r" eaLnBrk="0" fontAlgn="base" hangingPunct="0">
              <a:lnSpc>
                <a:spcPct val="95000"/>
              </a:lnSpc>
              <a:spcBef>
                <a:spcPct val="0"/>
              </a:spcBef>
              <a:spcAft>
                <a:spcPct val="0"/>
              </a:spcAft>
            </a:pPr>
            <a:r>
              <a:rPr lang="en-US" sz="1400" noProof="1">
                <a:solidFill>
                  <a:srgbClr val="000000"/>
                </a:solidFill>
                <a:latin typeface="Calibri"/>
              </a:rPr>
              <a:t> </a:t>
            </a:r>
          </a:p>
        </p:txBody>
      </p:sp>
      <p:sp>
        <p:nvSpPr>
          <p:cNvPr id="772267" name="SlideNumber"/>
          <p:cNvSpPr>
            <a:spLocks noGrp="1" noChangeArrowheads="1"/>
          </p:cNvSpPr>
          <p:nvPr>
            <p:ph type="sldNum" sz="quarter" idx="4"/>
          </p:nvPr>
        </p:nvSpPr>
        <p:spPr>
          <a:xfrm>
            <a:off x="7285449" y="6324600"/>
            <a:ext cx="1843869" cy="357188"/>
          </a:xfrm>
          <a:prstGeom prst="rect">
            <a:avLst/>
          </a:prstGeom>
        </p:spPr>
        <p:txBody>
          <a:bodyPr/>
          <a:lstStyle>
            <a:lvl1pPr>
              <a:defRPr>
                <a:latin typeface="+mn-lt"/>
              </a:defRPr>
            </a:lvl1pPr>
          </a:lstStyle>
          <a:p>
            <a:pPr algn="ctr" fontAlgn="base">
              <a:lnSpc>
                <a:spcPct val="95000"/>
              </a:lnSpc>
              <a:spcBef>
                <a:spcPct val="0"/>
              </a:spcBef>
              <a:spcAft>
                <a:spcPct val="0"/>
              </a:spcAft>
              <a:buClr>
                <a:srgbClr val="FFFFFF"/>
              </a:buClr>
            </a:pPr>
            <a:fld id="{5A2F2E25-5499-477B-9B35-4165C852CA6A}" type="slidenum">
              <a:rPr lang="en-US" sz="1200" noProof="1" smtClean="0">
                <a:solidFill>
                  <a:srgbClr val="000000"/>
                </a:solidFill>
              </a:rPr>
              <a:pPr algn="ctr" fontAlgn="base">
                <a:lnSpc>
                  <a:spcPct val="95000"/>
                </a:lnSpc>
                <a:spcBef>
                  <a:spcPct val="0"/>
                </a:spcBef>
                <a:spcAft>
                  <a:spcPct val="0"/>
                </a:spcAft>
                <a:buClr>
                  <a:srgbClr val="FFFFFF"/>
                </a:buClr>
              </a:pPr>
              <a:t>‹#›</a:t>
            </a:fld>
            <a:endParaRPr lang="en-US" sz="1200" noProof="1">
              <a:solidFill>
                <a:srgbClr val="000000"/>
              </a:solidFill>
            </a:endParaRPr>
          </a:p>
        </p:txBody>
      </p:sp>
      <p:sp>
        <p:nvSpPr>
          <p:cNvPr id="2" name="Rectangle 1"/>
          <p:cNvSpPr/>
          <p:nvPr userDrawn="1"/>
        </p:nvSpPr>
        <p:spPr>
          <a:xfrm>
            <a:off x="1040302" y="49041"/>
            <a:ext cx="8562486" cy="5334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noAutofit/>
          </a:bodyPr>
          <a:lstStyle/>
          <a:p>
            <a:pPr algn="ctr">
              <a:lnSpc>
                <a:spcPct val="100000"/>
              </a:lnSpc>
            </a:pPr>
            <a:endParaRPr lang="en-US" sz="1000">
              <a:solidFill>
                <a:schemeClr val="tx1"/>
              </a:solidFill>
            </a:endParaRPr>
          </a:p>
        </p:txBody>
      </p:sp>
    </p:spTree>
    <p:extLst>
      <p:ext uri="{BB962C8B-B14F-4D97-AF65-F5344CB8AC3E}">
        <p14:creationId xmlns:p14="http://schemas.microsoft.com/office/powerpoint/2010/main" val="224272334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rot="16200000">
            <a:off x="3105204" y="28525"/>
            <a:ext cx="3391985" cy="9602384"/>
          </a:xfrm>
          <a:prstGeom prst="rect">
            <a:avLst/>
          </a:prstGeom>
        </p:spPr>
      </p:pic>
      <p:sp>
        <p:nvSpPr>
          <p:cNvPr id="2" name="DTP_Attribute"/>
          <p:cNvSpPr txBox="1"/>
          <p:nvPr/>
        </p:nvSpPr>
        <p:spPr bwMode="gray">
          <a:xfrm>
            <a:off x="903292" y="6459538"/>
            <a:ext cx="65" cy="132344"/>
          </a:xfrm>
          <a:prstGeom prst="rect">
            <a:avLst/>
          </a:prstGeom>
          <a:noFill/>
        </p:spPr>
        <p:txBody>
          <a:bodyPr vert="horz" wrap="none" lIns="0" tIns="0" rIns="0" bIns="0" rtlCol="0" anchor="b">
            <a:spAutoFit/>
          </a:bodyPr>
          <a:lstStyle/>
          <a:p>
            <a:pPr algn="l"/>
            <a:endParaRPr lang="it-IT" b="1" cap="all">
              <a:solidFill>
                <a:srgbClr val="9BBD5E"/>
              </a:solidFill>
              <a:latin typeface="Arial"/>
              <a:sym typeface="+mn-lt"/>
            </a:endParaRPr>
          </a:p>
        </p:txBody>
      </p:sp>
      <p:sp>
        <p:nvSpPr>
          <p:cNvPr id="5" name="Date"/>
          <p:cNvSpPr>
            <a:spLocks noGrp="1"/>
          </p:cNvSpPr>
          <p:nvPr>
            <p:ph type="body" sz="quarter" idx="11" hasCustomPrompt="1"/>
          </p:nvPr>
        </p:nvSpPr>
        <p:spPr bwMode="gray">
          <a:xfrm>
            <a:off x="571505" y="2232443"/>
            <a:ext cx="4055906" cy="276999"/>
          </a:xfrm>
        </p:spPr>
        <p:txBody>
          <a:bodyPr wrap="square" lIns="0" tIns="0" rIns="0" bIns="0">
            <a:spAutoFit/>
          </a:bodyPr>
          <a:lstStyle>
            <a:lvl1pPr marL="0" indent="0" fontAlgn="base">
              <a:lnSpc>
                <a:spcPct val="100000"/>
              </a:lnSpc>
              <a:spcBef>
                <a:spcPct val="0"/>
              </a:spcBef>
              <a:spcAft>
                <a:spcPct val="0"/>
              </a:spcAft>
              <a:buNone/>
              <a:defRPr sz="1800" cap="all" baseline="0">
                <a:solidFill>
                  <a:schemeClr val="tx1">
                    <a:lumMod val="50000"/>
                    <a:lumOff val="50000"/>
                  </a:schemeClr>
                </a:solidFill>
                <a:latin typeface="+mn-lt"/>
                <a:sym typeface="+mn-lt"/>
              </a:defRPr>
            </a:lvl1pPr>
          </a:lstStyle>
          <a:p>
            <a:pPr lvl="0"/>
            <a:r>
              <a:rPr lang="en-US"/>
              <a:t>DATE</a:t>
            </a:r>
          </a:p>
        </p:txBody>
      </p:sp>
      <p:sp>
        <p:nvSpPr>
          <p:cNvPr id="3" name="Title"/>
          <p:cNvSpPr>
            <a:spLocks noGrp="1"/>
          </p:cNvSpPr>
          <p:nvPr>
            <p:ph type="body" sz="quarter" idx="10" hasCustomPrompt="1"/>
          </p:nvPr>
        </p:nvSpPr>
        <p:spPr bwMode="gray">
          <a:xfrm>
            <a:off x="571501" y="1126733"/>
            <a:ext cx="8569324" cy="704232"/>
          </a:xfrm>
          <a:ln>
            <a:noFill/>
          </a:ln>
        </p:spPr>
        <p:txBody>
          <a:bodyPr wrap="square" lIns="0" tIns="0" rIns="0" bIns="0">
            <a:spAutoFit/>
          </a:bodyPr>
          <a:lstStyle>
            <a:lvl1pPr marL="0" indent="0" fontAlgn="base">
              <a:lnSpc>
                <a:spcPct val="88000"/>
              </a:lnSpc>
              <a:spcBef>
                <a:spcPts val="0"/>
              </a:spcBef>
              <a:spcAft>
                <a:spcPct val="0"/>
              </a:spcAft>
              <a:buNone/>
              <a:defRPr sz="2800" cap="all" baseline="0">
                <a:solidFill>
                  <a:srgbClr val="005024"/>
                </a:solidFill>
                <a:latin typeface="+mn-lt"/>
                <a:sym typeface="+mn-lt"/>
              </a:defRPr>
            </a:lvl1pPr>
            <a:lvl2pPr marL="0" indent="0" fontAlgn="base">
              <a:lnSpc>
                <a:spcPct val="88000"/>
              </a:lnSpc>
              <a:spcBef>
                <a:spcPts val="0"/>
              </a:spcBef>
              <a:spcAft>
                <a:spcPct val="0"/>
              </a:spcAft>
              <a:buNone/>
              <a:defRPr sz="2400" cap="all" baseline="0">
                <a:solidFill>
                  <a:schemeClr val="tx1">
                    <a:lumMod val="50000"/>
                    <a:lumOff val="50000"/>
                  </a:schemeClr>
                </a:solidFill>
                <a:latin typeface="+mn-lt"/>
                <a:sym typeface="+mn-lt"/>
              </a:defRPr>
            </a:lvl2pPr>
          </a:lstStyle>
          <a:p>
            <a:pPr lvl="0"/>
            <a:r>
              <a:rPr lang="en-US"/>
              <a:t>TITLE</a:t>
            </a:r>
          </a:p>
          <a:p>
            <a:pPr lvl="1"/>
            <a:r>
              <a:rPr lang="en-US"/>
              <a:t>SUBTITLE</a:t>
            </a:r>
          </a:p>
        </p:txBody>
      </p:sp>
      <p:pic>
        <p:nvPicPr>
          <p:cNvPr id="10" name="Picture 9"/>
          <p:cNvPicPr>
            <a:picLocks noChangeAspect="1"/>
          </p:cNvPicPr>
          <p:nvPr userDrawn="1"/>
        </p:nvPicPr>
        <p:blipFill>
          <a:blip r:embed="rId3"/>
          <a:stretch>
            <a:fillRect/>
          </a:stretch>
        </p:blipFill>
        <p:spPr>
          <a:xfrm>
            <a:off x="571505" y="66683"/>
            <a:ext cx="1632711" cy="707217"/>
          </a:xfrm>
          <a:prstGeom prst="rect">
            <a:avLst/>
          </a:prstGeom>
        </p:spPr>
      </p:pic>
      <p:sp>
        <p:nvSpPr>
          <p:cNvPr id="24" name="DTP_Copyright"/>
          <p:cNvSpPr txBox="1">
            <a:spLocks noChangeArrowheads="1"/>
          </p:cNvSpPr>
          <p:nvPr userDrawn="1"/>
        </p:nvSpPr>
        <p:spPr bwMode="gray">
          <a:xfrm>
            <a:off x="571501" y="6573917"/>
            <a:ext cx="833562" cy="10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algn="l">
              <a:defRPr>
                <a:solidFill>
                  <a:schemeClr val="tx1"/>
                </a:solidFill>
                <a:latin typeface="Arial" charset="0"/>
              </a:defRPr>
            </a:lvl1pPr>
            <a:lvl2pPr marL="742950" indent="-285750" algn="l">
              <a:defRPr>
                <a:solidFill>
                  <a:schemeClr val="tx1"/>
                </a:solidFill>
                <a:latin typeface="Arial" charset="0"/>
              </a:defRPr>
            </a:lvl2pPr>
            <a:lvl3pPr marL="1143000" indent="-228600" algn="l">
              <a:defRPr>
                <a:solidFill>
                  <a:schemeClr val="tx1"/>
                </a:solidFill>
                <a:latin typeface="Arial" charset="0"/>
              </a:defRPr>
            </a:lvl3pPr>
            <a:lvl4pPr marL="1600200" indent="-228600" algn="l">
              <a:defRPr>
                <a:solidFill>
                  <a:schemeClr val="tx1"/>
                </a:solidFill>
                <a:latin typeface="Arial" charset="0"/>
              </a:defRPr>
            </a:lvl4pPr>
            <a:lvl5pPr marL="2057400" indent="-228600" algn="l">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nSpc>
                <a:spcPct val="100000"/>
              </a:lnSpc>
            </a:pPr>
            <a:r>
              <a:rPr lang="en-US" sz="700">
                <a:solidFill>
                  <a:srgbClr val="000000">
                    <a:lumMod val="50000"/>
                    <a:lumOff val="50000"/>
                  </a:srgbClr>
                </a:solidFill>
                <a:sym typeface="+mn-lt"/>
              </a:rPr>
              <a:t>© </a:t>
            </a:r>
            <a:r>
              <a:rPr lang="en-US" sz="700" err="1">
                <a:solidFill>
                  <a:srgbClr val="000000">
                    <a:lumMod val="50000"/>
                    <a:lumOff val="50000"/>
                  </a:srgbClr>
                </a:solidFill>
                <a:sym typeface="+mn-lt"/>
              </a:rPr>
              <a:t>Vietcombank</a:t>
            </a:r>
            <a:r>
              <a:rPr lang="en-US" sz="700">
                <a:solidFill>
                  <a:srgbClr val="000000">
                    <a:lumMod val="50000"/>
                    <a:lumOff val="50000"/>
                  </a:srgbClr>
                </a:solidFill>
                <a:sym typeface="+mn-lt"/>
              </a:rPr>
              <a:t> 2019</a:t>
            </a:r>
          </a:p>
        </p:txBody>
      </p:sp>
      <p:sp>
        <p:nvSpPr>
          <p:cNvPr id="25" name="Rectangle 24"/>
          <p:cNvSpPr/>
          <p:nvPr userDrawn="1"/>
        </p:nvSpPr>
        <p:spPr>
          <a:xfrm>
            <a:off x="504826" y="6040793"/>
            <a:ext cx="1245854" cy="224677"/>
          </a:xfrm>
          <a:prstGeom prst="rect">
            <a:avLst/>
          </a:prstGeom>
        </p:spPr>
        <p:txBody>
          <a:bodyPr wrap="none">
            <a:spAutoFit/>
          </a:bodyPr>
          <a:lstStyle/>
          <a:p>
            <a:pPr algn="l"/>
            <a:r>
              <a:rPr lang="en-GB" b="1">
                <a:solidFill>
                  <a:srgbClr val="FFFFFF"/>
                </a:solidFill>
              </a:rPr>
              <a:t>HANOI, VIETNAM</a:t>
            </a:r>
          </a:p>
        </p:txBody>
      </p:sp>
      <p:pic>
        <p:nvPicPr>
          <p:cNvPr id="11" name="DTP_CompanyLogo"/>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6963741" y="542462"/>
            <a:ext cx="2177084" cy="182809"/>
          </a:xfrm>
          <a:prstGeom prst="rect">
            <a:avLst/>
          </a:prstGeom>
        </p:spPr>
      </p:pic>
    </p:spTree>
    <p:extLst>
      <p:ext uri="{BB962C8B-B14F-4D97-AF65-F5344CB8AC3E}">
        <p14:creationId xmlns:p14="http://schemas.microsoft.com/office/powerpoint/2010/main" val="8915571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024"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700753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cNvSpPr>
            <a:spLocks noGrp="1"/>
          </p:cNvSpPr>
          <p:nvPr>
            <p:ph idx="1"/>
          </p:nvPr>
        </p:nvSpPr>
        <p:spPr bwMode="gray">
          <a:xfrm>
            <a:off x="457204" y="1400400"/>
            <a:ext cx="8686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dirty="0" smtClean="0">
                <a:latin typeface="+mn-lt"/>
                <a:ea typeface="+mn-ea"/>
                <a:sym typeface="+mn-lt"/>
              </a:defRPr>
            </a:lvl1pPr>
            <a:lvl2pPr fontAlgn="base">
              <a:lnSpc>
                <a:spcPct val="100000"/>
              </a:lnSpc>
              <a:spcAft>
                <a:spcPts val="0"/>
              </a:spcAft>
              <a:defRPr lang="en-US" dirty="0" smtClean="0">
                <a:latin typeface="+mn-lt"/>
                <a:ea typeface="+mn-ea"/>
                <a:sym typeface="+mn-lt"/>
              </a:defRPr>
            </a:lvl2pPr>
            <a:lvl3pPr fontAlgn="base">
              <a:lnSpc>
                <a:spcPct val="100000"/>
              </a:lnSpc>
              <a:spcAft>
                <a:spcPts val="0"/>
              </a:spcAft>
              <a:defRPr lang="en-US" dirty="0" smtClean="0">
                <a:latin typeface="+mn-lt"/>
                <a:ea typeface="+mn-ea"/>
                <a:sym typeface="+mn-lt"/>
              </a:defRPr>
            </a:lvl3pPr>
            <a:lvl4pPr fontAlgn="base">
              <a:lnSpc>
                <a:spcPct val="100000"/>
              </a:lnSpc>
              <a:spcAft>
                <a:spcPts val="0"/>
              </a:spcAft>
              <a:defRPr lang="en-US" dirty="0" smtClean="0">
                <a:latin typeface="+mn-lt"/>
                <a:ea typeface="+mn-ea"/>
                <a:sym typeface="+mn-lt"/>
              </a:defRPr>
            </a:lvl4pPr>
            <a:lvl5pPr fontAlgn="base">
              <a:lnSpc>
                <a:spcPct val="100000"/>
              </a:lnSpc>
              <a:spcAft>
                <a:spcPts val="0"/>
              </a:spcAft>
              <a:defRPr lang="en-GB" dirty="0" smtClean="0">
                <a:latin typeface="+mn-lt"/>
                <a:ea typeface="+mn-ea"/>
                <a:sym typeface="+mn-lt"/>
              </a:defRPr>
            </a:lvl5pPr>
            <a:lvl6pPr fontAlgn="base">
              <a:lnSpc>
                <a:spcPct val="100000"/>
              </a:lnSpc>
              <a:spcAft>
                <a:spcPts val="0"/>
              </a:spcAft>
              <a:defRPr/>
            </a:lvl6pPr>
            <a:lvl7pPr fontAlgn="base">
              <a:lnSpc>
                <a:spcPct val="100000"/>
              </a:lnSpc>
              <a:spcAft>
                <a:spcPts val="0"/>
              </a:spcAft>
              <a:defRPr/>
            </a:lvl7pPr>
            <a:lvl8pPr fontAlgn="base">
              <a:lnSpc>
                <a:spcPct val="100000"/>
              </a:lnSpc>
              <a:spcAft>
                <a:spcPts val="0"/>
              </a:spcAft>
              <a:defRPr/>
            </a:lvl8pPr>
            <a:lvl9pPr fontAlgn="base">
              <a:lnSpc>
                <a:spcPct val="100000"/>
              </a:lnSpc>
              <a:spcAft>
                <a:spcPts val="0"/>
              </a:spcAft>
              <a:defRPr/>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01660447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ing">
    <p:spTree>
      <p:nvGrpSpPr>
        <p:cNvPr id="1" name=""/>
        <p:cNvGrpSpPr/>
        <p:nvPr/>
      </p:nvGrpSpPr>
      <p:grpSpPr>
        <a:xfrm>
          <a:off x="0" y="0"/>
          <a:ext cx="0" cy="0"/>
          <a:chOff x="0" y="0"/>
          <a:chExt cx="0" cy="0"/>
        </a:xfrm>
      </p:grpSpPr>
      <p:sp>
        <p:nvSpPr>
          <p:cNvPr id="8" name="Heading"/>
          <p:cNvSpPr>
            <a:spLocks noGrp="1"/>
          </p:cNvSpPr>
          <p:nvPr>
            <p:ph type="body" sz="quarter" idx="15" hasCustomPrompt="1"/>
          </p:nvPr>
        </p:nvSpPr>
        <p:spPr bwMode="gray">
          <a:xfrm>
            <a:off x="457204" y="1400400"/>
            <a:ext cx="8686800" cy="369332"/>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a:t>
            </a:r>
            <a:r>
              <a:rPr lang="pl-PL"/>
              <a:t>2</a:t>
            </a:r>
            <a:r>
              <a:rPr lang="en-US"/>
              <a:t> </a:t>
            </a:r>
            <a:r>
              <a:rPr lang="en-US" err="1"/>
              <a:t>pt</a:t>
            </a:r>
            <a:endParaRPr lang="en-US"/>
          </a:p>
          <a:p>
            <a:pPr lvl="1"/>
            <a:r>
              <a:rPr lang="en-US"/>
              <a:t>Subheading 1</a:t>
            </a:r>
            <a:r>
              <a:rPr lang="pl-PL"/>
              <a:t>2</a:t>
            </a:r>
            <a:r>
              <a:rPr lang="en-US"/>
              <a:t> </a:t>
            </a:r>
            <a:r>
              <a:rPr lang="en-US" err="1"/>
              <a:t>pt</a:t>
            </a:r>
            <a:endParaRPr lang="en-US"/>
          </a:p>
        </p:txBody>
      </p:sp>
      <p:sp>
        <p:nvSpPr>
          <p:cNvPr id="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693268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Content with heading">
    <p:spTree>
      <p:nvGrpSpPr>
        <p:cNvPr id="1" name=""/>
        <p:cNvGrpSpPr/>
        <p:nvPr/>
      </p:nvGrpSpPr>
      <p:grpSpPr>
        <a:xfrm>
          <a:off x="0" y="0"/>
          <a:ext cx="0" cy="0"/>
          <a:chOff x="0" y="0"/>
          <a:chExt cx="0" cy="0"/>
        </a:xfrm>
      </p:grpSpPr>
      <p:sp>
        <p:nvSpPr>
          <p:cNvPr id="3" name="Content"/>
          <p:cNvSpPr>
            <a:spLocks noGrp="1"/>
          </p:cNvSpPr>
          <p:nvPr>
            <p:ph idx="1"/>
          </p:nvPr>
        </p:nvSpPr>
        <p:spPr bwMode="gray">
          <a:xfrm>
            <a:off x="457204" y="1886400"/>
            <a:ext cx="8686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dirty="0" smtClean="0">
                <a:latin typeface="+mn-lt"/>
                <a:ea typeface="+mn-ea"/>
                <a:sym typeface="+mn-lt"/>
              </a:defRPr>
            </a:lvl1pPr>
            <a:lvl2pPr fontAlgn="base">
              <a:lnSpc>
                <a:spcPct val="100000"/>
              </a:lnSpc>
              <a:spcAft>
                <a:spcPts val="0"/>
              </a:spcAft>
              <a:defRPr lang="en-US" dirty="0" smtClean="0">
                <a:latin typeface="+mn-lt"/>
                <a:ea typeface="+mn-ea"/>
                <a:sym typeface="+mn-lt"/>
              </a:defRPr>
            </a:lvl2pPr>
            <a:lvl3pPr fontAlgn="base">
              <a:lnSpc>
                <a:spcPct val="100000"/>
              </a:lnSpc>
              <a:spcAft>
                <a:spcPts val="0"/>
              </a:spcAft>
              <a:defRPr lang="en-US" dirty="0" smtClean="0">
                <a:latin typeface="+mn-lt"/>
                <a:ea typeface="+mn-ea"/>
                <a:sym typeface="+mn-lt"/>
              </a:defRPr>
            </a:lvl3pPr>
            <a:lvl4pPr fontAlgn="base">
              <a:lnSpc>
                <a:spcPct val="100000"/>
              </a:lnSpc>
              <a:spcAft>
                <a:spcPts val="0"/>
              </a:spcAft>
              <a:defRPr lang="en-US" dirty="0" smtClean="0">
                <a:latin typeface="+mn-lt"/>
                <a:ea typeface="+mn-ea"/>
                <a:sym typeface="+mn-lt"/>
              </a:defRPr>
            </a:lvl4pPr>
            <a:lvl5pPr fontAlgn="base">
              <a:lnSpc>
                <a:spcPct val="100000"/>
              </a:lnSpc>
              <a:spcAft>
                <a:spcPts val="0"/>
              </a:spcAft>
              <a:defRPr lang="en-GB" dirty="0" smtClean="0">
                <a:latin typeface="+mn-lt"/>
                <a:ea typeface="+mn-ea"/>
                <a:sym typeface="+mn-lt"/>
              </a:defRPr>
            </a:lvl5pPr>
            <a:lvl6pPr fontAlgn="base">
              <a:lnSpc>
                <a:spcPct val="100000"/>
              </a:lnSpc>
              <a:spcAft>
                <a:spcPts val="0"/>
              </a:spcAft>
              <a:defRPr/>
            </a:lvl6pPr>
            <a:lvl7pPr fontAlgn="base">
              <a:lnSpc>
                <a:spcPct val="100000"/>
              </a:lnSpc>
              <a:spcAft>
                <a:spcPts val="0"/>
              </a:spcAft>
              <a:defRPr/>
            </a:lvl7pPr>
            <a:lvl8pPr fontAlgn="base">
              <a:lnSpc>
                <a:spcPct val="100000"/>
              </a:lnSpc>
              <a:spcAft>
                <a:spcPts val="0"/>
              </a:spcAft>
              <a:defRPr/>
            </a:lvl8pPr>
            <a:lvl9pPr fontAlgn="base">
              <a:lnSpc>
                <a:spcPct val="100000"/>
              </a:lnSpc>
              <a:spcAft>
                <a:spcPts val="0"/>
              </a:spcAft>
              <a:defRPr/>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Heading "/>
          <p:cNvSpPr>
            <a:spLocks noGrp="1"/>
          </p:cNvSpPr>
          <p:nvPr>
            <p:ph type="body" sz="quarter" idx="15" hasCustomPrompt="1"/>
          </p:nvPr>
        </p:nvSpPr>
        <p:spPr bwMode="gray">
          <a:xfrm>
            <a:off x="457204" y="1400400"/>
            <a:ext cx="8686800" cy="431800"/>
          </a:xfrm>
        </p:spPr>
        <p:txBody>
          <a:bodyPr lIns="0" tIns="0" rIns="0" bIns="0">
            <a:spAutoFit/>
          </a:bodyPr>
          <a:lstStyle>
            <a:lvl1pPr marL="0" indent="0" fontAlgn="base">
              <a:lnSpc>
                <a:spcPct val="100000"/>
              </a:lnSpc>
              <a:spcBef>
                <a:spcPts val="0"/>
              </a:spcBef>
              <a:spcAft>
                <a:spcPct val="0"/>
              </a:spcAft>
              <a:buNone/>
              <a:defRPr sz="1400" b="1">
                <a:solidFill>
                  <a:schemeClr val="tx1"/>
                </a:solidFill>
                <a:latin typeface="+mn-lt"/>
                <a:sym typeface="+mn-lt"/>
              </a:defRPr>
            </a:lvl1pPr>
            <a:lvl2pPr marL="0" indent="0" fontAlgn="base">
              <a:lnSpc>
                <a:spcPct val="100000"/>
              </a:lnSpc>
              <a:spcBef>
                <a:spcPts val="0"/>
              </a:spcBef>
              <a:spcAft>
                <a:spcPct val="0"/>
              </a:spcAft>
              <a:buNone/>
              <a:defRPr sz="14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14 </a:t>
            </a:r>
            <a:r>
              <a:rPr lang="en-US" err="1"/>
              <a:t>pt</a:t>
            </a:r>
            <a:endParaRPr lang="en-US"/>
          </a:p>
          <a:p>
            <a:pPr lvl="1"/>
            <a:r>
              <a:rPr lang="en-US"/>
              <a:t>Subheading 14 </a:t>
            </a:r>
            <a:r>
              <a:rPr lang="en-US" err="1"/>
              <a:t>pt</a:t>
            </a:r>
            <a:endParaRPr lang="en-US"/>
          </a:p>
        </p:txBody>
      </p:sp>
      <p:sp>
        <p:nvSpPr>
          <p:cNvPr id="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42726671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2 Content with heading">
    <p:spTree>
      <p:nvGrpSpPr>
        <p:cNvPr id="1" name=""/>
        <p:cNvGrpSpPr/>
        <p:nvPr/>
      </p:nvGrpSpPr>
      <p:grpSpPr>
        <a:xfrm>
          <a:off x="0" y="0"/>
          <a:ext cx="0" cy="0"/>
          <a:chOff x="0" y="0"/>
          <a:chExt cx="0" cy="0"/>
        </a:xfrm>
      </p:grpSpPr>
      <p:sp>
        <p:nvSpPr>
          <p:cNvPr id="8" name="Content Bottom"/>
          <p:cNvSpPr>
            <a:spLocks noGrp="1"/>
          </p:cNvSpPr>
          <p:nvPr>
            <p:ph idx="21"/>
          </p:nvPr>
        </p:nvSpPr>
        <p:spPr bwMode="gray">
          <a:xfrm>
            <a:off x="457204" y="4489257"/>
            <a:ext cx="8686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Heading Bottom"/>
          <p:cNvSpPr>
            <a:spLocks noGrp="1"/>
          </p:cNvSpPr>
          <p:nvPr>
            <p:ph type="body" sz="quarter" idx="22" hasCustomPrompt="1"/>
          </p:nvPr>
        </p:nvSpPr>
        <p:spPr bwMode="gray">
          <a:xfrm>
            <a:off x="457204" y="4003257"/>
            <a:ext cx="8686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4" name="Content Top"/>
          <p:cNvSpPr>
            <a:spLocks noGrp="1"/>
          </p:cNvSpPr>
          <p:nvPr>
            <p:ph idx="1"/>
          </p:nvPr>
        </p:nvSpPr>
        <p:spPr bwMode="gray">
          <a:xfrm>
            <a:off x="457204" y="1886400"/>
            <a:ext cx="8686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6" name="Heading Top"/>
          <p:cNvSpPr>
            <a:spLocks noGrp="1"/>
          </p:cNvSpPr>
          <p:nvPr>
            <p:ph type="body" sz="quarter" idx="15" hasCustomPrompt="1"/>
          </p:nvPr>
        </p:nvSpPr>
        <p:spPr bwMode="gray">
          <a:xfrm>
            <a:off x="457204" y="1400400"/>
            <a:ext cx="8686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41201410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Section">
    <p:spTree>
      <p:nvGrpSpPr>
        <p:cNvPr id="1" name=""/>
        <p:cNvGrpSpPr/>
        <p:nvPr/>
      </p:nvGrpSpPr>
      <p:grpSpPr>
        <a:xfrm>
          <a:off x="0" y="0"/>
          <a:ext cx="0" cy="0"/>
          <a:chOff x="0" y="0"/>
          <a:chExt cx="0" cy="0"/>
        </a:xfrm>
      </p:grpSpPr>
      <p:sp>
        <p:nvSpPr>
          <p:cNvPr id="13" name="SectionTitle"/>
          <p:cNvSpPr>
            <a:spLocks noGrp="1"/>
          </p:cNvSpPr>
          <p:nvPr>
            <p:ph type="body" sz="quarter" idx="11" hasCustomPrompt="1"/>
          </p:nvPr>
        </p:nvSpPr>
        <p:spPr bwMode="gray">
          <a:xfrm>
            <a:off x="3034150" y="2934396"/>
            <a:ext cx="6106679" cy="1007181"/>
          </a:xfrm>
          <a:blipFill dpi="0" rotWithShape="1">
            <a:blip r:embed="rId2"/>
            <a:srcRect/>
            <a:stretch>
              <a:fillRect/>
            </a:stretch>
          </a:blipFill>
          <a:ln>
            <a:noFill/>
          </a:ln>
          <a:effectLst/>
        </p:spPr>
        <p:txBody>
          <a:bodyPr vert="horz" wrap="square" lIns="144000" tIns="72000" rIns="0" bIns="72000" numCol="1" anchor="t" anchorCtr="0" compatLnSpc="1">
            <a:prstTxWarp prst="textNoShape">
              <a:avLst/>
            </a:prstTxWarp>
            <a:spAutoFit/>
          </a:bodyPr>
          <a:lstStyle>
            <a:lvl1pPr marL="0" indent="0" algn="l" fontAlgn="base">
              <a:lnSpc>
                <a:spcPct val="100000"/>
              </a:lnSpc>
              <a:spcBef>
                <a:spcPts val="0"/>
              </a:spcBef>
              <a:spcAft>
                <a:spcPct val="0"/>
              </a:spcAft>
              <a:buNone/>
              <a:defRPr lang="en-US" sz="2800" kern="0" baseline="0" dirty="0" smtClean="0">
                <a:solidFill>
                  <a:srgbClr val="005024"/>
                </a:solidFill>
                <a:latin typeface="+mn-lt"/>
                <a:sym typeface="+mn-lt"/>
              </a:defRPr>
            </a:lvl1pPr>
            <a:lvl2pPr marL="457200" indent="-457200" algn="l">
              <a:buNone/>
              <a:defRPr lang="en-US" sz="2800" kern="1200" dirty="0" smtClean="0">
                <a:solidFill>
                  <a:schemeClr val="accent1"/>
                </a:solidFill>
                <a:ea typeface="+mn-ea"/>
              </a:defRPr>
            </a:lvl2pPr>
          </a:lstStyle>
          <a:p>
            <a:pPr marL="0" lvl="0" indent="0">
              <a:lnSpc>
                <a:spcPct val="100000"/>
              </a:lnSpc>
              <a:spcBef>
                <a:spcPts val="0"/>
              </a:spcBef>
            </a:pPr>
            <a:r>
              <a:rPr lang="en-US"/>
              <a:t>Click to add text</a:t>
            </a:r>
          </a:p>
          <a:p>
            <a:pPr marL="0" lvl="0" indent="0">
              <a:lnSpc>
                <a:spcPct val="100000"/>
              </a:lnSpc>
              <a:spcBef>
                <a:spcPts val="0"/>
              </a:spcBef>
            </a:pPr>
            <a:endParaRPr lang="en-US"/>
          </a:p>
        </p:txBody>
      </p:sp>
      <p:sp>
        <p:nvSpPr>
          <p:cNvPr id="15" name="SectionNumber"/>
          <p:cNvSpPr>
            <a:spLocks noGrp="1"/>
          </p:cNvSpPr>
          <p:nvPr>
            <p:ph type="body" sz="quarter" idx="12" hasCustomPrompt="1"/>
          </p:nvPr>
        </p:nvSpPr>
        <p:spPr bwMode="gray">
          <a:xfrm>
            <a:off x="457200" y="2934392"/>
            <a:ext cx="2422179" cy="1008000"/>
          </a:xfrm>
        </p:spPr>
        <p:txBody>
          <a:bodyPr lIns="0" tIns="72000" rIns="0" bIns="72000"/>
          <a:lstStyle>
            <a:lvl1pPr marL="0" indent="0" algn="r" fontAlgn="base">
              <a:lnSpc>
                <a:spcPct val="100000"/>
              </a:lnSpc>
              <a:spcBef>
                <a:spcPct val="0"/>
              </a:spcBef>
              <a:spcAft>
                <a:spcPct val="0"/>
              </a:spcAft>
              <a:buNone/>
              <a:defRPr sz="2800">
                <a:solidFill>
                  <a:schemeClr val="tx1">
                    <a:lumMod val="50000"/>
                    <a:lumOff val="50000"/>
                  </a:schemeClr>
                </a:solidFill>
                <a:latin typeface="+mn-lt"/>
                <a:sym typeface="+mn-lt"/>
              </a:defRPr>
            </a:lvl1pPr>
          </a:lstStyle>
          <a:p>
            <a:pPr lvl="0"/>
            <a:r>
              <a:rPr lang="en-US"/>
              <a:t>Section #</a:t>
            </a:r>
          </a:p>
        </p:txBody>
      </p:sp>
    </p:spTree>
    <p:extLst>
      <p:ext uri="{BB962C8B-B14F-4D97-AF65-F5344CB8AC3E}">
        <p14:creationId xmlns:p14="http://schemas.microsoft.com/office/powerpoint/2010/main" val="99454311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6" name="Content Right"/>
          <p:cNvSpPr>
            <a:spLocks noGrp="1"/>
          </p:cNvSpPr>
          <p:nvPr>
            <p:ph idx="11"/>
          </p:nvPr>
        </p:nvSpPr>
        <p:spPr bwMode="gray">
          <a:xfrm>
            <a:off x="5029200" y="1400400"/>
            <a:ext cx="4114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5" name="Content Left"/>
          <p:cNvSpPr>
            <a:spLocks noGrp="1"/>
          </p:cNvSpPr>
          <p:nvPr>
            <p:ph idx="1"/>
          </p:nvPr>
        </p:nvSpPr>
        <p:spPr bwMode="gray">
          <a:xfrm>
            <a:off x="457200" y="1400400"/>
            <a:ext cx="4114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1536348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 columns with heading">
    <p:spTree>
      <p:nvGrpSpPr>
        <p:cNvPr id="1" name=""/>
        <p:cNvGrpSpPr/>
        <p:nvPr/>
      </p:nvGrpSpPr>
      <p:grpSpPr>
        <a:xfrm>
          <a:off x="0" y="0"/>
          <a:ext cx="0" cy="0"/>
          <a:chOff x="0" y="0"/>
          <a:chExt cx="0" cy="0"/>
        </a:xfrm>
      </p:grpSpPr>
      <p:sp>
        <p:nvSpPr>
          <p:cNvPr id="16" name="Content Right"/>
          <p:cNvSpPr>
            <a:spLocks noGrp="1"/>
          </p:cNvSpPr>
          <p:nvPr>
            <p:ph idx="11"/>
          </p:nvPr>
        </p:nvSpPr>
        <p:spPr bwMode="gray">
          <a:xfrm>
            <a:off x="5029200" y="1886400"/>
            <a:ext cx="4114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5" name="Content Left"/>
          <p:cNvSpPr>
            <a:spLocks noGrp="1"/>
          </p:cNvSpPr>
          <p:nvPr>
            <p:ph idx="1"/>
          </p:nvPr>
        </p:nvSpPr>
        <p:spPr bwMode="gray">
          <a:xfrm>
            <a:off x="457200" y="1886400"/>
            <a:ext cx="4114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4" name="Heading Right"/>
          <p:cNvSpPr>
            <a:spLocks noGrp="1"/>
          </p:cNvSpPr>
          <p:nvPr>
            <p:ph type="body" sz="quarter" idx="16" hasCustomPrompt="1"/>
          </p:nvPr>
        </p:nvSpPr>
        <p:spPr bwMode="gray">
          <a:xfrm>
            <a:off x="5029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3" name="Heading Left"/>
          <p:cNvSpPr>
            <a:spLocks noGrp="1"/>
          </p:cNvSpPr>
          <p:nvPr>
            <p:ph type="body" sz="quarter" idx="15" hasCustomPrompt="1"/>
          </p:nvPr>
        </p:nvSpPr>
        <p:spPr bwMode="gray">
          <a:xfrm>
            <a:off x="457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2230287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 headings">
    <p:spTree>
      <p:nvGrpSpPr>
        <p:cNvPr id="1" name=""/>
        <p:cNvGrpSpPr/>
        <p:nvPr/>
      </p:nvGrpSpPr>
      <p:grpSpPr>
        <a:xfrm>
          <a:off x="0" y="0"/>
          <a:ext cx="0" cy="0"/>
          <a:chOff x="0" y="0"/>
          <a:chExt cx="0" cy="0"/>
        </a:xfrm>
      </p:grpSpPr>
      <p:sp>
        <p:nvSpPr>
          <p:cNvPr id="14" name="Heading Right"/>
          <p:cNvSpPr>
            <a:spLocks noGrp="1"/>
          </p:cNvSpPr>
          <p:nvPr>
            <p:ph type="body" sz="quarter" idx="16" hasCustomPrompt="1"/>
          </p:nvPr>
        </p:nvSpPr>
        <p:spPr bwMode="gray">
          <a:xfrm>
            <a:off x="5029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3" name="Heading Left"/>
          <p:cNvSpPr>
            <a:spLocks noGrp="1"/>
          </p:cNvSpPr>
          <p:nvPr>
            <p:ph type="body" sz="quarter" idx="15" hasCustomPrompt="1"/>
          </p:nvPr>
        </p:nvSpPr>
        <p:spPr bwMode="gray">
          <a:xfrm>
            <a:off x="457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31516895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 textboxes">
    <p:spTree>
      <p:nvGrpSpPr>
        <p:cNvPr id="1" name=""/>
        <p:cNvGrpSpPr/>
        <p:nvPr/>
      </p:nvGrpSpPr>
      <p:grpSpPr>
        <a:xfrm>
          <a:off x="0" y="0"/>
          <a:ext cx="0" cy="0"/>
          <a:chOff x="0" y="0"/>
          <a:chExt cx="0" cy="0"/>
        </a:xfrm>
      </p:grpSpPr>
      <p:sp>
        <p:nvSpPr>
          <p:cNvPr id="6" name="Content Right Bottom"/>
          <p:cNvSpPr>
            <a:spLocks noGrp="1"/>
          </p:cNvSpPr>
          <p:nvPr>
            <p:ph idx="27"/>
          </p:nvPr>
        </p:nvSpPr>
        <p:spPr bwMode="gray">
          <a:xfrm>
            <a:off x="5029200" y="40032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4" name="Content Left Bottom"/>
          <p:cNvSpPr>
            <a:spLocks noGrp="1"/>
          </p:cNvSpPr>
          <p:nvPr>
            <p:ph idx="28"/>
          </p:nvPr>
        </p:nvSpPr>
        <p:spPr bwMode="gray">
          <a:xfrm>
            <a:off x="457200" y="40032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Content Right Top"/>
          <p:cNvSpPr>
            <a:spLocks noGrp="1"/>
          </p:cNvSpPr>
          <p:nvPr>
            <p:ph idx="26"/>
          </p:nvPr>
        </p:nvSpPr>
        <p:spPr bwMode="gray">
          <a:xfrm>
            <a:off x="5029200" y="14004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Content Left Top"/>
          <p:cNvSpPr>
            <a:spLocks noGrp="1"/>
          </p:cNvSpPr>
          <p:nvPr>
            <p:ph idx="1"/>
          </p:nvPr>
        </p:nvSpPr>
        <p:spPr bwMode="gray">
          <a:xfrm>
            <a:off x="457200" y="14004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77971708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 textboxes with heading">
    <p:spTree>
      <p:nvGrpSpPr>
        <p:cNvPr id="1" name=""/>
        <p:cNvGrpSpPr/>
        <p:nvPr/>
      </p:nvGrpSpPr>
      <p:grpSpPr>
        <a:xfrm>
          <a:off x="0" y="0"/>
          <a:ext cx="0" cy="0"/>
          <a:chOff x="0" y="0"/>
          <a:chExt cx="0" cy="0"/>
        </a:xfrm>
      </p:grpSpPr>
      <p:sp>
        <p:nvSpPr>
          <p:cNvPr id="6" name="Content Right Bottom"/>
          <p:cNvSpPr>
            <a:spLocks noGrp="1"/>
          </p:cNvSpPr>
          <p:nvPr>
            <p:ph idx="30"/>
          </p:nvPr>
        </p:nvSpPr>
        <p:spPr bwMode="gray">
          <a:xfrm>
            <a:off x="5029200" y="44892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4" name="Content Left Bottom"/>
          <p:cNvSpPr>
            <a:spLocks noGrp="1"/>
          </p:cNvSpPr>
          <p:nvPr>
            <p:ph idx="31"/>
          </p:nvPr>
        </p:nvSpPr>
        <p:spPr bwMode="gray">
          <a:xfrm>
            <a:off x="457200" y="44892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2" name="Heading Right Bottom"/>
          <p:cNvSpPr>
            <a:spLocks noGrp="1"/>
          </p:cNvSpPr>
          <p:nvPr>
            <p:ph type="body" sz="quarter" idx="18" hasCustomPrompt="1"/>
          </p:nvPr>
        </p:nvSpPr>
        <p:spPr bwMode="gray">
          <a:xfrm>
            <a:off x="5029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3" name="Heading Left Bottom"/>
          <p:cNvSpPr>
            <a:spLocks noGrp="1"/>
          </p:cNvSpPr>
          <p:nvPr>
            <p:ph type="body" sz="quarter" idx="20" hasCustomPrompt="1"/>
          </p:nvPr>
        </p:nvSpPr>
        <p:spPr bwMode="gray">
          <a:xfrm>
            <a:off x="457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8" name="Content Right Top"/>
          <p:cNvSpPr>
            <a:spLocks noGrp="1"/>
          </p:cNvSpPr>
          <p:nvPr>
            <p:ph idx="29"/>
          </p:nvPr>
        </p:nvSpPr>
        <p:spPr bwMode="gray">
          <a:xfrm>
            <a:off x="5029200" y="18864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Content Left Top"/>
          <p:cNvSpPr>
            <a:spLocks noGrp="1"/>
          </p:cNvSpPr>
          <p:nvPr>
            <p:ph idx="1"/>
          </p:nvPr>
        </p:nvSpPr>
        <p:spPr bwMode="gray">
          <a:xfrm>
            <a:off x="457200" y="18864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1" name="Heading Right Top"/>
          <p:cNvSpPr>
            <a:spLocks noGrp="1"/>
          </p:cNvSpPr>
          <p:nvPr>
            <p:ph type="body" sz="quarter" idx="16" hasCustomPrompt="1"/>
          </p:nvPr>
        </p:nvSpPr>
        <p:spPr bwMode="gray">
          <a:xfrm>
            <a:off x="5029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0" name="Heading Left Top"/>
          <p:cNvSpPr>
            <a:spLocks noGrp="1"/>
          </p:cNvSpPr>
          <p:nvPr>
            <p:ph type="body" sz="quarter" idx="15" hasCustomPrompt="1"/>
          </p:nvPr>
        </p:nvSpPr>
        <p:spPr bwMode="gray">
          <a:xfrm>
            <a:off x="457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80439878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 headings">
    <p:spTree>
      <p:nvGrpSpPr>
        <p:cNvPr id="1" name=""/>
        <p:cNvGrpSpPr/>
        <p:nvPr/>
      </p:nvGrpSpPr>
      <p:grpSpPr>
        <a:xfrm>
          <a:off x="0" y="0"/>
          <a:ext cx="0" cy="0"/>
          <a:chOff x="0" y="0"/>
          <a:chExt cx="0" cy="0"/>
        </a:xfrm>
      </p:grpSpPr>
      <p:sp>
        <p:nvSpPr>
          <p:cNvPr id="24" name="Heading Right Bottom"/>
          <p:cNvSpPr>
            <a:spLocks noGrp="1"/>
          </p:cNvSpPr>
          <p:nvPr>
            <p:ph type="body" sz="quarter" idx="18" hasCustomPrompt="1"/>
          </p:nvPr>
        </p:nvSpPr>
        <p:spPr bwMode="gray">
          <a:xfrm>
            <a:off x="5029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25" name="Heading Left Bottom"/>
          <p:cNvSpPr>
            <a:spLocks noGrp="1"/>
          </p:cNvSpPr>
          <p:nvPr>
            <p:ph type="body" sz="quarter" idx="20" hasCustomPrompt="1"/>
          </p:nvPr>
        </p:nvSpPr>
        <p:spPr bwMode="gray">
          <a:xfrm>
            <a:off x="457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8" name="Heading Right Top"/>
          <p:cNvSpPr>
            <a:spLocks noGrp="1"/>
          </p:cNvSpPr>
          <p:nvPr>
            <p:ph type="body" sz="quarter" idx="16" hasCustomPrompt="1"/>
          </p:nvPr>
        </p:nvSpPr>
        <p:spPr bwMode="gray">
          <a:xfrm>
            <a:off x="5029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7" name="Heading Left Top"/>
          <p:cNvSpPr>
            <a:spLocks noGrp="1"/>
          </p:cNvSpPr>
          <p:nvPr>
            <p:ph type="body" sz="quarter" idx="15" hasCustomPrompt="1"/>
          </p:nvPr>
        </p:nvSpPr>
        <p:spPr bwMode="gray">
          <a:xfrm>
            <a:off x="457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4"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42899150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15" name="Content Right"/>
          <p:cNvSpPr>
            <a:spLocks noGrp="1"/>
          </p:cNvSpPr>
          <p:nvPr>
            <p:ph idx="27"/>
          </p:nvPr>
        </p:nvSpPr>
        <p:spPr bwMode="gray">
          <a:xfrm>
            <a:off x="6553200" y="1400400"/>
            <a:ext cx="2590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4" name="Content Middle"/>
          <p:cNvSpPr>
            <a:spLocks noGrp="1"/>
          </p:cNvSpPr>
          <p:nvPr>
            <p:ph idx="26"/>
          </p:nvPr>
        </p:nvSpPr>
        <p:spPr bwMode="gray">
          <a:xfrm>
            <a:off x="3505200" y="1400400"/>
            <a:ext cx="2590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3" name="Content Left"/>
          <p:cNvSpPr>
            <a:spLocks noGrp="1"/>
          </p:cNvSpPr>
          <p:nvPr>
            <p:ph idx="25"/>
          </p:nvPr>
        </p:nvSpPr>
        <p:spPr bwMode="gray">
          <a:xfrm>
            <a:off x="457200" y="1400400"/>
            <a:ext cx="2590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5476504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 columns with heading">
    <p:spTree>
      <p:nvGrpSpPr>
        <p:cNvPr id="1" name=""/>
        <p:cNvGrpSpPr/>
        <p:nvPr/>
      </p:nvGrpSpPr>
      <p:grpSpPr>
        <a:xfrm>
          <a:off x="0" y="0"/>
          <a:ext cx="0" cy="0"/>
          <a:chOff x="0" y="0"/>
          <a:chExt cx="0" cy="0"/>
        </a:xfrm>
      </p:grpSpPr>
      <p:sp>
        <p:nvSpPr>
          <p:cNvPr id="18" name="Content Right"/>
          <p:cNvSpPr>
            <a:spLocks noGrp="1"/>
          </p:cNvSpPr>
          <p:nvPr>
            <p:ph idx="27"/>
          </p:nvPr>
        </p:nvSpPr>
        <p:spPr bwMode="gray">
          <a:xfrm>
            <a:off x="6553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7" name="Content Middle"/>
          <p:cNvSpPr>
            <a:spLocks noGrp="1"/>
          </p:cNvSpPr>
          <p:nvPr>
            <p:ph idx="26"/>
          </p:nvPr>
        </p:nvSpPr>
        <p:spPr bwMode="gray">
          <a:xfrm>
            <a:off x="3505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6" name="Content Left"/>
          <p:cNvSpPr>
            <a:spLocks noGrp="1"/>
          </p:cNvSpPr>
          <p:nvPr>
            <p:ph idx="25"/>
          </p:nvPr>
        </p:nvSpPr>
        <p:spPr bwMode="gray">
          <a:xfrm>
            <a:off x="457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21" name="Heading Right"/>
          <p:cNvSpPr>
            <a:spLocks noGrp="1"/>
          </p:cNvSpPr>
          <p:nvPr>
            <p:ph type="body" sz="quarter" idx="12" hasCustomPrompt="1"/>
          </p:nvPr>
        </p:nvSpPr>
        <p:spPr bwMode="gray">
          <a:xfrm>
            <a:off x="6553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2" name="Heading Middle"/>
          <p:cNvSpPr>
            <a:spLocks noGrp="1"/>
          </p:cNvSpPr>
          <p:nvPr>
            <p:ph type="body" sz="quarter" idx="13" hasCustomPrompt="1"/>
          </p:nvPr>
        </p:nvSpPr>
        <p:spPr bwMode="gray">
          <a:xfrm>
            <a:off x="3505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0" name="Heading Left"/>
          <p:cNvSpPr>
            <a:spLocks noGrp="1"/>
          </p:cNvSpPr>
          <p:nvPr>
            <p:ph type="body" sz="quarter" idx="11" hasCustomPrompt="1"/>
          </p:nvPr>
        </p:nvSpPr>
        <p:spPr bwMode="gray">
          <a:xfrm>
            <a:off x="457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13"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41715962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 headings">
    <p:spTree>
      <p:nvGrpSpPr>
        <p:cNvPr id="1" name=""/>
        <p:cNvGrpSpPr/>
        <p:nvPr/>
      </p:nvGrpSpPr>
      <p:grpSpPr>
        <a:xfrm>
          <a:off x="0" y="0"/>
          <a:ext cx="0" cy="0"/>
          <a:chOff x="0" y="0"/>
          <a:chExt cx="0" cy="0"/>
        </a:xfrm>
      </p:grpSpPr>
      <p:sp>
        <p:nvSpPr>
          <p:cNvPr id="21" name="Heading Right"/>
          <p:cNvSpPr>
            <a:spLocks noGrp="1"/>
          </p:cNvSpPr>
          <p:nvPr>
            <p:ph type="body" sz="quarter" idx="12" hasCustomPrompt="1"/>
          </p:nvPr>
        </p:nvSpPr>
        <p:spPr bwMode="gray">
          <a:xfrm>
            <a:off x="6553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2" name="Heading Middle"/>
          <p:cNvSpPr>
            <a:spLocks noGrp="1"/>
          </p:cNvSpPr>
          <p:nvPr>
            <p:ph type="body" sz="quarter" idx="13" hasCustomPrompt="1"/>
          </p:nvPr>
        </p:nvSpPr>
        <p:spPr bwMode="gray">
          <a:xfrm>
            <a:off x="3505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0" name="Heading Left"/>
          <p:cNvSpPr>
            <a:spLocks noGrp="1"/>
          </p:cNvSpPr>
          <p:nvPr>
            <p:ph type="body" sz="quarter" idx="11" hasCustomPrompt="1"/>
          </p:nvPr>
        </p:nvSpPr>
        <p:spPr bwMode="gray">
          <a:xfrm>
            <a:off x="457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13"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9126374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6 textboxes">
    <p:spTree>
      <p:nvGrpSpPr>
        <p:cNvPr id="1" name=""/>
        <p:cNvGrpSpPr/>
        <p:nvPr/>
      </p:nvGrpSpPr>
      <p:grpSpPr>
        <a:xfrm>
          <a:off x="0" y="0"/>
          <a:ext cx="0" cy="0"/>
          <a:chOff x="0" y="0"/>
          <a:chExt cx="0" cy="0"/>
        </a:xfrm>
      </p:grpSpPr>
      <p:sp>
        <p:nvSpPr>
          <p:cNvPr id="8" name="Content Right Bottom"/>
          <p:cNvSpPr>
            <a:spLocks noGrp="1"/>
          </p:cNvSpPr>
          <p:nvPr>
            <p:ph idx="40"/>
          </p:nvPr>
        </p:nvSpPr>
        <p:spPr bwMode="gray">
          <a:xfrm>
            <a:off x="6553200" y="40032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6" name="Content Middle Bottom"/>
          <p:cNvSpPr>
            <a:spLocks noGrp="1"/>
          </p:cNvSpPr>
          <p:nvPr>
            <p:ph idx="41"/>
          </p:nvPr>
        </p:nvSpPr>
        <p:spPr bwMode="gray">
          <a:xfrm>
            <a:off x="3505200" y="40032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4" name="Content Left Bottom"/>
          <p:cNvSpPr>
            <a:spLocks noGrp="1"/>
          </p:cNvSpPr>
          <p:nvPr>
            <p:ph idx="42"/>
          </p:nvPr>
        </p:nvSpPr>
        <p:spPr bwMode="gray">
          <a:xfrm>
            <a:off x="457200" y="40032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Content Right Top"/>
          <p:cNvSpPr>
            <a:spLocks noGrp="1"/>
          </p:cNvSpPr>
          <p:nvPr>
            <p:ph idx="39"/>
          </p:nvPr>
        </p:nvSpPr>
        <p:spPr bwMode="gray">
          <a:xfrm>
            <a:off x="6553200" y="14004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0" name="Content Middle Top"/>
          <p:cNvSpPr>
            <a:spLocks noGrp="1"/>
          </p:cNvSpPr>
          <p:nvPr>
            <p:ph idx="38"/>
          </p:nvPr>
        </p:nvSpPr>
        <p:spPr bwMode="gray">
          <a:xfrm>
            <a:off x="3505200" y="14004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1" name="Content Left Top"/>
          <p:cNvSpPr>
            <a:spLocks noGrp="1"/>
          </p:cNvSpPr>
          <p:nvPr>
            <p:ph idx="1"/>
          </p:nvPr>
        </p:nvSpPr>
        <p:spPr bwMode="gray">
          <a:xfrm>
            <a:off x="457200" y="14004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7308119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6 textboxes with heading">
    <p:spTree>
      <p:nvGrpSpPr>
        <p:cNvPr id="1" name=""/>
        <p:cNvGrpSpPr/>
        <p:nvPr/>
      </p:nvGrpSpPr>
      <p:grpSpPr>
        <a:xfrm>
          <a:off x="0" y="0"/>
          <a:ext cx="0" cy="0"/>
          <a:chOff x="0" y="0"/>
          <a:chExt cx="0" cy="0"/>
        </a:xfrm>
      </p:grpSpPr>
      <p:sp>
        <p:nvSpPr>
          <p:cNvPr id="4" name="Content Right Bottom"/>
          <p:cNvSpPr>
            <a:spLocks noGrp="1"/>
          </p:cNvSpPr>
          <p:nvPr>
            <p:ph idx="40"/>
          </p:nvPr>
        </p:nvSpPr>
        <p:spPr bwMode="gray">
          <a:xfrm>
            <a:off x="6553200" y="44892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6" name="Content Middle Bottom"/>
          <p:cNvSpPr>
            <a:spLocks noGrp="1"/>
          </p:cNvSpPr>
          <p:nvPr>
            <p:ph idx="41"/>
          </p:nvPr>
        </p:nvSpPr>
        <p:spPr bwMode="gray">
          <a:xfrm>
            <a:off x="3505200" y="44892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Content Left Bottom"/>
          <p:cNvSpPr>
            <a:spLocks noGrp="1"/>
          </p:cNvSpPr>
          <p:nvPr>
            <p:ph idx="42"/>
          </p:nvPr>
        </p:nvSpPr>
        <p:spPr bwMode="gray">
          <a:xfrm>
            <a:off x="457200" y="44892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5" name="Heading Right Bottom"/>
          <p:cNvSpPr>
            <a:spLocks noGrp="1"/>
          </p:cNvSpPr>
          <p:nvPr>
            <p:ph type="body" sz="quarter" idx="22" hasCustomPrompt="1"/>
          </p:nvPr>
        </p:nvSpPr>
        <p:spPr bwMode="gray">
          <a:xfrm>
            <a:off x="6553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7" name="Heading Middle Bottom"/>
          <p:cNvSpPr>
            <a:spLocks noGrp="1"/>
          </p:cNvSpPr>
          <p:nvPr>
            <p:ph type="body" sz="quarter" idx="26" hasCustomPrompt="1"/>
          </p:nvPr>
        </p:nvSpPr>
        <p:spPr bwMode="gray">
          <a:xfrm>
            <a:off x="3505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6" name="Heading Left Bottom"/>
          <p:cNvSpPr>
            <a:spLocks noGrp="1"/>
          </p:cNvSpPr>
          <p:nvPr>
            <p:ph type="body" sz="quarter" idx="24" hasCustomPrompt="1"/>
          </p:nvPr>
        </p:nvSpPr>
        <p:spPr bwMode="gray">
          <a:xfrm>
            <a:off x="457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9" name="Content Right Top"/>
          <p:cNvSpPr>
            <a:spLocks noGrp="1"/>
          </p:cNvSpPr>
          <p:nvPr>
            <p:ph idx="39"/>
          </p:nvPr>
        </p:nvSpPr>
        <p:spPr bwMode="gray">
          <a:xfrm>
            <a:off x="6553200" y="18864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0" name="Content Middle Top"/>
          <p:cNvSpPr>
            <a:spLocks noGrp="1"/>
          </p:cNvSpPr>
          <p:nvPr>
            <p:ph idx="38"/>
          </p:nvPr>
        </p:nvSpPr>
        <p:spPr bwMode="gray">
          <a:xfrm>
            <a:off x="3505200" y="18864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1" name="Content Left Top"/>
          <p:cNvSpPr>
            <a:spLocks noGrp="1"/>
          </p:cNvSpPr>
          <p:nvPr>
            <p:ph idx="1"/>
          </p:nvPr>
        </p:nvSpPr>
        <p:spPr bwMode="gray">
          <a:xfrm>
            <a:off x="457200" y="18864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3" name="Heading Right Top"/>
          <p:cNvSpPr>
            <a:spLocks noGrp="1"/>
          </p:cNvSpPr>
          <p:nvPr>
            <p:ph type="body" sz="quarter" idx="16" hasCustomPrompt="1"/>
          </p:nvPr>
        </p:nvSpPr>
        <p:spPr bwMode="gray">
          <a:xfrm>
            <a:off x="6553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4" name="Heading Middle Top"/>
          <p:cNvSpPr>
            <a:spLocks noGrp="1"/>
          </p:cNvSpPr>
          <p:nvPr>
            <p:ph type="body" sz="quarter" idx="17" hasCustomPrompt="1"/>
          </p:nvPr>
        </p:nvSpPr>
        <p:spPr bwMode="gray">
          <a:xfrm>
            <a:off x="3505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2" name="Heading Left Top"/>
          <p:cNvSpPr>
            <a:spLocks noGrp="1"/>
          </p:cNvSpPr>
          <p:nvPr>
            <p:ph type="body" sz="quarter" idx="15" hasCustomPrompt="1"/>
          </p:nvPr>
        </p:nvSpPr>
        <p:spPr bwMode="gray">
          <a:xfrm>
            <a:off x="457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32423792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6 headings">
    <p:spTree>
      <p:nvGrpSpPr>
        <p:cNvPr id="1" name=""/>
        <p:cNvGrpSpPr/>
        <p:nvPr/>
      </p:nvGrpSpPr>
      <p:grpSpPr>
        <a:xfrm>
          <a:off x="0" y="0"/>
          <a:ext cx="0" cy="0"/>
          <a:chOff x="0" y="0"/>
          <a:chExt cx="0" cy="0"/>
        </a:xfrm>
      </p:grpSpPr>
      <p:sp>
        <p:nvSpPr>
          <p:cNvPr id="9" name="Heading Right Bottom"/>
          <p:cNvSpPr>
            <a:spLocks noGrp="1"/>
          </p:cNvSpPr>
          <p:nvPr>
            <p:ph type="body" sz="quarter" idx="22" hasCustomPrompt="1"/>
          </p:nvPr>
        </p:nvSpPr>
        <p:spPr bwMode="gray">
          <a:xfrm>
            <a:off x="6553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1" name="Heading Middle Bottom"/>
          <p:cNvSpPr>
            <a:spLocks noGrp="1"/>
          </p:cNvSpPr>
          <p:nvPr>
            <p:ph type="body" sz="quarter" idx="26" hasCustomPrompt="1"/>
          </p:nvPr>
        </p:nvSpPr>
        <p:spPr bwMode="gray">
          <a:xfrm>
            <a:off x="3505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0" name="Heading Left Bottom"/>
          <p:cNvSpPr>
            <a:spLocks noGrp="1"/>
          </p:cNvSpPr>
          <p:nvPr>
            <p:ph type="body" sz="quarter" idx="24" hasCustomPrompt="1"/>
          </p:nvPr>
        </p:nvSpPr>
        <p:spPr bwMode="gray">
          <a:xfrm>
            <a:off x="457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6" name="Heading Right Top"/>
          <p:cNvSpPr>
            <a:spLocks noGrp="1"/>
          </p:cNvSpPr>
          <p:nvPr>
            <p:ph type="body" sz="quarter" idx="16" hasCustomPrompt="1"/>
          </p:nvPr>
        </p:nvSpPr>
        <p:spPr bwMode="gray">
          <a:xfrm>
            <a:off x="6553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8" name="Heading Middle Top"/>
          <p:cNvSpPr>
            <a:spLocks noGrp="1"/>
          </p:cNvSpPr>
          <p:nvPr>
            <p:ph type="body" sz="quarter" idx="17" hasCustomPrompt="1"/>
          </p:nvPr>
        </p:nvSpPr>
        <p:spPr bwMode="gray">
          <a:xfrm>
            <a:off x="3505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4" name="Heading Left Top"/>
          <p:cNvSpPr>
            <a:spLocks noGrp="1"/>
          </p:cNvSpPr>
          <p:nvPr>
            <p:ph type="body" sz="quarter" idx="15" hasCustomPrompt="1"/>
          </p:nvPr>
        </p:nvSpPr>
        <p:spPr bwMode="gray">
          <a:xfrm>
            <a:off x="457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16108581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 columns 1/3 split">
    <p:spTree>
      <p:nvGrpSpPr>
        <p:cNvPr id="1" name=""/>
        <p:cNvGrpSpPr/>
        <p:nvPr/>
      </p:nvGrpSpPr>
      <p:grpSpPr>
        <a:xfrm>
          <a:off x="0" y="0"/>
          <a:ext cx="0" cy="0"/>
          <a:chOff x="0" y="0"/>
          <a:chExt cx="0" cy="0"/>
        </a:xfrm>
      </p:grpSpPr>
      <p:sp>
        <p:nvSpPr>
          <p:cNvPr id="15" name="Content Right"/>
          <p:cNvSpPr>
            <a:spLocks noGrp="1"/>
          </p:cNvSpPr>
          <p:nvPr>
            <p:ph idx="28"/>
          </p:nvPr>
        </p:nvSpPr>
        <p:spPr bwMode="gray">
          <a:xfrm>
            <a:off x="3505200" y="1886400"/>
            <a:ext cx="5638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6" name="Content Left"/>
          <p:cNvSpPr>
            <a:spLocks noGrp="1"/>
          </p:cNvSpPr>
          <p:nvPr>
            <p:ph idx="27"/>
          </p:nvPr>
        </p:nvSpPr>
        <p:spPr bwMode="gray">
          <a:xfrm>
            <a:off x="457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9" name="Heading Right"/>
          <p:cNvSpPr>
            <a:spLocks noGrp="1"/>
          </p:cNvSpPr>
          <p:nvPr>
            <p:ph type="body" sz="quarter" idx="17" hasCustomPrompt="1"/>
          </p:nvPr>
        </p:nvSpPr>
        <p:spPr bwMode="gray">
          <a:xfrm>
            <a:off x="3505200" y="1400400"/>
            <a:ext cx="5638800" cy="368300"/>
          </a:xfrm>
        </p:spPr>
        <p:txBody>
          <a:bodyPr lIns="0" tIns="0" rIns="0" bIns="0">
            <a:no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7" name="Heading Left"/>
          <p:cNvSpPr>
            <a:spLocks noGrp="1"/>
          </p:cNvSpPr>
          <p:nvPr>
            <p:ph type="body" sz="quarter" idx="15" hasCustomPrompt="1"/>
          </p:nvPr>
        </p:nvSpPr>
        <p:spPr bwMode="gray">
          <a:xfrm>
            <a:off x="457200" y="1400400"/>
            <a:ext cx="2590800" cy="368300"/>
          </a:xfrm>
        </p:spPr>
        <p:txBody>
          <a:bodyPr lIns="0" tIns="0" rIns="0" bIns="0">
            <a:no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1"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9072656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 columns 2/3 split">
    <p:spTree>
      <p:nvGrpSpPr>
        <p:cNvPr id="1" name=""/>
        <p:cNvGrpSpPr/>
        <p:nvPr/>
      </p:nvGrpSpPr>
      <p:grpSpPr>
        <a:xfrm>
          <a:off x="0" y="0"/>
          <a:ext cx="0" cy="0"/>
          <a:chOff x="0" y="0"/>
          <a:chExt cx="0" cy="0"/>
        </a:xfrm>
      </p:grpSpPr>
      <p:sp>
        <p:nvSpPr>
          <p:cNvPr id="15" name="Content Right"/>
          <p:cNvSpPr>
            <a:spLocks noGrp="1"/>
          </p:cNvSpPr>
          <p:nvPr>
            <p:ph idx="28"/>
          </p:nvPr>
        </p:nvSpPr>
        <p:spPr bwMode="gray">
          <a:xfrm>
            <a:off x="6553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6" name="Content Left"/>
          <p:cNvSpPr>
            <a:spLocks noGrp="1"/>
          </p:cNvSpPr>
          <p:nvPr>
            <p:ph idx="27"/>
          </p:nvPr>
        </p:nvSpPr>
        <p:spPr bwMode="gray">
          <a:xfrm>
            <a:off x="457200" y="1886400"/>
            <a:ext cx="5638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9" name="Heading Right"/>
          <p:cNvSpPr>
            <a:spLocks noGrp="1"/>
          </p:cNvSpPr>
          <p:nvPr>
            <p:ph type="body" sz="quarter" idx="17" hasCustomPrompt="1"/>
          </p:nvPr>
        </p:nvSpPr>
        <p:spPr bwMode="gray">
          <a:xfrm>
            <a:off x="6553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7" name="Heading Left"/>
          <p:cNvSpPr>
            <a:spLocks noGrp="1"/>
          </p:cNvSpPr>
          <p:nvPr>
            <p:ph type="body" sz="quarter" idx="15" hasCustomPrompt="1"/>
          </p:nvPr>
        </p:nvSpPr>
        <p:spPr bwMode="gray">
          <a:xfrm>
            <a:off x="457200" y="1400400"/>
            <a:ext cx="5638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1"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2162726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V – Small Portrait">
    <p:spTree>
      <p:nvGrpSpPr>
        <p:cNvPr id="1" name=""/>
        <p:cNvGrpSpPr/>
        <p:nvPr/>
      </p:nvGrpSpPr>
      <p:grpSpPr>
        <a:xfrm>
          <a:off x="0" y="0"/>
          <a:ext cx="0" cy="0"/>
          <a:chOff x="0" y="0"/>
          <a:chExt cx="0" cy="0"/>
        </a:xfrm>
      </p:grpSpPr>
      <p:sp>
        <p:nvSpPr>
          <p:cNvPr id="6" name="Picture"/>
          <p:cNvSpPr>
            <a:spLocks noGrp="1"/>
          </p:cNvSpPr>
          <p:nvPr>
            <p:ph type="pic" sz="quarter" idx="11"/>
          </p:nvPr>
        </p:nvSpPr>
        <p:spPr bwMode="gray">
          <a:xfrm>
            <a:off x="8382000" y="381000"/>
            <a:ext cx="762000" cy="762000"/>
          </a:xfrm>
          <a:noFill/>
          <a:ln>
            <a:noFill/>
          </a:ln>
        </p:spPr>
        <p:txBody>
          <a:bodyPr lIns="0" tIns="0" rIns="0" bIns="0" anchor="ctr" anchorCtr="0"/>
          <a:lstStyle>
            <a:lvl1pPr marL="0" indent="0" algn="ctr" fontAlgn="base">
              <a:lnSpc>
                <a:spcPct val="100000"/>
              </a:lnSpc>
              <a:spcBef>
                <a:spcPct val="0"/>
              </a:spcBef>
              <a:spcAft>
                <a:spcPct val="0"/>
              </a:spcAft>
              <a:buFontTx/>
              <a:buNone/>
              <a:defRPr sz="1000" b="1">
                <a:solidFill>
                  <a:schemeClr val="accent4"/>
                </a:solidFill>
              </a:defRPr>
            </a:lvl1pPr>
          </a:lstStyle>
          <a:p>
            <a:r>
              <a:rPr lang="en-US" altLang="ja-JP"/>
              <a:t>Click icon to add picture</a:t>
            </a:r>
            <a:endParaRPr lang="en-US"/>
          </a:p>
        </p:txBody>
      </p:sp>
      <p:sp>
        <p:nvSpPr>
          <p:cNvPr id="9" name="Content"/>
          <p:cNvSpPr>
            <a:spLocks noGrp="1"/>
          </p:cNvSpPr>
          <p:nvPr>
            <p:ph type="body" sz="quarter" idx="12"/>
          </p:nvPr>
        </p:nvSpPr>
        <p:spPr bwMode="gray">
          <a:xfrm>
            <a:off x="457204" y="1400400"/>
            <a:ext cx="8686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400" dirty="0" smtClean="0">
                <a:latin typeface="+mn-lt"/>
                <a:ea typeface="+mn-ea"/>
                <a:sym typeface="+mn-lt"/>
              </a:defRPr>
            </a:lvl1pPr>
            <a:lvl2pPr fontAlgn="base">
              <a:lnSpc>
                <a:spcPct val="100000"/>
              </a:lnSpc>
              <a:spcAft>
                <a:spcPts val="0"/>
              </a:spcAft>
              <a:defRPr lang="en-US" sz="1400" dirty="0" smtClean="0">
                <a:latin typeface="+mn-lt"/>
                <a:ea typeface="+mn-ea"/>
                <a:sym typeface="+mn-lt"/>
              </a:defRPr>
            </a:lvl2pPr>
            <a:lvl3pPr fontAlgn="base">
              <a:lnSpc>
                <a:spcPct val="100000"/>
              </a:lnSpc>
              <a:spcAft>
                <a:spcPts val="0"/>
              </a:spcAft>
              <a:defRPr lang="en-US" sz="1400" dirty="0" smtClean="0">
                <a:latin typeface="+mn-lt"/>
                <a:ea typeface="+mn-ea"/>
                <a:sym typeface="+mn-lt"/>
              </a:defRPr>
            </a:lvl3pPr>
            <a:lvl4pPr fontAlgn="base">
              <a:lnSpc>
                <a:spcPct val="100000"/>
              </a:lnSpc>
              <a:spcAft>
                <a:spcPts val="0"/>
              </a:spcAft>
              <a:defRPr lang="en-US" sz="1400" dirty="0" smtClean="0">
                <a:latin typeface="+mn-lt"/>
                <a:ea typeface="+mn-ea"/>
                <a:sym typeface="+mn-lt"/>
              </a:defRPr>
            </a:lvl4pPr>
            <a:lvl5pPr fontAlgn="base">
              <a:lnSpc>
                <a:spcPct val="100000"/>
              </a:lnSpc>
              <a:spcAft>
                <a:spcPts val="0"/>
              </a:spcAft>
              <a:defRPr lang="en-GB" sz="1400" dirty="0" smtClean="0">
                <a:latin typeface="+mn-lt"/>
                <a:ea typeface="+mn-ea"/>
                <a:sym typeface="+mn-lt"/>
              </a:defRPr>
            </a:lvl5pPr>
            <a:lvl6pPr fontAlgn="base">
              <a:lnSpc>
                <a:spcPct val="100000"/>
              </a:lnSpc>
              <a:spcAft>
                <a:spcPts val="0"/>
              </a:spcAft>
              <a:defRPr/>
            </a:lvl6pPr>
            <a:lvl7pPr fontAlgn="base">
              <a:lnSpc>
                <a:spcPct val="100000"/>
              </a:lnSpc>
              <a:spcAft>
                <a:spcPts val="0"/>
              </a:spcAft>
              <a:defRPr/>
            </a:lvl7pPr>
            <a:lvl8pPr fontAlgn="base">
              <a:lnSpc>
                <a:spcPct val="100000"/>
              </a:lnSpc>
              <a:spcAft>
                <a:spcPts val="0"/>
              </a:spcAft>
              <a:defRPr/>
            </a:lvl8pPr>
            <a:lvl9pPr fontAlgn="base">
              <a:lnSpc>
                <a:spcPct val="100000"/>
              </a:lnSpc>
              <a:spcAft>
                <a:spcPts val="0"/>
              </a:spcAft>
              <a:defRPr/>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Title"/>
          <p:cNvSpPr>
            <a:spLocks noGrp="1"/>
          </p:cNvSpPr>
          <p:nvPr>
            <p:ph type="title"/>
          </p:nvPr>
        </p:nvSpPr>
        <p:spPr bwMode="gray">
          <a:xfrm>
            <a:off x="457204" y="381000"/>
            <a:ext cx="7820025"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3442039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Contents">
    <p:spTree>
      <p:nvGrpSpPr>
        <p:cNvPr id="1" name=""/>
        <p:cNvGrpSpPr/>
        <p:nvPr/>
      </p:nvGrpSpPr>
      <p:grpSpPr>
        <a:xfrm>
          <a:off x="0" y="0"/>
          <a:ext cx="0" cy="0"/>
          <a:chOff x="0" y="0"/>
          <a:chExt cx="0" cy="0"/>
        </a:xfrm>
      </p:grpSpPr>
      <p:sp>
        <p:nvSpPr>
          <p:cNvPr id="3" name="Title"/>
          <p:cNvSpPr>
            <a:spLocks noGrp="1"/>
          </p:cNvSpPr>
          <p:nvPr>
            <p:ph type="title" hasCustomPrompt="1"/>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pl-PL" altLang="ja-JP"/>
              <a:t>Contents</a:t>
            </a:r>
            <a:endParaRPr lang="en-US"/>
          </a:p>
        </p:txBody>
      </p:sp>
    </p:spTree>
    <p:extLst>
      <p:ext uri="{BB962C8B-B14F-4D97-AF65-F5344CB8AC3E}">
        <p14:creationId xmlns:p14="http://schemas.microsoft.com/office/powerpoint/2010/main" val="177344518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fidentiality">
    <p:spTree>
      <p:nvGrpSpPr>
        <p:cNvPr id="1" name=""/>
        <p:cNvGrpSpPr/>
        <p:nvPr/>
      </p:nvGrpSpPr>
      <p:grpSpPr>
        <a:xfrm>
          <a:off x="0" y="0"/>
          <a:ext cx="0" cy="0"/>
          <a:chOff x="0" y="0"/>
          <a:chExt cx="0" cy="0"/>
        </a:xfrm>
      </p:grpSpPr>
      <p:graphicFrame>
        <p:nvGraphicFramePr>
          <p:cNvPr id="7" name="DTP_Confidentiality"/>
          <p:cNvGraphicFramePr>
            <a:graphicFrameLocks noGrp="1"/>
          </p:cNvGraphicFramePr>
          <p:nvPr userDrawn="1">
            <p:extLst>
              <p:ext uri="{D42A27DB-BD31-4B8C-83A1-F6EECF244321}">
                <p14:modId xmlns:p14="http://schemas.microsoft.com/office/powerpoint/2010/main" val="3936501286"/>
              </p:ext>
            </p:extLst>
          </p:nvPr>
        </p:nvGraphicFramePr>
        <p:xfrm>
          <a:off x="457204" y="2828544"/>
          <a:ext cx="8686800" cy="1079500"/>
        </p:xfrm>
        <a:graphic>
          <a:graphicData uri="http://schemas.openxmlformats.org/drawingml/2006/table">
            <a:tbl>
              <a:tblPr/>
              <a:tblGrid>
                <a:gridCol w="2774759">
                  <a:extLst>
                    <a:ext uri="{9D8B030D-6E8A-4147-A177-3AD203B41FA5}">
                      <a16:colId xmlns:a16="http://schemas.microsoft.com/office/drawing/2014/main" val="20000"/>
                    </a:ext>
                  </a:extLst>
                </a:gridCol>
                <a:gridCol w="5912041">
                  <a:extLst>
                    <a:ext uri="{9D8B030D-6E8A-4147-A177-3AD203B41FA5}">
                      <a16:colId xmlns:a16="http://schemas.microsoft.com/office/drawing/2014/main" val="20001"/>
                    </a:ext>
                  </a:extLst>
                </a:gridCol>
              </a:tblGrid>
              <a:tr h="1079500">
                <a:tc>
                  <a:txBody>
                    <a:bodyPr/>
                    <a:lstStyle/>
                    <a:p>
                      <a:pPr marL="0" marR="0" lvl="0" indent="0" algn="r" defTabSz="914400" rtl="0" eaLnBrk="1" fontAlgn="base" latinLnBrk="0" hangingPunct="1">
                        <a:lnSpc>
                          <a:spcPct val="100000"/>
                        </a:lnSpc>
                        <a:spcBef>
                          <a:spcPts val="0"/>
                        </a:spcBef>
                        <a:spcAft>
                          <a:spcPct val="0"/>
                        </a:spcAft>
                        <a:buClrTx/>
                        <a:buSzTx/>
                        <a:buFontTx/>
                        <a:buNone/>
                        <a:tabLst/>
                      </a:pPr>
                      <a:r>
                        <a:rPr kumimoji="0" lang="en-US" sz="1400" b="0" i="0" u="none" strike="noStrike" cap="none" normalizeH="0" baseline="0">
                          <a:ln>
                            <a:noFill/>
                          </a:ln>
                          <a:solidFill>
                            <a:srgbClr val="005024"/>
                          </a:solidFill>
                          <a:effectLst/>
                          <a:latin typeface="+mn-lt"/>
                          <a:cs typeface="+mn-cs"/>
                          <a:sym typeface="+mn-lt"/>
                        </a:rPr>
                        <a:t>CONFIDENTIALITY</a:t>
                      </a:r>
                      <a:endParaRPr kumimoji="0" lang="en-GB" sz="1400" b="0" i="0" u="none" strike="noStrike" cap="none" normalizeH="0" baseline="0">
                        <a:ln>
                          <a:noFill/>
                        </a:ln>
                        <a:solidFill>
                          <a:srgbClr val="005024"/>
                        </a:solidFill>
                        <a:effectLst/>
                        <a:latin typeface="+mn-lt"/>
                        <a:cs typeface="+mn-cs"/>
                        <a:sym typeface="+mn-lt"/>
                      </a:endParaRPr>
                    </a:p>
                  </a:txBody>
                  <a:tcPr marL="0" marR="228600" marT="18288" marB="18288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60000"/>
                        </a:spcBef>
                        <a:spcAft>
                          <a:spcPct val="0"/>
                        </a:spcAft>
                        <a:buClrTx/>
                        <a:buSzTx/>
                        <a:buFontTx/>
                        <a:buNone/>
                        <a:tabLst/>
                      </a:pPr>
                      <a:r>
                        <a:rPr kumimoji="0" lang="en-US" sz="800" b="0" i="0" u="none" strike="noStrike" cap="none" normalizeH="0" baseline="0">
                          <a:ln>
                            <a:noFill/>
                          </a:ln>
                          <a:solidFill>
                            <a:schemeClr val="tx1"/>
                          </a:solidFill>
                          <a:effectLst/>
                          <a:latin typeface="+mn-lt"/>
                          <a:cs typeface="+mn-cs"/>
                          <a:sym typeface="+mn-lt"/>
                        </a:rPr>
                        <a:t>This document is among the outputs of </a:t>
                      </a:r>
                      <a:r>
                        <a:rPr kumimoji="0" lang="en-US" sz="800" b="0" i="0" u="none" strike="noStrike" cap="none" normalizeH="0" baseline="0" err="1">
                          <a:ln>
                            <a:noFill/>
                          </a:ln>
                          <a:solidFill>
                            <a:schemeClr val="tx1"/>
                          </a:solidFill>
                          <a:effectLst/>
                          <a:latin typeface="+mn-lt"/>
                          <a:cs typeface="+mn-cs"/>
                          <a:sym typeface="+mn-lt"/>
                        </a:rPr>
                        <a:t>Vietcombank</a:t>
                      </a:r>
                      <a:r>
                        <a:rPr kumimoji="0" lang="en-US" sz="800" b="0" i="0" u="none" strike="noStrike" cap="none" normalizeH="0" baseline="0">
                          <a:ln>
                            <a:noFill/>
                          </a:ln>
                          <a:solidFill>
                            <a:schemeClr val="tx1"/>
                          </a:solidFill>
                          <a:effectLst/>
                          <a:latin typeface="+mn-lt"/>
                          <a:cs typeface="+mn-cs"/>
                          <a:sym typeface="+mn-lt"/>
                        </a:rPr>
                        <a:t> risk management enhancement projects, providing crucial information on credit risk rating methodology and structure for the Bank's credit risk rating system implementation. It is STRICTLY CONFIDENTIAL and for internal use only. </a:t>
                      </a:r>
                    </a:p>
                    <a:p>
                      <a:pPr marL="0" marR="0" lvl="0" indent="0" algn="l" defTabSz="914400" rtl="0" eaLnBrk="1" fontAlgn="base" latinLnBrk="0" hangingPunct="1">
                        <a:lnSpc>
                          <a:spcPct val="100000"/>
                        </a:lnSpc>
                        <a:spcBef>
                          <a:spcPct val="60000"/>
                        </a:spcBef>
                        <a:spcAft>
                          <a:spcPct val="0"/>
                        </a:spcAft>
                        <a:buClrTx/>
                        <a:buSzTx/>
                        <a:buFontTx/>
                        <a:buNone/>
                        <a:tabLst/>
                      </a:pPr>
                      <a:r>
                        <a:rPr kumimoji="0" lang="en-US" sz="800" b="0" i="0" u="none" strike="noStrike" cap="none" normalizeH="0" baseline="0">
                          <a:ln>
                            <a:noFill/>
                          </a:ln>
                          <a:solidFill>
                            <a:schemeClr val="tx1"/>
                          </a:solidFill>
                          <a:effectLst/>
                          <a:latin typeface="+mn-lt"/>
                          <a:cs typeface="+mn-cs"/>
                          <a:sym typeface="+mn-lt"/>
                        </a:rPr>
                        <a:t>@ </a:t>
                      </a:r>
                      <a:r>
                        <a:rPr kumimoji="0" lang="en-US" sz="800" b="0" i="0" u="none" strike="noStrike" cap="none" normalizeH="0" baseline="0" err="1">
                          <a:ln>
                            <a:noFill/>
                          </a:ln>
                          <a:solidFill>
                            <a:schemeClr val="tx1"/>
                          </a:solidFill>
                          <a:effectLst/>
                          <a:latin typeface="+mn-lt"/>
                          <a:cs typeface="+mn-cs"/>
                          <a:sym typeface="+mn-lt"/>
                        </a:rPr>
                        <a:t>Vietcombank</a:t>
                      </a:r>
                      <a:r>
                        <a:rPr kumimoji="0" lang="en-US" sz="800" b="0" i="0" u="none" strike="noStrike" cap="none" normalizeH="0" baseline="0">
                          <a:ln>
                            <a:noFill/>
                          </a:ln>
                          <a:solidFill>
                            <a:schemeClr val="tx1"/>
                          </a:solidFill>
                          <a:effectLst/>
                          <a:latin typeface="+mn-lt"/>
                          <a:cs typeface="+mn-cs"/>
                          <a:sym typeface="+mn-lt"/>
                        </a:rPr>
                        <a:t> 2017</a:t>
                      </a:r>
                    </a:p>
                  </a:txBody>
                  <a:tcPr marL="36576" marR="36576" marT="18288" marB="18288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97259749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Qualifica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036626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Backcover">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3753645" y="2905125"/>
            <a:ext cx="2095500" cy="1047750"/>
          </a:xfrm>
          <a:prstGeom prst="rect">
            <a:avLst/>
          </a:prstGeom>
        </p:spPr>
      </p:pic>
    </p:spTree>
    <p:extLst>
      <p:ext uri="{BB962C8B-B14F-4D97-AF65-F5344CB8AC3E}">
        <p14:creationId xmlns:p14="http://schemas.microsoft.com/office/powerpoint/2010/main" val="114905144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04324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rot="16200000">
            <a:off x="3105204" y="28525"/>
            <a:ext cx="3391985" cy="9602384"/>
          </a:xfrm>
          <a:prstGeom prst="rect">
            <a:avLst/>
          </a:prstGeom>
        </p:spPr>
      </p:pic>
      <p:sp>
        <p:nvSpPr>
          <p:cNvPr id="2" name="DTP_Attribute"/>
          <p:cNvSpPr txBox="1"/>
          <p:nvPr/>
        </p:nvSpPr>
        <p:spPr bwMode="gray">
          <a:xfrm>
            <a:off x="903292" y="6459538"/>
            <a:ext cx="65" cy="132344"/>
          </a:xfrm>
          <a:prstGeom prst="rect">
            <a:avLst/>
          </a:prstGeom>
          <a:noFill/>
        </p:spPr>
        <p:txBody>
          <a:bodyPr vert="horz" wrap="none" lIns="0" tIns="0" rIns="0" bIns="0" rtlCol="0" anchor="b">
            <a:spAutoFit/>
          </a:bodyPr>
          <a:lstStyle/>
          <a:p>
            <a:pPr algn="l"/>
            <a:endParaRPr lang="it-IT" b="1" cap="all">
              <a:solidFill>
                <a:srgbClr val="9BBD5E"/>
              </a:solidFill>
              <a:latin typeface="Arial"/>
              <a:sym typeface="+mn-lt"/>
            </a:endParaRPr>
          </a:p>
        </p:txBody>
      </p:sp>
      <p:sp>
        <p:nvSpPr>
          <p:cNvPr id="5" name="Date"/>
          <p:cNvSpPr>
            <a:spLocks noGrp="1"/>
          </p:cNvSpPr>
          <p:nvPr>
            <p:ph type="body" sz="quarter" idx="11" hasCustomPrompt="1"/>
          </p:nvPr>
        </p:nvSpPr>
        <p:spPr bwMode="gray">
          <a:xfrm>
            <a:off x="571505" y="2232443"/>
            <a:ext cx="4055906" cy="276999"/>
          </a:xfrm>
        </p:spPr>
        <p:txBody>
          <a:bodyPr wrap="square" lIns="0" tIns="0" rIns="0" bIns="0">
            <a:spAutoFit/>
          </a:bodyPr>
          <a:lstStyle>
            <a:lvl1pPr marL="0" indent="0" fontAlgn="base">
              <a:lnSpc>
                <a:spcPct val="100000"/>
              </a:lnSpc>
              <a:spcBef>
                <a:spcPct val="0"/>
              </a:spcBef>
              <a:spcAft>
                <a:spcPct val="0"/>
              </a:spcAft>
              <a:buNone/>
              <a:defRPr sz="1800" cap="all" baseline="0">
                <a:solidFill>
                  <a:schemeClr val="tx1">
                    <a:lumMod val="50000"/>
                    <a:lumOff val="50000"/>
                  </a:schemeClr>
                </a:solidFill>
                <a:latin typeface="+mn-lt"/>
                <a:sym typeface="+mn-lt"/>
              </a:defRPr>
            </a:lvl1pPr>
          </a:lstStyle>
          <a:p>
            <a:pPr lvl="0"/>
            <a:r>
              <a:rPr lang="en-US"/>
              <a:t>DATE</a:t>
            </a:r>
          </a:p>
        </p:txBody>
      </p:sp>
      <p:sp>
        <p:nvSpPr>
          <p:cNvPr id="3" name="Title"/>
          <p:cNvSpPr>
            <a:spLocks noGrp="1"/>
          </p:cNvSpPr>
          <p:nvPr>
            <p:ph type="body" sz="quarter" idx="10" hasCustomPrompt="1"/>
          </p:nvPr>
        </p:nvSpPr>
        <p:spPr bwMode="gray">
          <a:xfrm>
            <a:off x="571501" y="1126733"/>
            <a:ext cx="8569324" cy="704232"/>
          </a:xfrm>
          <a:ln>
            <a:noFill/>
          </a:ln>
        </p:spPr>
        <p:txBody>
          <a:bodyPr wrap="square" lIns="0" tIns="0" rIns="0" bIns="0">
            <a:spAutoFit/>
          </a:bodyPr>
          <a:lstStyle>
            <a:lvl1pPr marL="0" indent="0" fontAlgn="base">
              <a:lnSpc>
                <a:spcPct val="88000"/>
              </a:lnSpc>
              <a:spcBef>
                <a:spcPts val="0"/>
              </a:spcBef>
              <a:spcAft>
                <a:spcPct val="0"/>
              </a:spcAft>
              <a:buNone/>
              <a:defRPr sz="2800" cap="all" baseline="0">
                <a:solidFill>
                  <a:srgbClr val="005024"/>
                </a:solidFill>
                <a:latin typeface="+mn-lt"/>
                <a:sym typeface="+mn-lt"/>
              </a:defRPr>
            </a:lvl1pPr>
            <a:lvl2pPr marL="0" indent="0" fontAlgn="base">
              <a:lnSpc>
                <a:spcPct val="88000"/>
              </a:lnSpc>
              <a:spcBef>
                <a:spcPts val="0"/>
              </a:spcBef>
              <a:spcAft>
                <a:spcPct val="0"/>
              </a:spcAft>
              <a:buNone/>
              <a:defRPr sz="2400" cap="all" baseline="0">
                <a:solidFill>
                  <a:schemeClr val="tx1">
                    <a:lumMod val="50000"/>
                    <a:lumOff val="50000"/>
                  </a:schemeClr>
                </a:solidFill>
                <a:latin typeface="+mn-lt"/>
                <a:sym typeface="+mn-lt"/>
              </a:defRPr>
            </a:lvl2pPr>
          </a:lstStyle>
          <a:p>
            <a:pPr lvl="0"/>
            <a:r>
              <a:rPr lang="en-US"/>
              <a:t>TITLE</a:t>
            </a:r>
          </a:p>
          <a:p>
            <a:pPr lvl="1"/>
            <a:r>
              <a:rPr lang="en-US"/>
              <a:t>SUBTITLE</a:t>
            </a:r>
          </a:p>
        </p:txBody>
      </p:sp>
      <p:pic>
        <p:nvPicPr>
          <p:cNvPr id="10" name="Picture 9"/>
          <p:cNvPicPr>
            <a:picLocks noChangeAspect="1"/>
          </p:cNvPicPr>
          <p:nvPr userDrawn="1"/>
        </p:nvPicPr>
        <p:blipFill>
          <a:blip r:embed="rId3"/>
          <a:stretch>
            <a:fillRect/>
          </a:stretch>
        </p:blipFill>
        <p:spPr>
          <a:xfrm>
            <a:off x="571505" y="66683"/>
            <a:ext cx="1632711" cy="707217"/>
          </a:xfrm>
          <a:prstGeom prst="rect">
            <a:avLst/>
          </a:prstGeom>
        </p:spPr>
      </p:pic>
      <p:sp>
        <p:nvSpPr>
          <p:cNvPr id="24" name="DTP_Copyright"/>
          <p:cNvSpPr txBox="1">
            <a:spLocks noChangeArrowheads="1"/>
          </p:cNvSpPr>
          <p:nvPr userDrawn="1"/>
        </p:nvSpPr>
        <p:spPr bwMode="gray">
          <a:xfrm>
            <a:off x="571501" y="6573917"/>
            <a:ext cx="833562" cy="10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algn="l">
              <a:defRPr>
                <a:solidFill>
                  <a:schemeClr val="tx1"/>
                </a:solidFill>
                <a:latin typeface="Arial" charset="0"/>
              </a:defRPr>
            </a:lvl1pPr>
            <a:lvl2pPr marL="742950" indent="-285750" algn="l">
              <a:defRPr>
                <a:solidFill>
                  <a:schemeClr val="tx1"/>
                </a:solidFill>
                <a:latin typeface="Arial" charset="0"/>
              </a:defRPr>
            </a:lvl2pPr>
            <a:lvl3pPr marL="1143000" indent="-228600" algn="l">
              <a:defRPr>
                <a:solidFill>
                  <a:schemeClr val="tx1"/>
                </a:solidFill>
                <a:latin typeface="Arial" charset="0"/>
              </a:defRPr>
            </a:lvl3pPr>
            <a:lvl4pPr marL="1600200" indent="-228600" algn="l">
              <a:defRPr>
                <a:solidFill>
                  <a:schemeClr val="tx1"/>
                </a:solidFill>
                <a:latin typeface="Arial" charset="0"/>
              </a:defRPr>
            </a:lvl4pPr>
            <a:lvl5pPr marL="2057400" indent="-228600" algn="l">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nSpc>
                <a:spcPct val="100000"/>
              </a:lnSpc>
            </a:pPr>
            <a:r>
              <a:rPr lang="en-US" sz="700">
                <a:solidFill>
                  <a:srgbClr val="000000">
                    <a:lumMod val="50000"/>
                    <a:lumOff val="50000"/>
                  </a:srgbClr>
                </a:solidFill>
                <a:sym typeface="+mn-lt"/>
              </a:rPr>
              <a:t>© </a:t>
            </a:r>
            <a:r>
              <a:rPr lang="en-US" sz="700" err="1">
                <a:solidFill>
                  <a:srgbClr val="000000">
                    <a:lumMod val="50000"/>
                    <a:lumOff val="50000"/>
                  </a:srgbClr>
                </a:solidFill>
                <a:sym typeface="+mn-lt"/>
              </a:rPr>
              <a:t>Vietcombank</a:t>
            </a:r>
            <a:r>
              <a:rPr lang="en-US" sz="700">
                <a:solidFill>
                  <a:srgbClr val="000000">
                    <a:lumMod val="50000"/>
                    <a:lumOff val="50000"/>
                  </a:srgbClr>
                </a:solidFill>
                <a:sym typeface="+mn-lt"/>
              </a:rPr>
              <a:t> 2019</a:t>
            </a:r>
          </a:p>
        </p:txBody>
      </p:sp>
      <p:sp>
        <p:nvSpPr>
          <p:cNvPr id="25" name="Rectangle 24"/>
          <p:cNvSpPr/>
          <p:nvPr userDrawn="1"/>
        </p:nvSpPr>
        <p:spPr>
          <a:xfrm>
            <a:off x="504826" y="6040793"/>
            <a:ext cx="1245854" cy="224677"/>
          </a:xfrm>
          <a:prstGeom prst="rect">
            <a:avLst/>
          </a:prstGeom>
        </p:spPr>
        <p:txBody>
          <a:bodyPr wrap="none">
            <a:spAutoFit/>
          </a:bodyPr>
          <a:lstStyle/>
          <a:p>
            <a:pPr algn="l"/>
            <a:r>
              <a:rPr lang="en-GB" b="1">
                <a:solidFill>
                  <a:srgbClr val="FFFFFF"/>
                </a:solidFill>
              </a:rPr>
              <a:t>HANOI, VIETNAM</a:t>
            </a:r>
          </a:p>
        </p:txBody>
      </p:sp>
      <p:pic>
        <p:nvPicPr>
          <p:cNvPr id="11" name="DTP_CompanyLogo"/>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6963741" y="542462"/>
            <a:ext cx="2177084" cy="182809"/>
          </a:xfrm>
          <a:prstGeom prst="rect">
            <a:avLst/>
          </a:prstGeom>
        </p:spPr>
      </p:pic>
    </p:spTree>
    <p:extLst>
      <p:ext uri="{BB962C8B-B14F-4D97-AF65-F5344CB8AC3E}">
        <p14:creationId xmlns:p14="http://schemas.microsoft.com/office/powerpoint/2010/main" val="33380667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024"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3705839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cNvSpPr>
            <a:spLocks noGrp="1"/>
          </p:cNvSpPr>
          <p:nvPr>
            <p:ph idx="1"/>
          </p:nvPr>
        </p:nvSpPr>
        <p:spPr bwMode="gray">
          <a:xfrm>
            <a:off x="457204" y="1400400"/>
            <a:ext cx="8686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dirty="0" smtClean="0">
                <a:latin typeface="+mn-lt"/>
                <a:ea typeface="+mn-ea"/>
                <a:sym typeface="+mn-lt"/>
              </a:defRPr>
            </a:lvl1pPr>
            <a:lvl2pPr fontAlgn="base">
              <a:lnSpc>
                <a:spcPct val="100000"/>
              </a:lnSpc>
              <a:spcAft>
                <a:spcPts val="0"/>
              </a:spcAft>
              <a:defRPr lang="en-US" dirty="0" smtClean="0">
                <a:latin typeface="+mn-lt"/>
                <a:ea typeface="+mn-ea"/>
                <a:sym typeface="+mn-lt"/>
              </a:defRPr>
            </a:lvl2pPr>
            <a:lvl3pPr fontAlgn="base">
              <a:lnSpc>
                <a:spcPct val="100000"/>
              </a:lnSpc>
              <a:spcAft>
                <a:spcPts val="0"/>
              </a:spcAft>
              <a:defRPr lang="en-US" dirty="0" smtClean="0">
                <a:latin typeface="+mn-lt"/>
                <a:ea typeface="+mn-ea"/>
                <a:sym typeface="+mn-lt"/>
              </a:defRPr>
            </a:lvl3pPr>
            <a:lvl4pPr fontAlgn="base">
              <a:lnSpc>
                <a:spcPct val="100000"/>
              </a:lnSpc>
              <a:spcAft>
                <a:spcPts val="0"/>
              </a:spcAft>
              <a:defRPr lang="en-US" dirty="0" smtClean="0">
                <a:latin typeface="+mn-lt"/>
                <a:ea typeface="+mn-ea"/>
                <a:sym typeface="+mn-lt"/>
              </a:defRPr>
            </a:lvl4pPr>
            <a:lvl5pPr fontAlgn="base">
              <a:lnSpc>
                <a:spcPct val="100000"/>
              </a:lnSpc>
              <a:spcAft>
                <a:spcPts val="0"/>
              </a:spcAft>
              <a:defRPr lang="en-GB" dirty="0" smtClean="0">
                <a:latin typeface="+mn-lt"/>
                <a:ea typeface="+mn-ea"/>
                <a:sym typeface="+mn-lt"/>
              </a:defRPr>
            </a:lvl5pPr>
            <a:lvl6pPr fontAlgn="base">
              <a:lnSpc>
                <a:spcPct val="100000"/>
              </a:lnSpc>
              <a:spcAft>
                <a:spcPts val="0"/>
              </a:spcAft>
              <a:defRPr/>
            </a:lvl6pPr>
            <a:lvl7pPr fontAlgn="base">
              <a:lnSpc>
                <a:spcPct val="100000"/>
              </a:lnSpc>
              <a:spcAft>
                <a:spcPts val="0"/>
              </a:spcAft>
              <a:defRPr/>
            </a:lvl7pPr>
            <a:lvl8pPr fontAlgn="base">
              <a:lnSpc>
                <a:spcPct val="100000"/>
              </a:lnSpc>
              <a:spcAft>
                <a:spcPts val="0"/>
              </a:spcAft>
              <a:defRPr/>
            </a:lvl8pPr>
            <a:lvl9pPr fontAlgn="base">
              <a:lnSpc>
                <a:spcPct val="100000"/>
              </a:lnSpc>
              <a:spcAft>
                <a:spcPts val="0"/>
              </a:spcAft>
              <a:defRPr/>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82355488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Heading">
    <p:spTree>
      <p:nvGrpSpPr>
        <p:cNvPr id="1" name=""/>
        <p:cNvGrpSpPr/>
        <p:nvPr/>
      </p:nvGrpSpPr>
      <p:grpSpPr>
        <a:xfrm>
          <a:off x="0" y="0"/>
          <a:ext cx="0" cy="0"/>
          <a:chOff x="0" y="0"/>
          <a:chExt cx="0" cy="0"/>
        </a:xfrm>
      </p:grpSpPr>
      <p:sp>
        <p:nvSpPr>
          <p:cNvPr id="8" name="Heading"/>
          <p:cNvSpPr>
            <a:spLocks noGrp="1"/>
          </p:cNvSpPr>
          <p:nvPr>
            <p:ph type="body" sz="quarter" idx="15" hasCustomPrompt="1"/>
          </p:nvPr>
        </p:nvSpPr>
        <p:spPr bwMode="gray">
          <a:xfrm>
            <a:off x="457204" y="1400400"/>
            <a:ext cx="8686800" cy="369332"/>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a:t>
            </a:r>
            <a:r>
              <a:rPr lang="pl-PL"/>
              <a:t>2</a:t>
            </a:r>
            <a:r>
              <a:rPr lang="en-US"/>
              <a:t> </a:t>
            </a:r>
            <a:r>
              <a:rPr lang="en-US" err="1"/>
              <a:t>pt</a:t>
            </a:r>
            <a:endParaRPr lang="en-US"/>
          </a:p>
          <a:p>
            <a:pPr lvl="1"/>
            <a:r>
              <a:rPr lang="en-US"/>
              <a:t>Subheading 1</a:t>
            </a:r>
            <a:r>
              <a:rPr lang="pl-PL"/>
              <a:t>2</a:t>
            </a:r>
            <a:r>
              <a:rPr lang="en-US"/>
              <a:t> </a:t>
            </a:r>
            <a:r>
              <a:rPr lang="en-US" err="1"/>
              <a:t>pt</a:t>
            </a:r>
            <a:endParaRPr lang="en-US"/>
          </a:p>
        </p:txBody>
      </p:sp>
      <p:sp>
        <p:nvSpPr>
          <p:cNvPr id="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89468089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and Content with heading">
    <p:spTree>
      <p:nvGrpSpPr>
        <p:cNvPr id="1" name=""/>
        <p:cNvGrpSpPr/>
        <p:nvPr/>
      </p:nvGrpSpPr>
      <p:grpSpPr>
        <a:xfrm>
          <a:off x="0" y="0"/>
          <a:ext cx="0" cy="0"/>
          <a:chOff x="0" y="0"/>
          <a:chExt cx="0" cy="0"/>
        </a:xfrm>
      </p:grpSpPr>
      <p:sp>
        <p:nvSpPr>
          <p:cNvPr id="3" name="Content"/>
          <p:cNvSpPr>
            <a:spLocks noGrp="1"/>
          </p:cNvSpPr>
          <p:nvPr>
            <p:ph idx="1"/>
          </p:nvPr>
        </p:nvSpPr>
        <p:spPr bwMode="gray">
          <a:xfrm>
            <a:off x="457204" y="1886400"/>
            <a:ext cx="8686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dirty="0" smtClean="0">
                <a:latin typeface="+mn-lt"/>
                <a:ea typeface="+mn-ea"/>
                <a:sym typeface="+mn-lt"/>
              </a:defRPr>
            </a:lvl1pPr>
            <a:lvl2pPr fontAlgn="base">
              <a:lnSpc>
                <a:spcPct val="100000"/>
              </a:lnSpc>
              <a:spcAft>
                <a:spcPts val="0"/>
              </a:spcAft>
              <a:defRPr lang="en-US" dirty="0" smtClean="0">
                <a:latin typeface="+mn-lt"/>
                <a:ea typeface="+mn-ea"/>
                <a:sym typeface="+mn-lt"/>
              </a:defRPr>
            </a:lvl2pPr>
            <a:lvl3pPr fontAlgn="base">
              <a:lnSpc>
                <a:spcPct val="100000"/>
              </a:lnSpc>
              <a:spcAft>
                <a:spcPts val="0"/>
              </a:spcAft>
              <a:defRPr lang="en-US" dirty="0" smtClean="0">
                <a:latin typeface="+mn-lt"/>
                <a:ea typeface="+mn-ea"/>
                <a:sym typeface="+mn-lt"/>
              </a:defRPr>
            </a:lvl3pPr>
            <a:lvl4pPr fontAlgn="base">
              <a:lnSpc>
                <a:spcPct val="100000"/>
              </a:lnSpc>
              <a:spcAft>
                <a:spcPts val="0"/>
              </a:spcAft>
              <a:defRPr lang="en-US" dirty="0" smtClean="0">
                <a:latin typeface="+mn-lt"/>
                <a:ea typeface="+mn-ea"/>
                <a:sym typeface="+mn-lt"/>
              </a:defRPr>
            </a:lvl4pPr>
            <a:lvl5pPr fontAlgn="base">
              <a:lnSpc>
                <a:spcPct val="100000"/>
              </a:lnSpc>
              <a:spcAft>
                <a:spcPts val="0"/>
              </a:spcAft>
              <a:defRPr lang="en-GB" dirty="0" smtClean="0">
                <a:latin typeface="+mn-lt"/>
                <a:ea typeface="+mn-ea"/>
                <a:sym typeface="+mn-lt"/>
              </a:defRPr>
            </a:lvl5pPr>
            <a:lvl6pPr fontAlgn="base">
              <a:lnSpc>
                <a:spcPct val="100000"/>
              </a:lnSpc>
              <a:spcAft>
                <a:spcPts val="0"/>
              </a:spcAft>
              <a:defRPr/>
            </a:lvl6pPr>
            <a:lvl7pPr fontAlgn="base">
              <a:lnSpc>
                <a:spcPct val="100000"/>
              </a:lnSpc>
              <a:spcAft>
                <a:spcPts val="0"/>
              </a:spcAft>
              <a:defRPr/>
            </a:lvl7pPr>
            <a:lvl8pPr fontAlgn="base">
              <a:lnSpc>
                <a:spcPct val="100000"/>
              </a:lnSpc>
              <a:spcAft>
                <a:spcPts val="0"/>
              </a:spcAft>
              <a:defRPr/>
            </a:lvl8pPr>
            <a:lvl9pPr fontAlgn="base">
              <a:lnSpc>
                <a:spcPct val="100000"/>
              </a:lnSpc>
              <a:spcAft>
                <a:spcPts val="0"/>
              </a:spcAft>
              <a:defRPr/>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Heading "/>
          <p:cNvSpPr>
            <a:spLocks noGrp="1"/>
          </p:cNvSpPr>
          <p:nvPr>
            <p:ph type="body" sz="quarter" idx="15" hasCustomPrompt="1"/>
          </p:nvPr>
        </p:nvSpPr>
        <p:spPr bwMode="gray">
          <a:xfrm>
            <a:off x="457204" y="1400400"/>
            <a:ext cx="8686800" cy="431800"/>
          </a:xfrm>
        </p:spPr>
        <p:txBody>
          <a:bodyPr lIns="0" tIns="0" rIns="0" bIns="0">
            <a:spAutoFit/>
          </a:bodyPr>
          <a:lstStyle>
            <a:lvl1pPr marL="0" indent="0" fontAlgn="base">
              <a:lnSpc>
                <a:spcPct val="100000"/>
              </a:lnSpc>
              <a:spcBef>
                <a:spcPts val="0"/>
              </a:spcBef>
              <a:spcAft>
                <a:spcPct val="0"/>
              </a:spcAft>
              <a:buNone/>
              <a:defRPr sz="1400" b="1">
                <a:solidFill>
                  <a:schemeClr val="tx1"/>
                </a:solidFill>
                <a:latin typeface="+mn-lt"/>
                <a:sym typeface="+mn-lt"/>
              </a:defRPr>
            </a:lvl1pPr>
            <a:lvl2pPr marL="0" indent="0" fontAlgn="base">
              <a:lnSpc>
                <a:spcPct val="100000"/>
              </a:lnSpc>
              <a:spcBef>
                <a:spcPts val="0"/>
              </a:spcBef>
              <a:spcAft>
                <a:spcPct val="0"/>
              </a:spcAft>
              <a:buNone/>
              <a:defRPr sz="14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14 </a:t>
            </a:r>
            <a:r>
              <a:rPr lang="en-US" err="1"/>
              <a:t>pt</a:t>
            </a:r>
            <a:endParaRPr lang="en-US"/>
          </a:p>
          <a:p>
            <a:pPr lvl="1"/>
            <a:r>
              <a:rPr lang="en-US"/>
              <a:t>Subheading 14 </a:t>
            </a:r>
            <a:r>
              <a:rPr lang="en-US" err="1"/>
              <a:t>pt</a:t>
            </a:r>
            <a:endParaRPr lang="en-US"/>
          </a:p>
        </p:txBody>
      </p:sp>
      <p:sp>
        <p:nvSpPr>
          <p:cNvPr id="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8977817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and 2 Content with heading">
    <p:spTree>
      <p:nvGrpSpPr>
        <p:cNvPr id="1" name=""/>
        <p:cNvGrpSpPr/>
        <p:nvPr/>
      </p:nvGrpSpPr>
      <p:grpSpPr>
        <a:xfrm>
          <a:off x="0" y="0"/>
          <a:ext cx="0" cy="0"/>
          <a:chOff x="0" y="0"/>
          <a:chExt cx="0" cy="0"/>
        </a:xfrm>
      </p:grpSpPr>
      <p:sp>
        <p:nvSpPr>
          <p:cNvPr id="8" name="Content Bottom"/>
          <p:cNvSpPr>
            <a:spLocks noGrp="1"/>
          </p:cNvSpPr>
          <p:nvPr>
            <p:ph idx="21"/>
          </p:nvPr>
        </p:nvSpPr>
        <p:spPr bwMode="gray">
          <a:xfrm>
            <a:off x="457204" y="4489257"/>
            <a:ext cx="8686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Heading Bottom"/>
          <p:cNvSpPr>
            <a:spLocks noGrp="1"/>
          </p:cNvSpPr>
          <p:nvPr>
            <p:ph type="body" sz="quarter" idx="22" hasCustomPrompt="1"/>
          </p:nvPr>
        </p:nvSpPr>
        <p:spPr bwMode="gray">
          <a:xfrm>
            <a:off x="457204" y="4003257"/>
            <a:ext cx="8686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4" name="Content Top"/>
          <p:cNvSpPr>
            <a:spLocks noGrp="1"/>
          </p:cNvSpPr>
          <p:nvPr>
            <p:ph idx="1"/>
          </p:nvPr>
        </p:nvSpPr>
        <p:spPr bwMode="gray">
          <a:xfrm>
            <a:off x="457204" y="1886400"/>
            <a:ext cx="8686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6" name="Heading Top"/>
          <p:cNvSpPr>
            <a:spLocks noGrp="1"/>
          </p:cNvSpPr>
          <p:nvPr>
            <p:ph type="body" sz="quarter" idx="15" hasCustomPrompt="1"/>
          </p:nvPr>
        </p:nvSpPr>
        <p:spPr bwMode="gray">
          <a:xfrm>
            <a:off x="457204" y="1400400"/>
            <a:ext cx="8686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57022923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Section">
    <p:spTree>
      <p:nvGrpSpPr>
        <p:cNvPr id="1" name=""/>
        <p:cNvGrpSpPr/>
        <p:nvPr/>
      </p:nvGrpSpPr>
      <p:grpSpPr>
        <a:xfrm>
          <a:off x="0" y="0"/>
          <a:ext cx="0" cy="0"/>
          <a:chOff x="0" y="0"/>
          <a:chExt cx="0" cy="0"/>
        </a:xfrm>
      </p:grpSpPr>
      <p:sp>
        <p:nvSpPr>
          <p:cNvPr id="13" name="SectionTitle"/>
          <p:cNvSpPr>
            <a:spLocks noGrp="1"/>
          </p:cNvSpPr>
          <p:nvPr>
            <p:ph type="body" sz="quarter" idx="11" hasCustomPrompt="1"/>
          </p:nvPr>
        </p:nvSpPr>
        <p:spPr bwMode="gray">
          <a:xfrm>
            <a:off x="3034150" y="2934396"/>
            <a:ext cx="6106679" cy="1007181"/>
          </a:xfrm>
          <a:blipFill dpi="0" rotWithShape="1">
            <a:blip r:embed="rId2"/>
            <a:srcRect/>
            <a:stretch>
              <a:fillRect/>
            </a:stretch>
          </a:blipFill>
          <a:ln>
            <a:noFill/>
          </a:ln>
          <a:effectLst/>
        </p:spPr>
        <p:txBody>
          <a:bodyPr vert="horz" wrap="square" lIns="144000" tIns="72000" rIns="0" bIns="72000" numCol="1" anchor="t" anchorCtr="0" compatLnSpc="1">
            <a:prstTxWarp prst="textNoShape">
              <a:avLst/>
            </a:prstTxWarp>
            <a:spAutoFit/>
          </a:bodyPr>
          <a:lstStyle>
            <a:lvl1pPr marL="0" indent="0" algn="l" fontAlgn="base">
              <a:lnSpc>
                <a:spcPct val="100000"/>
              </a:lnSpc>
              <a:spcBef>
                <a:spcPts val="0"/>
              </a:spcBef>
              <a:spcAft>
                <a:spcPct val="0"/>
              </a:spcAft>
              <a:buNone/>
              <a:defRPr lang="en-US" sz="2800" kern="0" baseline="0" dirty="0" smtClean="0">
                <a:solidFill>
                  <a:srgbClr val="005024"/>
                </a:solidFill>
                <a:latin typeface="+mn-lt"/>
                <a:sym typeface="+mn-lt"/>
              </a:defRPr>
            </a:lvl1pPr>
            <a:lvl2pPr marL="457200" indent="-457200" algn="l">
              <a:buNone/>
              <a:defRPr lang="en-US" sz="2800" kern="1200" dirty="0" smtClean="0">
                <a:solidFill>
                  <a:schemeClr val="accent1"/>
                </a:solidFill>
                <a:ea typeface="+mn-ea"/>
              </a:defRPr>
            </a:lvl2pPr>
          </a:lstStyle>
          <a:p>
            <a:pPr marL="0" lvl="0" indent="0">
              <a:lnSpc>
                <a:spcPct val="100000"/>
              </a:lnSpc>
              <a:spcBef>
                <a:spcPts val="0"/>
              </a:spcBef>
            </a:pPr>
            <a:r>
              <a:rPr lang="en-US"/>
              <a:t>Click to add text</a:t>
            </a:r>
          </a:p>
          <a:p>
            <a:pPr marL="0" lvl="0" indent="0">
              <a:lnSpc>
                <a:spcPct val="100000"/>
              </a:lnSpc>
              <a:spcBef>
                <a:spcPts val="0"/>
              </a:spcBef>
            </a:pPr>
            <a:endParaRPr lang="en-US"/>
          </a:p>
        </p:txBody>
      </p:sp>
      <p:sp>
        <p:nvSpPr>
          <p:cNvPr id="15" name="SectionNumber"/>
          <p:cNvSpPr>
            <a:spLocks noGrp="1"/>
          </p:cNvSpPr>
          <p:nvPr>
            <p:ph type="body" sz="quarter" idx="12" hasCustomPrompt="1"/>
          </p:nvPr>
        </p:nvSpPr>
        <p:spPr bwMode="gray">
          <a:xfrm>
            <a:off x="457200" y="2934392"/>
            <a:ext cx="2422179" cy="1008000"/>
          </a:xfrm>
        </p:spPr>
        <p:txBody>
          <a:bodyPr lIns="0" tIns="72000" rIns="0" bIns="72000"/>
          <a:lstStyle>
            <a:lvl1pPr marL="0" indent="0" algn="r" fontAlgn="base">
              <a:lnSpc>
                <a:spcPct val="100000"/>
              </a:lnSpc>
              <a:spcBef>
                <a:spcPct val="0"/>
              </a:spcBef>
              <a:spcAft>
                <a:spcPct val="0"/>
              </a:spcAft>
              <a:buNone/>
              <a:defRPr sz="2800">
                <a:solidFill>
                  <a:schemeClr val="tx1">
                    <a:lumMod val="50000"/>
                    <a:lumOff val="50000"/>
                  </a:schemeClr>
                </a:solidFill>
                <a:latin typeface="+mn-lt"/>
                <a:sym typeface="+mn-lt"/>
              </a:defRPr>
            </a:lvl1pPr>
          </a:lstStyle>
          <a:p>
            <a:pPr lvl="0"/>
            <a:r>
              <a:rPr lang="en-US"/>
              <a:t>Section #</a:t>
            </a:r>
          </a:p>
        </p:txBody>
      </p:sp>
    </p:spTree>
    <p:extLst>
      <p:ext uri="{BB962C8B-B14F-4D97-AF65-F5344CB8AC3E}">
        <p14:creationId xmlns:p14="http://schemas.microsoft.com/office/powerpoint/2010/main" val="293832494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6" name="Content Right"/>
          <p:cNvSpPr>
            <a:spLocks noGrp="1"/>
          </p:cNvSpPr>
          <p:nvPr>
            <p:ph idx="11"/>
          </p:nvPr>
        </p:nvSpPr>
        <p:spPr bwMode="gray">
          <a:xfrm>
            <a:off x="5029200" y="1400400"/>
            <a:ext cx="4114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5" name="Content Left"/>
          <p:cNvSpPr>
            <a:spLocks noGrp="1"/>
          </p:cNvSpPr>
          <p:nvPr>
            <p:ph idx="1"/>
          </p:nvPr>
        </p:nvSpPr>
        <p:spPr bwMode="gray">
          <a:xfrm>
            <a:off x="457200" y="1400400"/>
            <a:ext cx="4114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26455736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 columns with heading">
    <p:spTree>
      <p:nvGrpSpPr>
        <p:cNvPr id="1" name=""/>
        <p:cNvGrpSpPr/>
        <p:nvPr/>
      </p:nvGrpSpPr>
      <p:grpSpPr>
        <a:xfrm>
          <a:off x="0" y="0"/>
          <a:ext cx="0" cy="0"/>
          <a:chOff x="0" y="0"/>
          <a:chExt cx="0" cy="0"/>
        </a:xfrm>
      </p:grpSpPr>
      <p:sp>
        <p:nvSpPr>
          <p:cNvPr id="16" name="Content Right"/>
          <p:cNvSpPr>
            <a:spLocks noGrp="1"/>
          </p:cNvSpPr>
          <p:nvPr>
            <p:ph idx="11"/>
          </p:nvPr>
        </p:nvSpPr>
        <p:spPr bwMode="gray">
          <a:xfrm>
            <a:off x="5029200" y="1886400"/>
            <a:ext cx="4114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5" name="Content Left"/>
          <p:cNvSpPr>
            <a:spLocks noGrp="1"/>
          </p:cNvSpPr>
          <p:nvPr>
            <p:ph idx="1"/>
          </p:nvPr>
        </p:nvSpPr>
        <p:spPr bwMode="gray">
          <a:xfrm>
            <a:off x="457200" y="1886400"/>
            <a:ext cx="4114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4" name="Heading Right"/>
          <p:cNvSpPr>
            <a:spLocks noGrp="1"/>
          </p:cNvSpPr>
          <p:nvPr>
            <p:ph type="body" sz="quarter" idx="16" hasCustomPrompt="1"/>
          </p:nvPr>
        </p:nvSpPr>
        <p:spPr bwMode="gray">
          <a:xfrm>
            <a:off x="5029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3" name="Heading Left"/>
          <p:cNvSpPr>
            <a:spLocks noGrp="1"/>
          </p:cNvSpPr>
          <p:nvPr>
            <p:ph type="body" sz="quarter" idx="15" hasCustomPrompt="1"/>
          </p:nvPr>
        </p:nvSpPr>
        <p:spPr bwMode="gray">
          <a:xfrm>
            <a:off x="457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4978810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 headings">
    <p:spTree>
      <p:nvGrpSpPr>
        <p:cNvPr id="1" name=""/>
        <p:cNvGrpSpPr/>
        <p:nvPr/>
      </p:nvGrpSpPr>
      <p:grpSpPr>
        <a:xfrm>
          <a:off x="0" y="0"/>
          <a:ext cx="0" cy="0"/>
          <a:chOff x="0" y="0"/>
          <a:chExt cx="0" cy="0"/>
        </a:xfrm>
      </p:grpSpPr>
      <p:sp>
        <p:nvSpPr>
          <p:cNvPr id="14" name="Heading Right"/>
          <p:cNvSpPr>
            <a:spLocks noGrp="1"/>
          </p:cNvSpPr>
          <p:nvPr>
            <p:ph type="body" sz="quarter" idx="16" hasCustomPrompt="1"/>
          </p:nvPr>
        </p:nvSpPr>
        <p:spPr bwMode="gray">
          <a:xfrm>
            <a:off x="5029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3" name="Heading Left"/>
          <p:cNvSpPr>
            <a:spLocks noGrp="1"/>
          </p:cNvSpPr>
          <p:nvPr>
            <p:ph type="body" sz="quarter" idx="15" hasCustomPrompt="1"/>
          </p:nvPr>
        </p:nvSpPr>
        <p:spPr bwMode="gray">
          <a:xfrm>
            <a:off x="457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41622768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4 textboxes">
    <p:spTree>
      <p:nvGrpSpPr>
        <p:cNvPr id="1" name=""/>
        <p:cNvGrpSpPr/>
        <p:nvPr/>
      </p:nvGrpSpPr>
      <p:grpSpPr>
        <a:xfrm>
          <a:off x="0" y="0"/>
          <a:ext cx="0" cy="0"/>
          <a:chOff x="0" y="0"/>
          <a:chExt cx="0" cy="0"/>
        </a:xfrm>
      </p:grpSpPr>
      <p:sp>
        <p:nvSpPr>
          <p:cNvPr id="6" name="Content Right Bottom"/>
          <p:cNvSpPr>
            <a:spLocks noGrp="1"/>
          </p:cNvSpPr>
          <p:nvPr>
            <p:ph idx="27"/>
          </p:nvPr>
        </p:nvSpPr>
        <p:spPr bwMode="gray">
          <a:xfrm>
            <a:off x="5029200" y="40032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4" name="Content Left Bottom"/>
          <p:cNvSpPr>
            <a:spLocks noGrp="1"/>
          </p:cNvSpPr>
          <p:nvPr>
            <p:ph idx="28"/>
          </p:nvPr>
        </p:nvSpPr>
        <p:spPr bwMode="gray">
          <a:xfrm>
            <a:off x="457200" y="40032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Content Right Top"/>
          <p:cNvSpPr>
            <a:spLocks noGrp="1"/>
          </p:cNvSpPr>
          <p:nvPr>
            <p:ph idx="26"/>
          </p:nvPr>
        </p:nvSpPr>
        <p:spPr bwMode="gray">
          <a:xfrm>
            <a:off x="5029200" y="14004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Content Left Top"/>
          <p:cNvSpPr>
            <a:spLocks noGrp="1"/>
          </p:cNvSpPr>
          <p:nvPr>
            <p:ph idx="1"/>
          </p:nvPr>
        </p:nvSpPr>
        <p:spPr bwMode="gray">
          <a:xfrm>
            <a:off x="457200" y="14004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5961722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4 textboxes with heading">
    <p:spTree>
      <p:nvGrpSpPr>
        <p:cNvPr id="1" name=""/>
        <p:cNvGrpSpPr/>
        <p:nvPr/>
      </p:nvGrpSpPr>
      <p:grpSpPr>
        <a:xfrm>
          <a:off x="0" y="0"/>
          <a:ext cx="0" cy="0"/>
          <a:chOff x="0" y="0"/>
          <a:chExt cx="0" cy="0"/>
        </a:xfrm>
      </p:grpSpPr>
      <p:sp>
        <p:nvSpPr>
          <p:cNvPr id="6" name="Content Right Bottom"/>
          <p:cNvSpPr>
            <a:spLocks noGrp="1"/>
          </p:cNvSpPr>
          <p:nvPr>
            <p:ph idx="30"/>
          </p:nvPr>
        </p:nvSpPr>
        <p:spPr bwMode="gray">
          <a:xfrm>
            <a:off x="5029200" y="44892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4" name="Content Left Bottom"/>
          <p:cNvSpPr>
            <a:spLocks noGrp="1"/>
          </p:cNvSpPr>
          <p:nvPr>
            <p:ph idx="31"/>
          </p:nvPr>
        </p:nvSpPr>
        <p:spPr bwMode="gray">
          <a:xfrm>
            <a:off x="457200" y="44892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2" name="Heading Right Bottom"/>
          <p:cNvSpPr>
            <a:spLocks noGrp="1"/>
          </p:cNvSpPr>
          <p:nvPr>
            <p:ph type="body" sz="quarter" idx="18" hasCustomPrompt="1"/>
          </p:nvPr>
        </p:nvSpPr>
        <p:spPr bwMode="gray">
          <a:xfrm>
            <a:off x="5029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3" name="Heading Left Bottom"/>
          <p:cNvSpPr>
            <a:spLocks noGrp="1"/>
          </p:cNvSpPr>
          <p:nvPr>
            <p:ph type="body" sz="quarter" idx="20" hasCustomPrompt="1"/>
          </p:nvPr>
        </p:nvSpPr>
        <p:spPr bwMode="gray">
          <a:xfrm>
            <a:off x="457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8" name="Content Right Top"/>
          <p:cNvSpPr>
            <a:spLocks noGrp="1"/>
          </p:cNvSpPr>
          <p:nvPr>
            <p:ph idx="29"/>
          </p:nvPr>
        </p:nvSpPr>
        <p:spPr bwMode="gray">
          <a:xfrm>
            <a:off x="5029200" y="18864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Content Left Top"/>
          <p:cNvSpPr>
            <a:spLocks noGrp="1"/>
          </p:cNvSpPr>
          <p:nvPr>
            <p:ph idx="1"/>
          </p:nvPr>
        </p:nvSpPr>
        <p:spPr bwMode="gray">
          <a:xfrm>
            <a:off x="457200" y="18864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1" name="Heading Right Top"/>
          <p:cNvSpPr>
            <a:spLocks noGrp="1"/>
          </p:cNvSpPr>
          <p:nvPr>
            <p:ph type="body" sz="quarter" idx="16" hasCustomPrompt="1"/>
          </p:nvPr>
        </p:nvSpPr>
        <p:spPr bwMode="gray">
          <a:xfrm>
            <a:off x="5029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0" name="Heading Left Top"/>
          <p:cNvSpPr>
            <a:spLocks noGrp="1"/>
          </p:cNvSpPr>
          <p:nvPr>
            <p:ph type="body" sz="quarter" idx="15" hasCustomPrompt="1"/>
          </p:nvPr>
        </p:nvSpPr>
        <p:spPr bwMode="gray">
          <a:xfrm>
            <a:off x="457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67825016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4 headings">
    <p:spTree>
      <p:nvGrpSpPr>
        <p:cNvPr id="1" name=""/>
        <p:cNvGrpSpPr/>
        <p:nvPr/>
      </p:nvGrpSpPr>
      <p:grpSpPr>
        <a:xfrm>
          <a:off x="0" y="0"/>
          <a:ext cx="0" cy="0"/>
          <a:chOff x="0" y="0"/>
          <a:chExt cx="0" cy="0"/>
        </a:xfrm>
      </p:grpSpPr>
      <p:sp>
        <p:nvSpPr>
          <p:cNvPr id="24" name="Heading Right Bottom"/>
          <p:cNvSpPr>
            <a:spLocks noGrp="1"/>
          </p:cNvSpPr>
          <p:nvPr>
            <p:ph type="body" sz="quarter" idx="18" hasCustomPrompt="1"/>
          </p:nvPr>
        </p:nvSpPr>
        <p:spPr bwMode="gray">
          <a:xfrm>
            <a:off x="5029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25" name="Heading Left Bottom"/>
          <p:cNvSpPr>
            <a:spLocks noGrp="1"/>
          </p:cNvSpPr>
          <p:nvPr>
            <p:ph type="body" sz="quarter" idx="20" hasCustomPrompt="1"/>
          </p:nvPr>
        </p:nvSpPr>
        <p:spPr bwMode="gray">
          <a:xfrm>
            <a:off x="457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8" name="Heading Right Top"/>
          <p:cNvSpPr>
            <a:spLocks noGrp="1"/>
          </p:cNvSpPr>
          <p:nvPr>
            <p:ph type="body" sz="quarter" idx="16" hasCustomPrompt="1"/>
          </p:nvPr>
        </p:nvSpPr>
        <p:spPr bwMode="gray">
          <a:xfrm>
            <a:off x="5029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7" name="Heading Left Top"/>
          <p:cNvSpPr>
            <a:spLocks noGrp="1"/>
          </p:cNvSpPr>
          <p:nvPr>
            <p:ph type="body" sz="quarter" idx="15" hasCustomPrompt="1"/>
          </p:nvPr>
        </p:nvSpPr>
        <p:spPr bwMode="gray">
          <a:xfrm>
            <a:off x="457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4"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45618934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15" name="Content Right"/>
          <p:cNvSpPr>
            <a:spLocks noGrp="1"/>
          </p:cNvSpPr>
          <p:nvPr>
            <p:ph idx="27"/>
          </p:nvPr>
        </p:nvSpPr>
        <p:spPr bwMode="gray">
          <a:xfrm>
            <a:off x="6553200" y="1400400"/>
            <a:ext cx="2590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4" name="Content Middle"/>
          <p:cNvSpPr>
            <a:spLocks noGrp="1"/>
          </p:cNvSpPr>
          <p:nvPr>
            <p:ph idx="26"/>
          </p:nvPr>
        </p:nvSpPr>
        <p:spPr bwMode="gray">
          <a:xfrm>
            <a:off x="3505200" y="1400400"/>
            <a:ext cx="2590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3" name="Content Left"/>
          <p:cNvSpPr>
            <a:spLocks noGrp="1"/>
          </p:cNvSpPr>
          <p:nvPr>
            <p:ph idx="25"/>
          </p:nvPr>
        </p:nvSpPr>
        <p:spPr bwMode="gray">
          <a:xfrm>
            <a:off x="457200" y="1400400"/>
            <a:ext cx="2590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67532525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 columns with heading">
    <p:spTree>
      <p:nvGrpSpPr>
        <p:cNvPr id="1" name=""/>
        <p:cNvGrpSpPr/>
        <p:nvPr/>
      </p:nvGrpSpPr>
      <p:grpSpPr>
        <a:xfrm>
          <a:off x="0" y="0"/>
          <a:ext cx="0" cy="0"/>
          <a:chOff x="0" y="0"/>
          <a:chExt cx="0" cy="0"/>
        </a:xfrm>
      </p:grpSpPr>
      <p:sp>
        <p:nvSpPr>
          <p:cNvPr id="18" name="Content Right"/>
          <p:cNvSpPr>
            <a:spLocks noGrp="1"/>
          </p:cNvSpPr>
          <p:nvPr>
            <p:ph idx="27"/>
          </p:nvPr>
        </p:nvSpPr>
        <p:spPr bwMode="gray">
          <a:xfrm>
            <a:off x="6553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7" name="Content Middle"/>
          <p:cNvSpPr>
            <a:spLocks noGrp="1"/>
          </p:cNvSpPr>
          <p:nvPr>
            <p:ph idx="26"/>
          </p:nvPr>
        </p:nvSpPr>
        <p:spPr bwMode="gray">
          <a:xfrm>
            <a:off x="3505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6" name="Content Left"/>
          <p:cNvSpPr>
            <a:spLocks noGrp="1"/>
          </p:cNvSpPr>
          <p:nvPr>
            <p:ph idx="25"/>
          </p:nvPr>
        </p:nvSpPr>
        <p:spPr bwMode="gray">
          <a:xfrm>
            <a:off x="457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21" name="Heading Right"/>
          <p:cNvSpPr>
            <a:spLocks noGrp="1"/>
          </p:cNvSpPr>
          <p:nvPr>
            <p:ph type="body" sz="quarter" idx="12" hasCustomPrompt="1"/>
          </p:nvPr>
        </p:nvSpPr>
        <p:spPr bwMode="gray">
          <a:xfrm>
            <a:off x="6553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2" name="Heading Middle"/>
          <p:cNvSpPr>
            <a:spLocks noGrp="1"/>
          </p:cNvSpPr>
          <p:nvPr>
            <p:ph type="body" sz="quarter" idx="13" hasCustomPrompt="1"/>
          </p:nvPr>
        </p:nvSpPr>
        <p:spPr bwMode="gray">
          <a:xfrm>
            <a:off x="3505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0" name="Heading Left"/>
          <p:cNvSpPr>
            <a:spLocks noGrp="1"/>
          </p:cNvSpPr>
          <p:nvPr>
            <p:ph type="body" sz="quarter" idx="11" hasCustomPrompt="1"/>
          </p:nvPr>
        </p:nvSpPr>
        <p:spPr bwMode="gray">
          <a:xfrm>
            <a:off x="457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13"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36980848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3 headings">
    <p:spTree>
      <p:nvGrpSpPr>
        <p:cNvPr id="1" name=""/>
        <p:cNvGrpSpPr/>
        <p:nvPr/>
      </p:nvGrpSpPr>
      <p:grpSpPr>
        <a:xfrm>
          <a:off x="0" y="0"/>
          <a:ext cx="0" cy="0"/>
          <a:chOff x="0" y="0"/>
          <a:chExt cx="0" cy="0"/>
        </a:xfrm>
      </p:grpSpPr>
      <p:sp>
        <p:nvSpPr>
          <p:cNvPr id="21" name="Heading Right"/>
          <p:cNvSpPr>
            <a:spLocks noGrp="1"/>
          </p:cNvSpPr>
          <p:nvPr>
            <p:ph type="body" sz="quarter" idx="12" hasCustomPrompt="1"/>
          </p:nvPr>
        </p:nvSpPr>
        <p:spPr bwMode="gray">
          <a:xfrm>
            <a:off x="6553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2" name="Heading Middle"/>
          <p:cNvSpPr>
            <a:spLocks noGrp="1"/>
          </p:cNvSpPr>
          <p:nvPr>
            <p:ph type="body" sz="quarter" idx="13" hasCustomPrompt="1"/>
          </p:nvPr>
        </p:nvSpPr>
        <p:spPr bwMode="gray">
          <a:xfrm>
            <a:off x="3505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0" name="Heading Left"/>
          <p:cNvSpPr>
            <a:spLocks noGrp="1"/>
          </p:cNvSpPr>
          <p:nvPr>
            <p:ph type="body" sz="quarter" idx="11" hasCustomPrompt="1"/>
          </p:nvPr>
        </p:nvSpPr>
        <p:spPr bwMode="gray">
          <a:xfrm>
            <a:off x="457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13"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67277885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6 textboxes">
    <p:spTree>
      <p:nvGrpSpPr>
        <p:cNvPr id="1" name=""/>
        <p:cNvGrpSpPr/>
        <p:nvPr/>
      </p:nvGrpSpPr>
      <p:grpSpPr>
        <a:xfrm>
          <a:off x="0" y="0"/>
          <a:ext cx="0" cy="0"/>
          <a:chOff x="0" y="0"/>
          <a:chExt cx="0" cy="0"/>
        </a:xfrm>
      </p:grpSpPr>
      <p:sp>
        <p:nvSpPr>
          <p:cNvPr id="8" name="Content Right Bottom"/>
          <p:cNvSpPr>
            <a:spLocks noGrp="1"/>
          </p:cNvSpPr>
          <p:nvPr>
            <p:ph idx="40"/>
          </p:nvPr>
        </p:nvSpPr>
        <p:spPr bwMode="gray">
          <a:xfrm>
            <a:off x="6553200" y="40032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6" name="Content Middle Bottom"/>
          <p:cNvSpPr>
            <a:spLocks noGrp="1"/>
          </p:cNvSpPr>
          <p:nvPr>
            <p:ph idx="41"/>
          </p:nvPr>
        </p:nvSpPr>
        <p:spPr bwMode="gray">
          <a:xfrm>
            <a:off x="3505200" y="40032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4" name="Content Left Bottom"/>
          <p:cNvSpPr>
            <a:spLocks noGrp="1"/>
          </p:cNvSpPr>
          <p:nvPr>
            <p:ph idx="42"/>
          </p:nvPr>
        </p:nvSpPr>
        <p:spPr bwMode="gray">
          <a:xfrm>
            <a:off x="457200" y="40032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Content Right Top"/>
          <p:cNvSpPr>
            <a:spLocks noGrp="1"/>
          </p:cNvSpPr>
          <p:nvPr>
            <p:ph idx="39"/>
          </p:nvPr>
        </p:nvSpPr>
        <p:spPr bwMode="gray">
          <a:xfrm>
            <a:off x="6553200" y="14004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0" name="Content Middle Top"/>
          <p:cNvSpPr>
            <a:spLocks noGrp="1"/>
          </p:cNvSpPr>
          <p:nvPr>
            <p:ph idx="38"/>
          </p:nvPr>
        </p:nvSpPr>
        <p:spPr bwMode="gray">
          <a:xfrm>
            <a:off x="3505200" y="14004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1" name="Content Left Top"/>
          <p:cNvSpPr>
            <a:spLocks noGrp="1"/>
          </p:cNvSpPr>
          <p:nvPr>
            <p:ph idx="1"/>
          </p:nvPr>
        </p:nvSpPr>
        <p:spPr bwMode="gray">
          <a:xfrm>
            <a:off x="457200" y="14004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90876612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6 textboxes with heading">
    <p:spTree>
      <p:nvGrpSpPr>
        <p:cNvPr id="1" name=""/>
        <p:cNvGrpSpPr/>
        <p:nvPr/>
      </p:nvGrpSpPr>
      <p:grpSpPr>
        <a:xfrm>
          <a:off x="0" y="0"/>
          <a:ext cx="0" cy="0"/>
          <a:chOff x="0" y="0"/>
          <a:chExt cx="0" cy="0"/>
        </a:xfrm>
      </p:grpSpPr>
      <p:sp>
        <p:nvSpPr>
          <p:cNvPr id="4" name="Content Right Bottom"/>
          <p:cNvSpPr>
            <a:spLocks noGrp="1"/>
          </p:cNvSpPr>
          <p:nvPr>
            <p:ph idx="40"/>
          </p:nvPr>
        </p:nvSpPr>
        <p:spPr bwMode="gray">
          <a:xfrm>
            <a:off x="6553200" y="44892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6" name="Content Middle Bottom"/>
          <p:cNvSpPr>
            <a:spLocks noGrp="1"/>
          </p:cNvSpPr>
          <p:nvPr>
            <p:ph idx="41"/>
          </p:nvPr>
        </p:nvSpPr>
        <p:spPr bwMode="gray">
          <a:xfrm>
            <a:off x="3505200" y="44892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Content Left Bottom"/>
          <p:cNvSpPr>
            <a:spLocks noGrp="1"/>
          </p:cNvSpPr>
          <p:nvPr>
            <p:ph idx="42"/>
          </p:nvPr>
        </p:nvSpPr>
        <p:spPr bwMode="gray">
          <a:xfrm>
            <a:off x="457200" y="44892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5" name="Heading Right Bottom"/>
          <p:cNvSpPr>
            <a:spLocks noGrp="1"/>
          </p:cNvSpPr>
          <p:nvPr>
            <p:ph type="body" sz="quarter" idx="22" hasCustomPrompt="1"/>
          </p:nvPr>
        </p:nvSpPr>
        <p:spPr bwMode="gray">
          <a:xfrm>
            <a:off x="6553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7" name="Heading Middle Bottom"/>
          <p:cNvSpPr>
            <a:spLocks noGrp="1"/>
          </p:cNvSpPr>
          <p:nvPr>
            <p:ph type="body" sz="quarter" idx="26" hasCustomPrompt="1"/>
          </p:nvPr>
        </p:nvSpPr>
        <p:spPr bwMode="gray">
          <a:xfrm>
            <a:off x="3505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6" name="Heading Left Bottom"/>
          <p:cNvSpPr>
            <a:spLocks noGrp="1"/>
          </p:cNvSpPr>
          <p:nvPr>
            <p:ph type="body" sz="quarter" idx="24" hasCustomPrompt="1"/>
          </p:nvPr>
        </p:nvSpPr>
        <p:spPr bwMode="gray">
          <a:xfrm>
            <a:off x="457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9" name="Content Right Top"/>
          <p:cNvSpPr>
            <a:spLocks noGrp="1"/>
          </p:cNvSpPr>
          <p:nvPr>
            <p:ph idx="39"/>
          </p:nvPr>
        </p:nvSpPr>
        <p:spPr bwMode="gray">
          <a:xfrm>
            <a:off x="6553200" y="18864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0" name="Content Middle Top"/>
          <p:cNvSpPr>
            <a:spLocks noGrp="1"/>
          </p:cNvSpPr>
          <p:nvPr>
            <p:ph idx="38"/>
          </p:nvPr>
        </p:nvSpPr>
        <p:spPr bwMode="gray">
          <a:xfrm>
            <a:off x="3505200" y="18864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1" name="Content Left Top"/>
          <p:cNvSpPr>
            <a:spLocks noGrp="1"/>
          </p:cNvSpPr>
          <p:nvPr>
            <p:ph idx="1"/>
          </p:nvPr>
        </p:nvSpPr>
        <p:spPr bwMode="gray">
          <a:xfrm>
            <a:off x="457200" y="18864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3" name="Heading Right Top"/>
          <p:cNvSpPr>
            <a:spLocks noGrp="1"/>
          </p:cNvSpPr>
          <p:nvPr>
            <p:ph type="body" sz="quarter" idx="16" hasCustomPrompt="1"/>
          </p:nvPr>
        </p:nvSpPr>
        <p:spPr bwMode="gray">
          <a:xfrm>
            <a:off x="6553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4" name="Heading Middle Top"/>
          <p:cNvSpPr>
            <a:spLocks noGrp="1"/>
          </p:cNvSpPr>
          <p:nvPr>
            <p:ph type="body" sz="quarter" idx="17" hasCustomPrompt="1"/>
          </p:nvPr>
        </p:nvSpPr>
        <p:spPr bwMode="gray">
          <a:xfrm>
            <a:off x="3505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2" name="Heading Left Top"/>
          <p:cNvSpPr>
            <a:spLocks noGrp="1"/>
          </p:cNvSpPr>
          <p:nvPr>
            <p:ph type="body" sz="quarter" idx="15" hasCustomPrompt="1"/>
          </p:nvPr>
        </p:nvSpPr>
        <p:spPr bwMode="gray">
          <a:xfrm>
            <a:off x="457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4726472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 headings">
    <p:spTree>
      <p:nvGrpSpPr>
        <p:cNvPr id="1" name=""/>
        <p:cNvGrpSpPr/>
        <p:nvPr/>
      </p:nvGrpSpPr>
      <p:grpSpPr>
        <a:xfrm>
          <a:off x="0" y="0"/>
          <a:ext cx="0" cy="0"/>
          <a:chOff x="0" y="0"/>
          <a:chExt cx="0" cy="0"/>
        </a:xfrm>
      </p:grpSpPr>
      <p:sp>
        <p:nvSpPr>
          <p:cNvPr id="9" name="Heading Right Bottom"/>
          <p:cNvSpPr>
            <a:spLocks noGrp="1"/>
          </p:cNvSpPr>
          <p:nvPr>
            <p:ph type="body" sz="quarter" idx="22" hasCustomPrompt="1"/>
          </p:nvPr>
        </p:nvSpPr>
        <p:spPr bwMode="gray">
          <a:xfrm>
            <a:off x="6553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1" name="Heading Middle Bottom"/>
          <p:cNvSpPr>
            <a:spLocks noGrp="1"/>
          </p:cNvSpPr>
          <p:nvPr>
            <p:ph type="body" sz="quarter" idx="26" hasCustomPrompt="1"/>
          </p:nvPr>
        </p:nvSpPr>
        <p:spPr bwMode="gray">
          <a:xfrm>
            <a:off x="3505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0" name="Heading Left Bottom"/>
          <p:cNvSpPr>
            <a:spLocks noGrp="1"/>
          </p:cNvSpPr>
          <p:nvPr>
            <p:ph type="body" sz="quarter" idx="24" hasCustomPrompt="1"/>
          </p:nvPr>
        </p:nvSpPr>
        <p:spPr bwMode="gray">
          <a:xfrm>
            <a:off x="457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6" name="Heading Right Top"/>
          <p:cNvSpPr>
            <a:spLocks noGrp="1"/>
          </p:cNvSpPr>
          <p:nvPr>
            <p:ph type="body" sz="quarter" idx="16" hasCustomPrompt="1"/>
          </p:nvPr>
        </p:nvSpPr>
        <p:spPr bwMode="gray">
          <a:xfrm>
            <a:off x="6553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8" name="Heading Middle Top"/>
          <p:cNvSpPr>
            <a:spLocks noGrp="1"/>
          </p:cNvSpPr>
          <p:nvPr>
            <p:ph type="body" sz="quarter" idx="17" hasCustomPrompt="1"/>
          </p:nvPr>
        </p:nvSpPr>
        <p:spPr bwMode="gray">
          <a:xfrm>
            <a:off x="3505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4" name="Heading Left Top"/>
          <p:cNvSpPr>
            <a:spLocks noGrp="1"/>
          </p:cNvSpPr>
          <p:nvPr>
            <p:ph type="body" sz="quarter" idx="15" hasCustomPrompt="1"/>
          </p:nvPr>
        </p:nvSpPr>
        <p:spPr bwMode="gray">
          <a:xfrm>
            <a:off x="457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62598770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 columns 1/3 split">
    <p:spTree>
      <p:nvGrpSpPr>
        <p:cNvPr id="1" name=""/>
        <p:cNvGrpSpPr/>
        <p:nvPr/>
      </p:nvGrpSpPr>
      <p:grpSpPr>
        <a:xfrm>
          <a:off x="0" y="0"/>
          <a:ext cx="0" cy="0"/>
          <a:chOff x="0" y="0"/>
          <a:chExt cx="0" cy="0"/>
        </a:xfrm>
      </p:grpSpPr>
      <p:sp>
        <p:nvSpPr>
          <p:cNvPr id="15" name="Content Right"/>
          <p:cNvSpPr>
            <a:spLocks noGrp="1"/>
          </p:cNvSpPr>
          <p:nvPr>
            <p:ph idx="28"/>
          </p:nvPr>
        </p:nvSpPr>
        <p:spPr bwMode="gray">
          <a:xfrm>
            <a:off x="3505200" y="1886400"/>
            <a:ext cx="5638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6" name="Content Left"/>
          <p:cNvSpPr>
            <a:spLocks noGrp="1"/>
          </p:cNvSpPr>
          <p:nvPr>
            <p:ph idx="27"/>
          </p:nvPr>
        </p:nvSpPr>
        <p:spPr bwMode="gray">
          <a:xfrm>
            <a:off x="457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9" name="Heading Right"/>
          <p:cNvSpPr>
            <a:spLocks noGrp="1"/>
          </p:cNvSpPr>
          <p:nvPr>
            <p:ph type="body" sz="quarter" idx="17" hasCustomPrompt="1"/>
          </p:nvPr>
        </p:nvSpPr>
        <p:spPr bwMode="gray">
          <a:xfrm>
            <a:off x="3505200" y="1400400"/>
            <a:ext cx="5638800" cy="368300"/>
          </a:xfrm>
        </p:spPr>
        <p:txBody>
          <a:bodyPr lIns="0" tIns="0" rIns="0" bIns="0">
            <a:no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7" name="Heading Left"/>
          <p:cNvSpPr>
            <a:spLocks noGrp="1"/>
          </p:cNvSpPr>
          <p:nvPr>
            <p:ph type="body" sz="quarter" idx="15" hasCustomPrompt="1"/>
          </p:nvPr>
        </p:nvSpPr>
        <p:spPr bwMode="gray">
          <a:xfrm>
            <a:off x="457200" y="1400400"/>
            <a:ext cx="2590800" cy="368300"/>
          </a:xfrm>
        </p:spPr>
        <p:txBody>
          <a:bodyPr lIns="0" tIns="0" rIns="0" bIns="0">
            <a:no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1"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35692331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 columns 2/3 split">
    <p:spTree>
      <p:nvGrpSpPr>
        <p:cNvPr id="1" name=""/>
        <p:cNvGrpSpPr/>
        <p:nvPr/>
      </p:nvGrpSpPr>
      <p:grpSpPr>
        <a:xfrm>
          <a:off x="0" y="0"/>
          <a:ext cx="0" cy="0"/>
          <a:chOff x="0" y="0"/>
          <a:chExt cx="0" cy="0"/>
        </a:xfrm>
      </p:grpSpPr>
      <p:sp>
        <p:nvSpPr>
          <p:cNvPr id="15" name="Content Right"/>
          <p:cNvSpPr>
            <a:spLocks noGrp="1"/>
          </p:cNvSpPr>
          <p:nvPr>
            <p:ph idx="28"/>
          </p:nvPr>
        </p:nvSpPr>
        <p:spPr bwMode="gray">
          <a:xfrm>
            <a:off x="6553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6" name="Content Left"/>
          <p:cNvSpPr>
            <a:spLocks noGrp="1"/>
          </p:cNvSpPr>
          <p:nvPr>
            <p:ph idx="27"/>
          </p:nvPr>
        </p:nvSpPr>
        <p:spPr bwMode="gray">
          <a:xfrm>
            <a:off x="457200" y="1886400"/>
            <a:ext cx="5638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9" name="Heading Right"/>
          <p:cNvSpPr>
            <a:spLocks noGrp="1"/>
          </p:cNvSpPr>
          <p:nvPr>
            <p:ph type="body" sz="quarter" idx="17" hasCustomPrompt="1"/>
          </p:nvPr>
        </p:nvSpPr>
        <p:spPr bwMode="gray">
          <a:xfrm>
            <a:off x="6553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7" name="Heading Left"/>
          <p:cNvSpPr>
            <a:spLocks noGrp="1"/>
          </p:cNvSpPr>
          <p:nvPr>
            <p:ph type="body" sz="quarter" idx="15" hasCustomPrompt="1"/>
          </p:nvPr>
        </p:nvSpPr>
        <p:spPr bwMode="gray">
          <a:xfrm>
            <a:off x="457200" y="1400400"/>
            <a:ext cx="5638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1"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78947059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V – Small Portrait">
    <p:spTree>
      <p:nvGrpSpPr>
        <p:cNvPr id="1" name=""/>
        <p:cNvGrpSpPr/>
        <p:nvPr/>
      </p:nvGrpSpPr>
      <p:grpSpPr>
        <a:xfrm>
          <a:off x="0" y="0"/>
          <a:ext cx="0" cy="0"/>
          <a:chOff x="0" y="0"/>
          <a:chExt cx="0" cy="0"/>
        </a:xfrm>
      </p:grpSpPr>
      <p:sp>
        <p:nvSpPr>
          <p:cNvPr id="6" name="Picture"/>
          <p:cNvSpPr>
            <a:spLocks noGrp="1"/>
          </p:cNvSpPr>
          <p:nvPr>
            <p:ph type="pic" sz="quarter" idx="11"/>
          </p:nvPr>
        </p:nvSpPr>
        <p:spPr bwMode="gray">
          <a:xfrm>
            <a:off x="8382000" y="381000"/>
            <a:ext cx="762000" cy="762000"/>
          </a:xfrm>
          <a:noFill/>
          <a:ln>
            <a:noFill/>
          </a:ln>
        </p:spPr>
        <p:txBody>
          <a:bodyPr lIns="0" tIns="0" rIns="0" bIns="0" anchor="ctr" anchorCtr="0"/>
          <a:lstStyle>
            <a:lvl1pPr marL="0" indent="0" algn="ctr" fontAlgn="base">
              <a:lnSpc>
                <a:spcPct val="100000"/>
              </a:lnSpc>
              <a:spcBef>
                <a:spcPct val="0"/>
              </a:spcBef>
              <a:spcAft>
                <a:spcPct val="0"/>
              </a:spcAft>
              <a:buFontTx/>
              <a:buNone/>
              <a:defRPr sz="1000" b="1">
                <a:solidFill>
                  <a:schemeClr val="accent4"/>
                </a:solidFill>
              </a:defRPr>
            </a:lvl1pPr>
          </a:lstStyle>
          <a:p>
            <a:r>
              <a:rPr lang="en-US" altLang="ja-JP"/>
              <a:t>Click icon to add picture</a:t>
            </a:r>
            <a:endParaRPr lang="en-US"/>
          </a:p>
        </p:txBody>
      </p:sp>
      <p:sp>
        <p:nvSpPr>
          <p:cNvPr id="9" name="Content"/>
          <p:cNvSpPr>
            <a:spLocks noGrp="1"/>
          </p:cNvSpPr>
          <p:nvPr>
            <p:ph type="body" sz="quarter" idx="12"/>
          </p:nvPr>
        </p:nvSpPr>
        <p:spPr bwMode="gray">
          <a:xfrm>
            <a:off x="457204" y="1400400"/>
            <a:ext cx="8686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400" dirty="0" smtClean="0">
                <a:latin typeface="+mn-lt"/>
                <a:ea typeface="+mn-ea"/>
                <a:sym typeface="+mn-lt"/>
              </a:defRPr>
            </a:lvl1pPr>
            <a:lvl2pPr fontAlgn="base">
              <a:lnSpc>
                <a:spcPct val="100000"/>
              </a:lnSpc>
              <a:spcAft>
                <a:spcPts val="0"/>
              </a:spcAft>
              <a:defRPr lang="en-US" sz="1400" dirty="0" smtClean="0">
                <a:latin typeface="+mn-lt"/>
                <a:ea typeface="+mn-ea"/>
                <a:sym typeface="+mn-lt"/>
              </a:defRPr>
            </a:lvl2pPr>
            <a:lvl3pPr fontAlgn="base">
              <a:lnSpc>
                <a:spcPct val="100000"/>
              </a:lnSpc>
              <a:spcAft>
                <a:spcPts val="0"/>
              </a:spcAft>
              <a:defRPr lang="en-US" sz="1400" dirty="0" smtClean="0">
                <a:latin typeface="+mn-lt"/>
                <a:ea typeface="+mn-ea"/>
                <a:sym typeface="+mn-lt"/>
              </a:defRPr>
            </a:lvl3pPr>
            <a:lvl4pPr fontAlgn="base">
              <a:lnSpc>
                <a:spcPct val="100000"/>
              </a:lnSpc>
              <a:spcAft>
                <a:spcPts val="0"/>
              </a:spcAft>
              <a:defRPr lang="en-US" sz="1400" dirty="0" smtClean="0">
                <a:latin typeface="+mn-lt"/>
                <a:ea typeface="+mn-ea"/>
                <a:sym typeface="+mn-lt"/>
              </a:defRPr>
            </a:lvl4pPr>
            <a:lvl5pPr fontAlgn="base">
              <a:lnSpc>
                <a:spcPct val="100000"/>
              </a:lnSpc>
              <a:spcAft>
                <a:spcPts val="0"/>
              </a:spcAft>
              <a:defRPr lang="en-GB" sz="1400" dirty="0" smtClean="0">
                <a:latin typeface="+mn-lt"/>
                <a:ea typeface="+mn-ea"/>
                <a:sym typeface="+mn-lt"/>
              </a:defRPr>
            </a:lvl5pPr>
            <a:lvl6pPr fontAlgn="base">
              <a:lnSpc>
                <a:spcPct val="100000"/>
              </a:lnSpc>
              <a:spcAft>
                <a:spcPts val="0"/>
              </a:spcAft>
              <a:defRPr/>
            </a:lvl6pPr>
            <a:lvl7pPr fontAlgn="base">
              <a:lnSpc>
                <a:spcPct val="100000"/>
              </a:lnSpc>
              <a:spcAft>
                <a:spcPts val="0"/>
              </a:spcAft>
              <a:defRPr/>
            </a:lvl7pPr>
            <a:lvl8pPr fontAlgn="base">
              <a:lnSpc>
                <a:spcPct val="100000"/>
              </a:lnSpc>
              <a:spcAft>
                <a:spcPts val="0"/>
              </a:spcAft>
              <a:defRPr/>
            </a:lvl8pPr>
            <a:lvl9pPr fontAlgn="base">
              <a:lnSpc>
                <a:spcPct val="100000"/>
              </a:lnSpc>
              <a:spcAft>
                <a:spcPts val="0"/>
              </a:spcAft>
              <a:defRPr/>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Title"/>
          <p:cNvSpPr>
            <a:spLocks noGrp="1"/>
          </p:cNvSpPr>
          <p:nvPr>
            <p:ph type="title"/>
          </p:nvPr>
        </p:nvSpPr>
        <p:spPr bwMode="gray">
          <a:xfrm>
            <a:off x="457204" y="381000"/>
            <a:ext cx="7820025"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56223580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Contents">
    <p:spTree>
      <p:nvGrpSpPr>
        <p:cNvPr id="1" name=""/>
        <p:cNvGrpSpPr/>
        <p:nvPr/>
      </p:nvGrpSpPr>
      <p:grpSpPr>
        <a:xfrm>
          <a:off x="0" y="0"/>
          <a:ext cx="0" cy="0"/>
          <a:chOff x="0" y="0"/>
          <a:chExt cx="0" cy="0"/>
        </a:xfrm>
      </p:grpSpPr>
      <p:sp>
        <p:nvSpPr>
          <p:cNvPr id="3" name="Title"/>
          <p:cNvSpPr>
            <a:spLocks noGrp="1"/>
          </p:cNvSpPr>
          <p:nvPr>
            <p:ph type="title" hasCustomPrompt="1"/>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pl-PL" altLang="ja-JP"/>
              <a:t>Contents</a:t>
            </a:r>
            <a:endParaRPr lang="en-US"/>
          </a:p>
        </p:txBody>
      </p:sp>
    </p:spTree>
    <p:extLst>
      <p:ext uri="{BB962C8B-B14F-4D97-AF65-F5344CB8AC3E}">
        <p14:creationId xmlns:p14="http://schemas.microsoft.com/office/powerpoint/2010/main" val="254340794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p:cSld name="Confidentiality">
    <p:spTree>
      <p:nvGrpSpPr>
        <p:cNvPr id="1" name=""/>
        <p:cNvGrpSpPr/>
        <p:nvPr/>
      </p:nvGrpSpPr>
      <p:grpSpPr>
        <a:xfrm>
          <a:off x="0" y="0"/>
          <a:ext cx="0" cy="0"/>
          <a:chOff x="0" y="0"/>
          <a:chExt cx="0" cy="0"/>
        </a:xfrm>
      </p:grpSpPr>
      <p:graphicFrame>
        <p:nvGraphicFramePr>
          <p:cNvPr id="7" name="DTP_Confidentiality"/>
          <p:cNvGraphicFramePr>
            <a:graphicFrameLocks noGrp="1"/>
          </p:cNvGraphicFramePr>
          <p:nvPr userDrawn="1">
            <p:extLst>
              <p:ext uri="{D42A27DB-BD31-4B8C-83A1-F6EECF244321}">
                <p14:modId xmlns:p14="http://schemas.microsoft.com/office/powerpoint/2010/main" val="499683541"/>
              </p:ext>
            </p:extLst>
          </p:nvPr>
        </p:nvGraphicFramePr>
        <p:xfrm>
          <a:off x="457204" y="2828544"/>
          <a:ext cx="8686800" cy="1079500"/>
        </p:xfrm>
        <a:graphic>
          <a:graphicData uri="http://schemas.openxmlformats.org/drawingml/2006/table">
            <a:tbl>
              <a:tblPr/>
              <a:tblGrid>
                <a:gridCol w="2774759">
                  <a:extLst>
                    <a:ext uri="{9D8B030D-6E8A-4147-A177-3AD203B41FA5}">
                      <a16:colId xmlns:a16="http://schemas.microsoft.com/office/drawing/2014/main" val="20000"/>
                    </a:ext>
                  </a:extLst>
                </a:gridCol>
                <a:gridCol w="5912041">
                  <a:extLst>
                    <a:ext uri="{9D8B030D-6E8A-4147-A177-3AD203B41FA5}">
                      <a16:colId xmlns:a16="http://schemas.microsoft.com/office/drawing/2014/main" val="20001"/>
                    </a:ext>
                  </a:extLst>
                </a:gridCol>
              </a:tblGrid>
              <a:tr h="1079500">
                <a:tc>
                  <a:txBody>
                    <a:bodyPr/>
                    <a:lstStyle/>
                    <a:p>
                      <a:pPr marL="0" marR="0" lvl="0" indent="0" algn="r" defTabSz="914400" rtl="0" eaLnBrk="1" fontAlgn="base" latinLnBrk="0" hangingPunct="1">
                        <a:lnSpc>
                          <a:spcPct val="100000"/>
                        </a:lnSpc>
                        <a:spcBef>
                          <a:spcPts val="0"/>
                        </a:spcBef>
                        <a:spcAft>
                          <a:spcPct val="0"/>
                        </a:spcAft>
                        <a:buClrTx/>
                        <a:buSzTx/>
                        <a:buFontTx/>
                        <a:buNone/>
                        <a:tabLst/>
                      </a:pPr>
                      <a:r>
                        <a:rPr kumimoji="0" lang="en-US" sz="1400" b="0" i="0" u="none" strike="noStrike" cap="none" normalizeH="0" baseline="0">
                          <a:ln>
                            <a:noFill/>
                          </a:ln>
                          <a:solidFill>
                            <a:srgbClr val="005024"/>
                          </a:solidFill>
                          <a:effectLst/>
                          <a:latin typeface="+mn-lt"/>
                          <a:cs typeface="+mn-cs"/>
                          <a:sym typeface="+mn-lt"/>
                        </a:rPr>
                        <a:t>CONFIDENTIALITY</a:t>
                      </a:r>
                      <a:endParaRPr kumimoji="0" lang="en-GB" sz="1400" b="0" i="0" u="none" strike="noStrike" cap="none" normalizeH="0" baseline="0">
                        <a:ln>
                          <a:noFill/>
                        </a:ln>
                        <a:solidFill>
                          <a:srgbClr val="005024"/>
                        </a:solidFill>
                        <a:effectLst/>
                        <a:latin typeface="+mn-lt"/>
                        <a:cs typeface="+mn-cs"/>
                        <a:sym typeface="+mn-lt"/>
                      </a:endParaRPr>
                    </a:p>
                  </a:txBody>
                  <a:tcPr marL="0" marR="228600" marT="18288" marB="18288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60000"/>
                        </a:spcBef>
                        <a:spcAft>
                          <a:spcPct val="0"/>
                        </a:spcAft>
                        <a:buClrTx/>
                        <a:buSzTx/>
                        <a:buFontTx/>
                        <a:buNone/>
                        <a:tabLst/>
                      </a:pPr>
                      <a:r>
                        <a:rPr kumimoji="0" lang="en-US" sz="800" b="0" i="0" u="none" strike="noStrike" cap="none" normalizeH="0" baseline="0">
                          <a:ln>
                            <a:noFill/>
                          </a:ln>
                          <a:solidFill>
                            <a:schemeClr val="tx1"/>
                          </a:solidFill>
                          <a:effectLst/>
                          <a:latin typeface="+mn-lt"/>
                          <a:cs typeface="+mn-cs"/>
                          <a:sym typeface="+mn-lt"/>
                        </a:rPr>
                        <a:t>This document is among the outputs of </a:t>
                      </a:r>
                      <a:r>
                        <a:rPr kumimoji="0" lang="en-US" sz="800" b="0" i="0" u="none" strike="noStrike" cap="none" normalizeH="0" baseline="0" err="1">
                          <a:ln>
                            <a:noFill/>
                          </a:ln>
                          <a:solidFill>
                            <a:schemeClr val="tx1"/>
                          </a:solidFill>
                          <a:effectLst/>
                          <a:latin typeface="+mn-lt"/>
                          <a:cs typeface="+mn-cs"/>
                          <a:sym typeface="+mn-lt"/>
                        </a:rPr>
                        <a:t>Vietcombank</a:t>
                      </a:r>
                      <a:r>
                        <a:rPr kumimoji="0" lang="en-US" sz="800" b="0" i="0" u="none" strike="noStrike" cap="none" normalizeH="0" baseline="0">
                          <a:ln>
                            <a:noFill/>
                          </a:ln>
                          <a:solidFill>
                            <a:schemeClr val="tx1"/>
                          </a:solidFill>
                          <a:effectLst/>
                          <a:latin typeface="+mn-lt"/>
                          <a:cs typeface="+mn-cs"/>
                          <a:sym typeface="+mn-lt"/>
                        </a:rPr>
                        <a:t> risk management enhancement projects, providing crucial information on credit risk rating methodology and structure for the Bank's credit risk rating system implementation. It is STRICTLY CONFIDENTIAL and for internal use only. </a:t>
                      </a:r>
                    </a:p>
                    <a:p>
                      <a:pPr marL="0" marR="0" lvl="0" indent="0" algn="l" defTabSz="914400" rtl="0" eaLnBrk="1" fontAlgn="base" latinLnBrk="0" hangingPunct="1">
                        <a:lnSpc>
                          <a:spcPct val="100000"/>
                        </a:lnSpc>
                        <a:spcBef>
                          <a:spcPct val="60000"/>
                        </a:spcBef>
                        <a:spcAft>
                          <a:spcPct val="0"/>
                        </a:spcAft>
                        <a:buClrTx/>
                        <a:buSzTx/>
                        <a:buFontTx/>
                        <a:buNone/>
                        <a:tabLst/>
                      </a:pPr>
                      <a:r>
                        <a:rPr kumimoji="0" lang="en-US" sz="800" b="0" i="0" u="none" strike="noStrike" cap="none" normalizeH="0" baseline="0">
                          <a:ln>
                            <a:noFill/>
                          </a:ln>
                          <a:solidFill>
                            <a:schemeClr val="tx1"/>
                          </a:solidFill>
                          <a:effectLst/>
                          <a:latin typeface="+mn-lt"/>
                          <a:cs typeface="+mn-cs"/>
                          <a:sym typeface="+mn-lt"/>
                        </a:rPr>
                        <a:t>@ </a:t>
                      </a:r>
                      <a:r>
                        <a:rPr kumimoji="0" lang="en-US" sz="800" b="0" i="0" u="none" strike="noStrike" cap="none" normalizeH="0" baseline="0" err="1">
                          <a:ln>
                            <a:noFill/>
                          </a:ln>
                          <a:solidFill>
                            <a:schemeClr val="tx1"/>
                          </a:solidFill>
                          <a:effectLst/>
                          <a:latin typeface="+mn-lt"/>
                          <a:cs typeface="+mn-cs"/>
                          <a:sym typeface="+mn-lt"/>
                        </a:rPr>
                        <a:t>Vietcombank</a:t>
                      </a:r>
                      <a:r>
                        <a:rPr kumimoji="0" lang="en-US" sz="800" b="0" i="0" u="none" strike="noStrike" cap="none" normalizeH="0" baseline="0">
                          <a:ln>
                            <a:noFill/>
                          </a:ln>
                          <a:solidFill>
                            <a:schemeClr val="tx1"/>
                          </a:solidFill>
                          <a:effectLst/>
                          <a:latin typeface="+mn-lt"/>
                          <a:cs typeface="+mn-cs"/>
                          <a:sym typeface="+mn-lt"/>
                        </a:rPr>
                        <a:t> 2017</a:t>
                      </a:r>
                    </a:p>
                  </a:txBody>
                  <a:tcPr marL="36576" marR="36576" marT="18288" marB="18288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27226020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Qualifica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925365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Backcover">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3753645" y="2905125"/>
            <a:ext cx="2095500" cy="1047750"/>
          </a:xfrm>
          <a:prstGeom prst="rect">
            <a:avLst/>
          </a:prstGeom>
        </p:spPr>
      </p:pic>
    </p:spTree>
    <p:extLst>
      <p:ext uri="{BB962C8B-B14F-4D97-AF65-F5344CB8AC3E}">
        <p14:creationId xmlns:p14="http://schemas.microsoft.com/office/powerpoint/2010/main" val="116139197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209686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rot="16200000">
            <a:off x="3105204" y="28525"/>
            <a:ext cx="3391985" cy="9602384"/>
          </a:xfrm>
          <a:prstGeom prst="rect">
            <a:avLst/>
          </a:prstGeom>
        </p:spPr>
      </p:pic>
      <p:sp>
        <p:nvSpPr>
          <p:cNvPr id="2" name="DTP_Attribute"/>
          <p:cNvSpPr txBox="1"/>
          <p:nvPr/>
        </p:nvSpPr>
        <p:spPr bwMode="gray">
          <a:xfrm>
            <a:off x="903292" y="6459538"/>
            <a:ext cx="65" cy="132344"/>
          </a:xfrm>
          <a:prstGeom prst="rect">
            <a:avLst/>
          </a:prstGeom>
          <a:noFill/>
        </p:spPr>
        <p:txBody>
          <a:bodyPr vert="horz" wrap="none" lIns="0" tIns="0" rIns="0" bIns="0" rtlCol="0" anchor="b">
            <a:spAutoFit/>
          </a:bodyPr>
          <a:lstStyle/>
          <a:p>
            <a:pPr algn="l"/>
            <a:endParaRPr lang="it-IT" b="1" cap="all">
              <a:solidFill>
                <a:srgbClr val="9BBD5E"/>
              </a:solidFill>
              <a:latin typeface="Arial"/>
              <a:sym typeface="+mn-lt"/>
            </a:endParaRPr>
          </a:p>
        </p:txBody>
      </p:sp>
      <p:sp>
        <p:nvSpPr>
          <p:cNvPr id="5" name="Date"/>
          <p:cNvSpPr>
            <a:spLocks noGrp="1"/>
          </p:cNvSpPr>
          <p:nvPr>
            <p:ph type="body" sz="quarter" idx="11" hasCustomPrompt="1"/>
          </p:nvPr>
        </p:nvSpPr>
        <p:spPr bwMode="gray">
          <a:xfrm>
            <a:off x="571505" y="2232443"/>
            <a:ext cx="4055906" cy="276999"/>
          </a:xfrm>
        </p:spPr>
        <p:txBody>
          <a:bodyPr wrap="square" lIns="0" tIns="0" rIns="0" bIns="0">
            <a:spAutoFit/>
          </a:bodyPr>
          <a:lstStyle>
            <a:lvl1pPr marL="0" indent="0" fontAlgn="base">
              <a:lnSpc>
                <a:spcPct val="100000"/>
              </a:lnSpc>
              <a:spcBef>
                <a:spcPct val="0"/>
              </a:spcBef>
              <a:spcAft>
                <a:spcPct val="0"/>
              </a:spcAft>
              <a:buNone/>
              <a:defRPr sz="1800" cap="all" baseline="0">
                <a:solidFill>
                  <a:schemeClr val="tx1">
                    <a:lumMod val="50000"/>
                    <a:lumOff val="50000"/>
                  </a:schemeClr>
                </a:solidFill>
                <a:latin typeface="+mn-lt"/>
                <a:sym typeface="+mn-lt"/>
              </a:defRPr>
            </a:lvl1pPr>
          </a:lstStyle>
          <a:p>
            <a:pPr lvl="0"/>
            <a:r>
              <a:rPr lang="en-US"/>
              <a:t>DATE</a:t>
            </a:r>
          </a:p>
        </p:txBody>
      </p:sp>
      <p:sp>
        <p:nvSpPr>
          <p:cNvPr id="3" name="Title"/>
          <p:cNvSpPr>
            <a:spLocks noGrp="1"/>
          </p:cNvSpPr>
          <p:nvPr>
            <p:ph type="body" sz="quarter" idx="10" hasCustomPrompt="1"/>
          </p:nvPr>
        </p:nvSpPr>
        <p:spPr bwMode="gray">
          <a:xfrm>
            <a:off x="571501" y="1126733"/>
            <a:ext cx="8569324" cy="704232"/>
          </a:xfrm>
          <a:ln>
            <a:noFill/>
          </a:ln>
        </p:spPr>
        <p:txBody>
          <a:bodyPr wrap="square" lIns="0" tIns="0" rIns="0" bIns="0">
            <a:spAutoFit/>
          </a:bodyPr>
          <a:lstStyle>
            <a:lvl1pPr marL="0" indent="0" fontAlgn="base">
              <a:lnSpc>
                <a:spcPct val="88000"/>
              </a:lnSpc>
              <a:spcBef>
                <a:spcPts val="0"/>
              </a:spcBef>
              <a:spcAft>
                <a:spcPct val="0"/>
              </a:spcAft>
              <a:buNone/>
              <a:defRPr sz="2800" cap="all" baseline="0">
                <a:solidFill>
                  <a:srgbClr val="005024"/>
                </a:solidFill>
                <a:latin typeface="+mn-lt"/>
                <a:sym typeface="+mn-lt"/>
              </a:defRPr>
            </a:lvl1pPr>
            <a:lvl2pPr marL="0" indent="0" fontAlgn="base">
              <a:lnSpc>
                <a:spcPct val="88000"/>
              </a:lnSpc>
              <a:spcBef>
                <a:spcPts val="0"/>
              </a:spcBef>
              <a:spcAft>
                <a:spcPct val="0"/>
              </a:spcAft>
              <a:buNone/>
              <a:defRPr sz="2400" cap="all" baseline="0">
                <a:solidFill>
                  <a:schemeClr val="tx1">
                    <a:lumMod val="50000"/>
                    <a:lumOff val="50000"/>
                  </a:schemeClr>
                </a:solidFill>
                <a:latin typeface="+mn-lt"/>
                <a:sym typeface="+mn-lt"/>
              </a:defRPr>
            </a:lvl2pPr>
          </a:lstStyle>
          <a:p>
            <a:pPr lvl="0"/>
            <a:r>
              <a:rPr lang="en-US"/>
              <a:t>TITLE</a:t>
            </a:r>
          </a:p>
          <a:p>
            <a:pPr lvl="1"/>
            <a:r>
              <a:rPr lang="en-US"/>
              <a:t>SUBTITLE</a:t>
            </a:r>
          </a:p>
        </p:txBody>
      </p:sp>
      <p:pic>
        <p:nvPicPr>
          <p:cNvPr id="10" name="Picture 9"/>
          <p:cNvPicPr>
            <a:picLocks noChangeAspect="1"/>
          </p:cNvPicPr>
          <p:nvPr userDrawn="1"/>
        </p:nvPicPr>
        <p:blipFill>
          <a:blip r:embed="rId3"/>
          <a:stretch>
            <a:fillRect/>
          </a:stretch>
        </p:blipFill>
        <p:spPr>
          <a:xfrm>
            <a:off x="571505" y="66683"/>
            <a:ext cx="1632711" cy="707217"/>
          </a:xfrm>
          <a:prstGeom prst="rect">
            <a:avLst/>
          </a:prstGeom>
        </p:spPr>
      </p:pic>
      <p:sp>
        <p:nvSpPr>
          <p:cNvPr id="24" name="DTP_Copyright"/>
          <p:cNvSpPr txBox="1">
            <a:spLocks noChangeArrowheads="1"/>
          </p:cNvSpPr>
          <p:nvPr userDrawn="1"/>
        </p:nvSpPr>
        <p:spPr bwMode="gray">
          <a:xfrm>
            <a:off x="571501" y="6573917"/>
            <a:ext cx="833562" cy="10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algn="l">
              <a:defRPr>
                <a:solidFill>
                  <a:schemeClr val="tx1"/>
                </a:solidFill>
                <a:latin typeface="Arial" charset="0"/>
              </a:defRPr>
            </a:lvl1pPr>
            <a:lvl2pPr marL="742950" indent="-285750" algn="l">
              <a:defRPr>
                <a:solidFill>
                  <a:schemeClr val="tx1"/>
                </a:solidFill>
                <a:latin typeface="Arial" charset="0"/>
              </a:defRPr>
            </a:lvl2pPr>
            <a:lvl3pPr marL="1143000" indent="-228600" algn="l">
              <a:defRPr>
                <a:solidFill>
                  <a:schemeClr val="tx1"/>
                </a:solidFill>
                <a:latin typeface="Arial" charset="0"/>
              </a:defRPr>
            </a:lvl3pPr>
            <a:lvl4pPr marL="1600200" indent="-228600" algn="l">
              <a:defRPr>
                <a:solidFill>
                  <a:schemeClr val="tx1"/>
                </a:solidFill>
                <a:latin typeface="Arial" charset="0"/>
              </a:defRPr>
            </a:lvl4pPr>
            <a:lvl5pPr marL="2057400" indent="-228600" algn="l">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nSpc>
                <a:spcPct val="100000"/>
              </a:lnSpc>
            </a:pPr>
            <a:r>
              <a:rPr lang="en-US" sz="700">
                <a:solidFill>
                  <a:srgbClr val="000000">
                    <a:lumMod val="50000"/>
                    <a:lumOff val="50000"/>
                  </a:srgbClr>
                </a:solidFill>
                <a:sym typeface="+mn-lt"/>
              </a:rPr>
              <a:t>© </a:t>
            </a:r>
            <a:r>
              <a:rPr lang="en-US" sz="700" err="1">
                <a:solidFill>
                  <a:srgbClr val="000000">
                    <a:lumMod val="50000"/>
                    <a:lumOff val="50000"/>
                  </a:srgbClr>
                </a:solidFill>
                <a:sym typeface="+mn-lt"/>
              </a:rPr>
              <a:t>Vietcombank</a:t>
            </a:r>
            <a:r>
              <a:rPr lang="en-US" sz="700">
                <a:solidFill>
                  <a:srgbClr val="000000">
                    <a:lumMod val="50000"/>
                    <a:lumOff val="50000"/>
                  </a:srgbClr>
                </a:solidFill>
                <a:sym typeface="+mn-lt"/>
              </a:rPr>
              <a:t> 2019</a:t>
            </a:r>
          </a:p>
        </p:txBody>
      </p:sp>
      <p:sp>
        <p:nvSpPr>
          <p:cNvPr id="25" name="Rectangle 24"/>
          <p:cNvSpPr/>
          <p:nvPr userDrawn="1"/>
        </p:nvSpPr>
        <p:spPr>
          <a:xfrm>
            <a:off x="504826" y="6040793"/>
            <a:ext cx="1245854" cy="224677"/>
          </a:xfrm>
          <a:prstGeom prst="rect">
            <a:avLst/>
          </a:prstGeom>
        </p:spPr>
        <p:txBody>
          <a:bodyPr wrap="none">
            <a:spAutoFit/>
          </a:bodyPr>
          <a:lstStyle/>
          <a:p>
            <a:pPr algn="l"/>
            <a:r>
              <a:rPr lang="en-GB" b="1">
                <a:solidFill>
                  <a:srgbClr val="FFFFFF"/>
                </a:solidFill>
              </a:rPr>
              <a:t>HANOI, VIETNAM</a:t>
            </a:r>
          </a:p>
        </p:txBody>
      </p:sp>
      <p:pic>
        <p:nvPicPr>
          <p:cNvPr id="11" name="DTP_CompanyLogo"/>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6963741" y="542462"/>
            <a:ext cx="2177084" cy="182809"/>
          </a:xfrm>
          <a:prstGeom prst="rect">
            <a:avLst/>
          </a:prstGeom>
        </p:spPr>
      </p:pic>
    </p:spTree>
    <p:extLst>
      <p:ext uri="{BB962C8B-B14F-4D97-AF65-F5344CB8AC3E}">
        <p14:creationId xmlns:p14="http://schemas.microsoft.com/office/powerpoint/2010/main" val="101138703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024" userDrawn="1">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66680891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cNvSpPr>
            <a:spLocks noGrp="1"/>
          </p:cNvSpPr>
          <p:nvPr>
            <p:ph idx="1"/>
          </p:nvPr>
        </p:nvSpPr>
        <p:spPr bwMode="gray">
          <a:xfrm>
            <a:off x="457204" y="1400400"/>
            <a:ext cx="8686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dirty="0" smtClean="0">
                <a:latin typeface="+mn-lt"/>
                <a:ea typeface="+mn-ea"/>
                <a:sym typeface="+mn-lt"/>
              </a:defRPr>
            </a:lvl1pPr>
            <a:lvl2pPr fontAlgn="base">
              <a:lnSpc>
                <a:spcPct val="100000"/>
              </a:lnSpc>
              <a:spcAft>
                <a:spcPts val="0"/>
              </a:spcAft>
              <a:defRPr lang="en-US" dirty="0" smtClean="0">
                <a:latin typeface="+mn-lt"/>
                <a:ea typeface="+mn-ea"/>
                <a:sym typeface="+mn-lt"/>
              </a:defRPr>
            </a:lvl2pPr>
            <a:lvl3pPr fontAlgn="base">
              <a:lnSpc>
                <a:spcPct val="100000"/>
              </a:lnSpc>
              <a:spcAft>
                <a:spcPts val="0"/>
              </a:spcAft>
              <a:defRPr lang="en-US" dirty="0" smtClean="0">
                <a:latin typeface="+mn-lt"/>
                <a:ea typeface="+mn-ea"/>
                <a:sym typeface="+mn-lt"/>
              </a:defRPr>
            </a:lvl3pPr>
            <a:lvl4pPr fontAlgn="base">
              <a:lnSpc>
                <a:spcPct val="100000"/>
              </a:lnSpc>
              <a:spcAft>
                <a:spcPts val="0"/>
              </a:spcAft>
              <a:defRPr lang="en-US" dirty="0" smtClean="0">
                <a:latin typeface="+mn-lt"/>
                <a:ea typeface="+mn-ea"/>
                <a:sym typeface="+mn-lt"/>
              </a:defRPr>
            </a:lvl4pPr>
            <a:lvl5pPr fontAlgn="base">
              <a:lnSpc>
                <a:spcPct val="100000"/>
              </a:lnSpc>
              <a:spcAft>
                <a:spcPts val="0"/>
              </a:spcAft>
              <a:defRPr lang="en-GB" dirty="0" smtClean="0">
                <a:latin typeface="+mn-lt"/>
                <a:ea typeface="+mn-ea"/>
                <a:sym typeface="+mn-lt"/>
              </a:defRPr>
            </a:lvl5pPr>
            <a:lvl6pPr fontAlgn="base">
              <a:lnSpc>
                <a:spcPct val="100000"/>
              </a:lnSpc>
              <a:spcAft>
                <a:spcPts val="0"/>
              </a:spcAft>
              <a:defRPr/>
            </a:lvl6pPr>
            <a:lvl7pPr fontAlgn="base">
              <a:lnSpc>
                <a:spcPct val="100000"/>
              </a:lnSpc>
              <a:spcAft>
                <a:spcPts val="0"/>
              </a:spcAft>
              <a:defRPr/>
            </a:lvl7pPr>
            <a:lvl8pPr fontAlgn="base">
              <a:lnSpc>
                <a:spcPct val="100000"/>
              </a:lnSpc>
              <a:spcAft>
                <a:spcPts val="0"/>
              </a:spcAft>
              <a:defRPr/>
            </a:lvl8pPr>
            <a:lvl9pPr fontAlgn="base">
              <a:lnSpc>
                <a:spcPct val="100000"/>
              </a:lnSpc>
              <a:spcAft>
                <a:spcPts val="0"/>
              </a:spcAft>
              <a:defRPr/>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82883803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Heading">
    <p:spTree>
      <p:nvGrpSpPr>
        <p:cNvPr id="1" name=""/>
        <p:cNvGrpSpPr/>
        <p:nvPr/>
      </p:nvGrpSpPr>
      <p:grpSpPr>
        <a:xfrm>
          <a:off x="0" y="0"/>
          <a:ext cx="0" cy="0"/>
          <a:chOff x="0" y="0"/>
          <a:chExt cx="0" cy="0"/>
        </a:xfrm>
      </p:grpSpPr>
      <p:sp>
        <p:nvSpPr>
          <p:cNvPr id="8" name="Heading"/>
          <p:cNvSpPr>
            <a:spLocks noGrp="1"/>
          </p:cNvSpPr>
          <p:nvPr>
            <p:ph type="body" sz="quarter" idx="15" hasCustomPrompt="1"/>
          </p:nvPr>
        </p:nvSpPr>
        <p:spPr bwMode="gray">
          <a:xfrm>
            <a:off x="457204" y="1400400"/>
            <a:ext cx="8686800" cy="369332"/>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a:t>
            </a:r>
            <a:r>
              <a:rPr lang="pl-PL"/>
              <a:t>2</a:t>
            </a:r>
            <a:r>
              <a:rPr lang="en-US"/>
              <a:t> </a:t>
            </a:r>
            <a:r>
              <a:rPr lang="en-US" err="1"/>
              <a:t>pt</a:t>
            </a:r>
            <a:endParaRPr lang="en-US"/>
          </a:p>
          <a:p>
            <a:pPr lvl="1"/>
            <a:r>
              <a:rPr lang="en-US"/>
              <a:t>Subheading 1</a:t>
            </a:r>
            <a:r>
              <a:rPr lang="pl-PL"/>
              <a:t>2</a:t>
            </a:r>
            <a:r>
              <a:rPr lang="en-US"/>
              <a:t> </a:t>
            </a:r>
            <a:r>
              <a:rPr lang="en-US" err="1"/>
              <a:t>pt</a:t>
            </a:r>
            <a:endParaRPr lang="en-US"/>
          </a:p>
        </p:txBody>
      </p:sp>
      <p:sp>
        <p:nvSpPr>
          <p:cNvPr id="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76447660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and Content with heading">
    <p:spTree>
      <p:nvGrpSpPr>
        <p:cNvPr id="1" name=""/>
        <p:cNvGrpSpPr/>
        <p:nvPr/>
      </p:nvGrpSpPr>
      <p:grpSpPr>
        <a:xfrm>
          <a:off x="0" y="0"/>
          <a:ext cx="0" cy="0"/>
          <a:chOff x="0" y="0"/>
          <a:chExt cx="0" cy="0"/>
        </a:xfrm>
      </p:grpSpPr>
      <p:sp>
        <p:nvSpPr>
          <p:cNvPr id="3" name="Content"/>
          <p:cNvSpPr>
            <a:spLocks noGrp="1"/>
          </p:cNvSpPr>
          <p:nvPr>
            <p:ph idx="1"/>
          </p:nvPr>
        </p:nvSpPr>
        <p:spPr bwMode="gray">
          <a:xfrm>
            <a:off x="457204" y="1886400"/>
            <a:ext cx="8686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dirty="0" smtClean="0">
                <a:latin typeface="+mn-lt"/>
                <a:ea typeface="+mn-ea"/>
                <a:sym typeface="+mn-lt"/>
              </a:defRPr>
            </a:lvl1pPr>
            <a:lvl2pPr fontAlgn="base">
              <a:lnSpc>
                <a:spcPct val="100000"/>
              </a:lnSpc>
              <a:spcAft>
                <a:spcPts val="0"/>
              </a:spcAft>
              <a:defRPr lang="en-US" dirty="0" smtClean="0">
                <a:latin typeface="+mn-lt"/>
                <a:ea typeface="+mn-ea"/>
                <a:sym typeface="+mn-lt"/>
              </a:defRPr>
            </a:lvl2pPr>
            <a:lvl3pPr fontAlgn="base">
              <a:lnSpc>
                <a:spcPct val="100000"/>
              </a:lnSpc>
              <a:spcAft>
                <a:spcPts val="0"/>
              </a:spcAft>
              <a:defRPr lang="en-US" dirty="0" smtClean="0">
                <a:latin typeface="+mn-lt"/>
                <a:ea typeface="+mn-ea"/>
                <a:sym typeface="+mn-lt"/>
              </a:defRPr>
            </a:lvl3pPr>
            <a:lvl4pPr fontAlgn="base">
              <a:lnSpc>
                <a:spcPct val="100000"/>
              </a:lnSpc>
              <a:spcAft>
                <a:spcPts val="0"/>
              </a:spcAft>
              <a:defRPr lang="en-US" dirty="0" smtClean="0">
                <a:latin typeface="+mn-lt"/>
                <a:ea typeface="+mn-ea"/>
                <a:sym typeface="+mn-lt"/>
              </a:defRPr>
            </a:lvl4pPr>
            <a:lvl5pPr fontAlgn="base">
              <a:lnSpc>
                <a:spcPct val="100000"/>
              </a:lnSpc>
              <a:spcAft>
                <a:spcPts val="0"/>
              </a:spcAft>
              <a:defRPr lang="en-GB" dirty="0" smtClean="0">
                <a:latin typeface="+mn-lt"/>
                <a:ea typeface="+mn-ea"/>
                <a:sym typeface="+mn-lt"/>
              </a:defRPr>
            </a:lvl5pPr>
            <a:lvl6pPr fontAlgn="base">
              <a:lnSpc>
                <a:spcPct val="100000"/>
              </a:lnSpc>
              <a:spcAft>
                <a:spcPts val="0"/>
              </a:spcAft>
              <a:defRPr/>
            </a:lvl6pPr>
            <a:lvl7pPr fontAlgn="base">
              <a:lnSpc>
                <a:spcPct val="100000"/>
              </a:lnSpc>
              <a:spcAft>
                <a:spcPts val="0"/>
              </a:spcAft>
              <a:defRPr/>
            </a:lvl7pPr>
            <a:lvl8pPr fontAlgn="base">
              <a:lnSpc>
                <a:spcPct val="100000"/>
              </a:lnSpc>
              <a:spcAft>
                <a:spcPts val="0"/>
              </a:spcAft>
              <a:defRPr/>
            </a:lvl8pPr>
            <a:lvl9pPr fontAlgn="base">
              <a:lnSpc>
                <a:spcPct val="100000"/>
              </a:lnSpc>
              <a:spcAft>
                <a:spcPts val="0"/>
              </a:spcAft>
              <a:defRPr/>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Heading "/>
          <p:cNvSpPr>
            <a:spLocks noGrp="1"/>
          </p:cNvSpPr>
          <p:nvPr>
            <p:ph type="body" sz="quarter" idx="15" hasCustomPrompt="1"/>
          </p:nvPr>
        </p:nvSpPr>
        <p:spPr bwMode="gray">
          <a:xfrm>
            <a:off x="457204" y="1400400"/>
            <a:ext cx="8686800" cy="431800"/>
          </a:xfrm>
        </p:spPr>
        <p:txBody>
          <a:bodyPr lIns="0" tIns="0" rIns="0" bIns="0">
            <a:spAutoFit/>
          </a:bodyPr>
          <a:lstStyle>
            <a:lvl1pPr marL="0" indent="0" fontAlgn="base">
              <a:lnSpc>
                <a:spcPct val="100000"/>
              </a:lnSpc>
              <a:spcBef>
                <a:spcPts val="0"/>
              </a:spcBef>
              <a:spcAft>
                <a:spcPct val="0"/>
              </a:spcAft>
              <a:buNone/>
              <a:defRPr sz="1400" b="1">
                <a:solidFill>
                  <a:schemeClr val="tx1"/>
                </a:solidFill>
                <a:latin typeface="+mn-lt"/>
                <a:sym typeface="+mn-lt"/>
              </a:defRPr>
            </a:lvl1pPr>
            <a:lvl2pPr marL="0" indent="0" fontAlgn="base">
              <a:lnSpc>
                <a:spcPct val="100000"/>
              </a:lnSpc>
              <a:spcBef>
                <a:spcPts val="0"/>
              </a:spcBef>
              <a:spcAft>
                <a:spcPct val="0"/>
              </a:spcAft>
              <a:buNone/>
              <a:defRPr sz="14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14 </a:t>
            </a:r>
            <a:r>
              <a:rPr lang="en-US" err="1"/>
              <a:t>pt</a:t>
            </a:r>
            <a:endParaRPr lang="en-US"/>
          </a:p>
          <a:p>
            <a:pPr lvl="1"/>
            <a:r>
              <a:rPr lang="en-US"/>
              <a:t>Subheading 14 </a:t>
            </a:r>
            <a:r>
              <a:rPr lang="en-US" err="1"/>
              <a:t>pt</a:t>
            </a:r>
            <a:endParaRPr lang="en-US"/>
          </a:p>
        </p:txBody>
      </p:sp>
      <p:sp>
        <p:nvSpPr>
          <p:cNvPr id="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415975842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and 2 Content with heading">
    <p:spTree>
      <p:nvGrpSpPr>
        <p:cNvPr id="1" name=""/>
        <p:cNvGrpSpPr/>
        <p:nvPr/>
      </p:nvGrpSpPr>
      <p:grpSpPr>
        <a:xfrm>
          <a:off x="0" y="0"/>
          <a:ext cx="0" cy="0"/>
          <a:chOff x="0" y="0"/>
          <a:chExt cx="0" cy="0"/>
        </a:xfrm>
      </p:grpSpPr>
      <p:sp>
        <p:nvSpPr>
          <p:cNvPr id="8" name="Content Bottom"/>
          <p:cNvSpPr>
            <a:spLocks noGrp="1"/>
          </p:cNvSpPr>
          <p:nvPr>
            <p:ph idx="21"/>
          </p:nvPr>
        </p:nvSpPr>
        <p:spPr bwMode="gray">
          <a:xfrm>
            <a:off x="457204" y="4489257"/>
            <a:ext cx="8686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Heading Bottom"/>
          <p:cNvSpPr>
            <a:spLocks noGrp="1"/>
          </p:cNvSpPr>
          <p:nvPr>
            <p:ph type="body" sz="quarter" idx="22" hasCustomPrompt="1"/>
          </p:nvPr>
        </p:nvSpPr>
        <p:spPr bwMode="gray">
          <a:xfrm>
            <a:off x="457204" y="4003257"/>
            <a:ext cx="8686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4" name="Content Top"/>
          <p:cNvSpPr>
            <a:spLocks noGrp="1"/>
          </p:cNvSpPr>
          <p:nvPr>
            <p:ph idx="1"/>
          </p:nvPr>
        </p:nvSpPr>
        <p:spPr bwMode="gray">
          <a:xfrm>
            <a:off x="457204" y="1886400"/>
            <a:ext cx="8686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6" name="Heading Top"/>
          <p:cNvSpPr>
            <a:spLocks noGrp="1"/>
          </p:cNvSpPr>
          <p:nvPr>
            <p:ph type="body" sz="quarter" idx="15" hasCustomPrompt="1"/>
          </p:nvPr>
        </p:nvSpPr>
        <p:spPr bwMode="gray">
          <a:xfrm>
            <a:off x="457204" y="1400400"/>
            <a:ext cx="8686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49326133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Section">
    <p:spTree>
      <p:nvGrpSpPr>
        <p:cNvPr id="1" name=""/>
        <p:cNvGrpSpPr/>
        <p:nvPr/>
      </p:nvGrpSpPr>
      <p:grpSpPr>
        <a:xfrm>
          <a:off x="0" y="0"/>
          <a:ext cx="0" cy="0"/>
          <a:chOff x="0" y="0"/>
          <a:chExt cx="0" cy="0"/>
        </a:xfrm>
      </p:grpSpPr>
      <p:sp>
        <p:nvSpPr>
          <p:cNvPr id="13" name="SectionTitle"/>
          <p:cNvSpPr>
            <a:spLocks noGrp="1"/>
          </p:cNvSpPr>
          <p:nvPr>
            <p:ph type="body" sz="quarter" idx="11" hasCustomPrompt="1"/>
          </p:nvPr>
        </p:nvSpPr>
        <p:spPr bwMode="gray">
          <a:xfrm>
            <a:off x="3034150" y="2934396"/>
            <a:ext cx="6106679" cy="1007181"/>
          </a:xfrm>
          <a:blipFill dpi="0" rotWithShape="1">
            <a:blip r:embed="rId2"/>
            <a:srcRect/>
            <a:stretch>
              <a:fillRect/>
            </a:stretch>
          </a:blipFill>
          <a:ln>
            <a:noFill/>
          </a:ln>
          <a:effectLst/>
        </p:spPr>
        <p:txBody>
          <a:bodyPr vert="horz" wrap="square" lIns="144000" tIns="72000" rIns="0" bIns="72000" numCol="1" anchor="t" anchorCtr="0" compatLnSpc="1">
            <a:prstTxWarp prst="textNoShape">
              <a:avLst/>
            </a:prstTxWarp>
            <a:spAutoFit/>
          </a:bodyPr>
          <a:lstStyle>
            <a:lvl1pPr marL="0" indent="0" algn="l" fontAlgn="base">
              <a:lnSpc>
                <a:spcPct val="100000"/>
              </a:lnSpc>
              <a:spcBef>
                <a:spcPts val="0"/>
              </a:spcBef>
              <a:spcAft>
                <a:spcPct val="0"/>
              </a:spcAft>
              <a:buNone/>
              <a:defRPr lang="en-US" sz="2800" kern="0" baseline="0" dirty="0" smtClean="0">
                <a:solidFill>
                  <a:srgbClr val="005024"/>
                </a:solidFill>
                <a:latin typeface="+mn-lt"/>
                <a:sym typeface="+mn-lt"/>
              </a:defRPr>
            </a:lvl1pPr>
            <a:lvl2pPr marL="457200" indent="-457200" algn="l">
              <a:buNone/>
              <a:defRPr lang="en-US" sz="2800" kern="1200" dirty="0" smtClean="0">
                <a:solidFill>
                  <a:schemeClr val="accent1"/>
                </a:solidFill>
                <a:ea typeface="+mn-ea"/>
              </a:defRPr>
            </a:lvl2pPr>
          </a:lstStyle>
          <a:p>
            <a:pPr marL="0" lvl="0" indent="0">
              <a:lnSpc>
                <a:spcPct val="100000"/>
              </a:lnSpc>
              <a:spcBef>
                <a:spcPts val="0"/>
              </a:spcBef>
            </a:pPr>
            <a:r>
              <a:rPr lang="en-US"/>
              <a:t>Click to add text</a:t>
            </a:r>
          </a:p>
          <a:p>
            <a:pPr marL="0" lvl="0" indent="0">
              <a:lnSpc>
                <a:spcPct val="100000"/>
              </a:lnSpc>
              <a:spcBef>
                <a:spcPts val="0"/>
              </a:spcBef>
            </a:pPr>
            <a:endParaRPr lang="en-US"/>
          </a:p>
        </p:txBody>
      </p:sp>
      <p:sp>
        <p:nvSpPr>
          <p:cNvPr id="15" name="SectionNumber"/>
          <p:cNvSpPr>
            <a:spLocks noGrp="1"/>
          </p:cNvSpPr>
          <p:nvPr>
            <p:ph type="body" sz="quarter" idx="12" hasCustomPrompt="1"/>
          </p:nvPr>
        </p:nvSpPr>
        <p:spPr bwMode="gray">
          <a:xfrm>
            <a:off x="457200" y="2934392"/>
            <a:ext cx="2422179" cy="1008000"/>
          </a:xfrm>
        </p:spPr>
        <p:txBody>
          <a:bodyPr lIns="0" tIns="72000" rIns="0" bIns="72000"/>
          <a:lstStyle>
            <a:lvl1pPr marL="0" indent="0" algn="r" fontAlgn="base">
              <a:lnSpc>
                <a:spcPct val="100000"/>
              </a:lnSpc>
              <a:spcBef>
                <a:spcPct val="0"/>
              </a:spcBef>
              <a:spcAft>
                <a:spcPct val="0"/>
              </a:spcAft>
              <a:buNone/>
              <a:defRPr sz="2800">
                <a:solidFill>
                  <a:schemeClr val="tx1">
                    <a:lumMod val="50000"/>
                    <a:lumOff val="50000"/>
                  </a:schemeClr>
                </a:solidFill>
                <a:latin typeface="+mn-lt"/>
                <a:sym typeface="+mn-lt"/>
              </a:defRPr>
            </a:lvl1pPr>
          </a:lstStyle>
          <a:p>
            <a:pPr lvl="0"/>
            <a:r>
              <a:rPr lang="en-US"/>
              <a:t>Section #</a:t>
            </a:r>
          </a:p>
        </p:txBody>
      </p:sp>
    </p:spTree>
    <p:extLst>
      <p:ext uri="{BB962C8B-B14F-4D97-AF65-F5344CB8AC3E}">
        <p14:creationId xmlns:p14="http://schemas.microsoft.com/office/powerpoint/2010/main" val="298258143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6" name="Content Right"/>
          <p:cNvSpPr>
            <a:spLocks noGrp="1"/>
          </p:cNvSpPr>
          <p:nvPr>
            <p:ph idx="11"/>
          </p:nvPr>
        </p:nvSpPr>
        <p:spPr bwMode="gray">
          <a:xfrm>
            <a:off x="5029200" y="1400400"/>
            <a:ext cx="4114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5" name="Content Left"/>
          <p:cNvSpPr>
            <a:spLocks noGrp="1"/>
          </p:cNvSpPr>
          <p:nvPr>
            <p:ph idx="1"/>
          </p:nvPr>
        </p:nvSpPr>
        <p:spPr bwMode="gray">
          <a:xfrm>
            <a:off x="457200" y="1400400"/>
            <a:ext cx="4114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58909369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 columns with heading">
    <p:spTree>
      <p:nvGrpSpPr>
        <p:cNvPr id="1" name=""/>
        <p:cNvGrpSpPr/>
        <p:nvPr/>
      </p:nvGrpSpPr>
      <p:grpSpPr>
        <a:xfrm>
          <a:off x="0" y="0"/>
          <a:ext cx="0" cy="0"/>
          <a:chOff x="0" y="0"/>
          <a:chExt cx="0" cy="0"/>
        </a:xfrm>
      </p:grpSpPr>
      <p:sp>
        <p:nvSpPr>
          <p:cNvPr id="16" name="Content Right"/>
          <p:cNvSpPr>
            <a:spLocks noGrp="1"/>
          </p:cNvSpPr>
          <p:nvPr>
            <p:ph idx="11"/>
          </p:nvPr>
        </p:nvSpPr>
        <p:spPr bwMode="gray">
          <a:xfrm>
            <a:off x="5029200" y="1886400"/>
            <a:ext cx="4114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5" name="Content Left"/>
          <p:cNvSpPr>
            <a:spLocks noGrp="1"/>
          </p:cNvSpPr>
          <p:nvPr>
            <p:ph idx="1"/>
          </p:nvPr>
        </p:nvSpPr>
        <p:spPr bwMode="gray">
          <a:xfrm>
            <a:off x="457200" y="1886400"/>
            <a:ext cx="4114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4" name="Heading Right"/>
          <p:cNvSpPr>
            <a:spLocks noGrp="1"/>
          </p:cNvSpPr>
          <p:nvPr>
            <p:ph type="body" sz="quarter" idx="16" hasCustomPrompt="1"/>
          </p:nvPr>
        </p:nvSpPr>
        <p:spPr bwMode="gray">
          <a:xfrm>
            <a:off x="5029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3" name="Heading Left"/>
          <p:cNvSpPr>
            <a:spLocks noGrp="1"/>
          </p:cNvSpPr>
          <p:nvPr>
            <p:ph type="body" sz="quarter" idx="15" hasCustomPrompt="1"/>
          </p:nvPr>
        </p:nvSpPr>
        <p:spPr bwMode="gray">
          <a:xfrm>
            <a:off x="457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78178776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2 headings">
    <p:spTree>
      <p:nvGrpSpPr>
        <p:cNvPr id="1" name=""/>
        <p:cNvGrpSpPr/>
        <p:nvPr/>
      </p:nvGrpSpPr>
      <p:grpSpPr>
        <a:xfrm>
          <a:off x="0" y="0"/>
          <a:ext cx="0" cy="0"/>
          <a:chOff x="0" y="0"/>
          <a:chExt cx="0" cy="0"/>
        </a:xfrm>
      </p:grpSpPr>
      <p:sp>
        <p:nvSpPr>
          <p:cNvPr id="14" name="Heading Right"/>
          <p:cNvSpPr>
            <a:spLocks noGrp="1"/>
          </p:cNvSpPr>
          <p:nvPr>
            <p:ph type="body" sz="quarter" idx="16" hasCustomPrompt="1"/>
          </p:nvPr>
        </p:nvSpPr>
        <p:spPr bwMode="gray">
          <a:xfrm>
            <a:off x="5029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3" name="Heading Left"/>
          <p:cNvSpPr>
            <a:spLocks noGrp="1"/>
          </p:cNvSpPr>
          <p:nvPr>
            <p:ph type="body" sz="quarter" idx="15" hasCustomPrompt="1"/>
          </p:nvPr>
        </p:nvSpPr>
        <p:spPr bwMode="gray">
          <a:xfrm>
            <a:off x="457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99392257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4 textboxes">
    <p:spTree>
      <p:nvGrpSpPr>
        <p:cNvPr id="1" name=""/>
        <p:cNvGrpSpPr/>
        <p:nvPr/>
      </p:nvGrpSpPr>
      <p:grpSpPr>
        <a:xfrm>
          <a:off x="0" y="0"/>
          <a:ext cx="0" cy="0"/>
          <a:chOff x="0" y="0"/>
          <a:chExt cx="0" cy="0"/>
        </a:xfrm>
      </p:grpSpPr>
      <p:sp>
        <p:nvSpPr>
          <p:cNvPr id="6" name="Content Right Bottom"/>
          <p:cNvSpPr>
            <a:spLocks noGrp="1"/>
          </p:cNvSpPr>
          <p:nvPr>
            <p:ph idx="27"/>
          </p:nvPr>
        </p:nvSpPr>
        <p:spPr bwMode="gray">
          <a:xfrm>
            <a:off x="5029200" y="40032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4" name="Content Left Bottom"/>
          <p:cNvSpPr>
            <a:spLocks noGrp="1"/>
          </p:cNvSpPr>
          <p:nvPr>
            <p:ph idx="28"/>
          </p:nvPr>
        </p:nvSpPr>
        <p:spPr bwMode="gray">
          <a:xfrm>
            <a:off x="457200" y="40032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Content Right Top"/>
          <p:cNvSpPr>
            <a:spLocks noGrp="1"/>
          </p:cNvSpPr>
          <p:nvPr>
            <p:ph idx="26"/>
          </p:nvPr>
        </p:nvSpPr>
        <p:spPr bwMode="gray">
          <a:xfrm>
            <a:off x="5029200" y="14004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Content Left Top"/>
          <p:cNvSpPr>
            <a:spLocks noGrp="1"/>
          </p:cNvSpPr>
          <p:nvPr>
            <p:ph idx="1"/>
          </p:nvPr>
        </p:nvSpPr>
        <p:spPr bwMode="gray">
          <a:xfrm>
            <a:off x="457200" y="14004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58848313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4 textboxes with heading">
    <p:spTree>
      <p:nvGrpSpPr>
        <p:cNvPr id="1" name=""/>
        <p:cNvGrpSpPr/>
        <p:nvPr/>
      </p:nvGrpSpPr>
      <p:grpSpPr>
        <a:xfrm>
          <a:off x="0" y="0"/>
          <a:ext cx="0" cy="0"/>
          <a:chOff x="0" y="0"/>
          <a:chExt cx="0" cy="0"/>
        </a:xfrm>
      </p:grpSpPr>
      <p:sp>
        <p:nvSpPr>
          <p:cNvPr id="6" name="Content Right Bottom"/>
          <p:cNvSpPr>
            <a:spLocks noGrp="1"/>
          </p:cNvSpPr>
          <p:nvPr>
            <p:ph idx="30"/>
          </p:nvPr>
        </p:nvSpPr>
        <p:spPr bwMode="gray">
          <a:xfrm>
            <a:off x="5029200" y="44892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4" name="Content Left Bottom"/>
          <p:cNvSpPr>
            <a:spLocks noGrp="1"/>
          </p:cNvSpPr>
          <p:nvPr>
            <p:ph idx="31"/>
          </p:nvPr>
        </p:nvSpPr>
        <p:spPr bwMode="gray">
          <a:xfrm>
            <a:off x="457200" y="44892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2" name="Heading Right Bottom"/>
          <p:cNvSpPr>
            <a:spLocks noGrp="1"/>
          </p:cNvSpPr>
          <p:nvPr>
            <p:ph type="body" sz="quarter" idx="18" hasCustomPrompt="1"/>
          </p:nvPr>
        </p:nvSpPr>
        <p:spPr bwMode="gray">
          <a:xfrm>
            <a:off x="5029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3" name="Heading Left Bottom"/>
          <p:cNvSpPr>
            <a:spLocks noGrp="1"/>
          </p:cNvSpPr>
          <p:nvPr>
            <p:ph type="body" sz="quarter" idx="20" hasCustomPrompt="1"/>
          </p:nvPr>
        </p:nvSpPr>
        <p:spPr bwMode="gray">
          <a:xfrm>
            <a:off x="457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8" name="Content Right Top"/>
          <p:cNvSpPr>
            <a:spLocks noGrp="1"/>
          </p:cNvSpPr>
          <p:nvPr>
            <p:ph idx="29"/>
          </p:nvPr>
        </p:nvSpPr>
        <p:spPr bwMode="gray">
          <a:xfrm>
            <a:off x="5029200" y="18864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Content Left Top"/>
          <p:cNvSpPr>
            <a:spLocks noGrp="1"/>
          </p:cNvSpPr>
          <p:nvPr>
            <p:ph idx="1"/>
          </p:nvPr>
        </p:nvSpPr>
        <p:spPr bwMode="gray">
          <a:xfrm>
            <a:off x="457200" y="18864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1" name="Heading Right Top"/>
          <p:cNvSpPr>
            <a:spLocks noGrp="1"/>
          </p:cNvSpPr>
          <p:nvPr>
            <p:ph type="body" sz="quarter" idx="16" hasCustomPrompt="1"/>
          </p:nvPr>
        </p:nvSpPr>
        <p:spPr bwMode="gray">
          <a:xfrm>
            <a:off x="5029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0" name="Heading Left Top"/>
          <p:cNvSpPr>
            <a:spLocks noGrp="1"/>
          </p:cNvSpPr>
          <p:nvPr>
            <p:ph type="body" sz="quarter" idx="15" hasCustomPrompt="1"/>
          </p:nvPr>
        </p:nvSpPr>
        <p:spPr bwMode="gray">
          <a:xfrm>
            <a:off x="457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11935446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 headings">
    <p:spTree>
      <p:nvGrpSpPr>
        <p:cNvPr id="1" name=""/>
        <p:cNvGrpSpPr/>
        <p:nvPr/>
      </p:nvGrpSpPr>
      <p:grpSpPr>
        <a:xfrm>
          <a:off x="0" y="0"/>
          <a:ext cx="0" cy="0"/>
          <a:chOff x="0" y="0"/>
          <a:chExt cx="0" cy="0"/>
        </a:xfrm>
      </p:grpSpPr>
      <p:sp>
        <p:nvSpPr>
          <p:cNvPr id="24" name="Heading Right Bottom"/>
          <p:cNvSpPr>
            <a:spLocks noGrp="1"/>
          </p:cNvSpPr>
          <p:nvPr>
            <p:ph type="body" sz="quarter" idx="18" hasCustomPrompt="1"/>
          </p:nvPr>
        </p:nvSpPr>
        <p:spPr bwMode="gray">
          <a:xfrm>
            <a:off x="5029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25" name="Heading Left Bottom"/>
          <p:cNvSpPr>
            <a:spLocks noGrp="1"/>
          </p:cNvSpPr>
          <p:nvPr>
            <p:ph type="body" sz="quarter" idx="20" hasCustomPrompt="1"/>
          </p:nvPr>
        </p:nvSpPr>
        <p:spPr bwMode="gray">
          <a:xfrm>
            <a:off x="457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8" name="Heading Right Top"/>
          <p:cNvSpPr>
            <a:spLocks noGrp="1"/>
          </p:cNvSpPr>
          <p:nvPr>
            <p:ph type="body" sz="quarter" idx="16" hasCustomPrompt="1"/>
          </p:nvPr>
        </p:nvSpPr>
        <p:spPr bwMode="gray">
          <a:xfrm>
            <a:off x="5029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7" name="Heading Left Top"/>
          <p:cNvSpPr>
            <a:spLocks noGrp="1"/>
          </p:cNvSpPr>
          <p:nvPr>
            <p:ph type="body" sz="quarter" idx="15" hasCustomPrompt="1"/>
          </p:nvPr>
        </p:nvSpPr>
        <p:spPr bwMode="gray">
          <a:xfrm>
            <a:off x="457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4"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71909156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15" name="Content Right"/>
          <p:cNvSpPr>
            <a:spLocks noGrp="1"/>
          </p:cNvSpPr>
          <p:nvPr>
            <p:ph idx="27"/>
          </p:nvPr>
        </p:nvSpPr>
        <p:spPr bwMode="gray">
          <a:xfrm>
            <a:off x="6553200" y="1400400"/>
            <a:ext cx="2590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4" name="Content Middle"/>
          <p:cNvSpPr>
            <a:spLocks noGrp="1"/>
          </p:cNvSpPr>
          <p:nvPr>
            <p:ph idx="26"/>
          </p:nvPr>
        </p:nvSpPr>
        <p:spPr bwMode="gray">
          <a:xfrm>
            <a:off x="3505200" y="1400400"/>
            <a:ext cx="2590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3" name="Content Left"/>
          <p:cNvSpPr>
            <a:spLocks noGrp="1"/>
          </p:cNvSpPr>
          <p:nvPr>
            <p:ph idx="25"/>
          </p:nvPr>
        </p:nvSpPr>
        <p:spPr bwMode="gray">
          <a:xfrm>
            <a:off x="457200" y="1400400"/>
            <a:ext cx="2590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86449901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3 columns with heading">
    <p:spTree>
      <p:nvGrpSpPr>
        <p:cNvPr id="1" name=""/>
        <p:cNvGrpSpPr/>
        <p:nvPr/>
      </p:nvGrpSpPr>
      <p:grpSpPr>
        <a:xfrm>
          <a:off x="0" y="0"/>
          <a:ext cx="0" cy="0"/>
          <a:chOff x="0" y="0"/>
          <a:chExt cx="0" cy="0"/>
        </a:xfrm>
      </p:grpSpPr>
      <p:sp>
        <p:nvSpPr>
          <p:cNvPr id="18" name="Content Right"/>
          <p:cNvSpPr>
            <a:spLocks noGrp="1"/>
          </p:cNvSpPr>
          <p:nvPr>
            <p:ph idx="27"/>
          </p:nvPr>
        </p:nvSpPr>
        <p:spPr bwMode="gray">
          <a:xfrm>
            <a:off x="6553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7" name="Content Middle"/>
          <p:cNvSpPr>
            <a:spLocks noGrp="1"/>
          </p:cNvSpPr>
          <p:nvPr>
            <p:ph idx="26"/>
          </p:nvPr>
        </p:nvSpPr>
        <p:spPr bwMode="gray">
          <a:xfrm>
            <a:off x="3505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6" name="Content Left"/>
          <p:cNvSpPr>
            <a:spLocks noGrp="1"/>
          </p:cNvSpPr>
          <p:nvPr>
            <p:ph idx="25"/>
          </p:nvPr>
        </p:nvSpPr>
        <p:spPr bwMode="gray">
          <a:xfrm>
            <a:off x="457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21" name="Heading Right"/>
          <p:cNvSpPr>
            <a:spLocks noGrp="1"/>
          </p:cNvSpPr>
          <p:nvPr>
            <p:ph type="body" sz="quarter" idx="12" hasCustomPrompt="1"/>
          </p:nvPr>
        </p:nvSpPr>
        <p:spPr bwMode="gray">
          <a:xfrm>
            <a:off x="6553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2" name="Heading Middle"/>
          <p:cNvSpPr>
            <a:spLocks noGrp="1"/>
          </p:cNvSpPr>
          <p:nvPr>
            <p:ph type="body" sz="quarter" idx="13" hasCustomPrompt="1"/>
          </p:nvPr>
        </p:nvSpPr>
        <p:spPr bwMode="gray">
          <a:xfrm>
            <a:off x="3505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0" name="Heading Left"/>
          <p:cNvSpPr>
            <a:spLocks noGrp="1"/>
          </p:cNvSpPr>
          <p:nvPr>
            <p:ph type="body" sz="quarter" idx="11" hasCustomPrompt="1"/>
          </p:nvPr>
        </p:nvSpPr>
        <p:spPr bwMode="gray">
          <a:xfrm>
            <a:off x="457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13"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61239179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3 headings">
    <p:spTree>
      <p:nvGrpSpPr>
        <p:cNvPr id="1" name=""/>
        <p:cNvGrpSpPr/>
        <p:nvPr/>
      </p:nvGrpSpPr>
      <p:grpSpPr>
        <a:xfrm>
          <a:off x="0" y="0"/>
          <a:ext cx="0" cy="0"/>
          <a:chOff x="0" y="0"/>
          <a:chExt cx="0" cy="0"/>
        </a:xfrm>
      </p:grpSpPr>
      <p:sp>
        <p:nvSpPr>
          <p:cNvPr id="21" name="Heading Right"/>
          <p:cNvSpPr>
            <a:spLocks noGrp="1"/>
          </p:cNvSpPr>
          <p:nvPr>
            <p:ph type="body" sz="quarter" idx="12" hasCustomPrompt="1"/>
          </p:nvPr>
        </p:nvSpPr>
        <p:spPr bwMode="gray">
          <a:xfrm>
            <a:off x="6553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2" name="Heading Middle"/>
          <p:cNvSpPr>
            <a:spLocks noGrp="1"/>
          </p:cNvSpPr>
          <p:nvPr>
            <p:ph type="body" sz="quarter" idx="13" hasCustomPrompt="1"/>
          </p:nvPr>
        </p:nvSpPr>
        <p:spPr bwMode="gray">
          <a:xfrm>
            <a:off x="3505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0" name="Heading Left"/>
          <p:cNvSpPr>
            <a:spLocks noGrp="1"/>
          </p:cNvSpPr>
          <p:nvPr>
            <p:ph type="body" sz="quarter" idx="11" hasCustomPrompt="1"/>
          </p:nvPr>
        </p:nvSpPr>
        <p:spPr bwMode="gray">
          <a:xfrm>
            <a:off x="457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13"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03936199"/>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 textboxes">
    <p:spTree>
      <p:nvGrpSpPr>
        <p:cNvPr id="1" name=""/>
        <p:cNvGrpSpPr/>
        <p:nvPr/>
      </p:nvGrpSpPr>
      <p:grpSpPr>
        <a:xfrm>
          <a:off x="0" y="0"/>
          <a:ext cx="0" cy="0"/>
          <a:chOff x="0" y="0"/>
          <a:chExt cx="0" cy="0"/>
        </a:xfrm>
      </p:grpSpPr>
      <p:sp>
        <p:nvSpPr>
          <p:cNvPr id="8" name="Content Right Bottom"/>
          <p:cNvSpPr>
            <a:spLocks noGrp="1"/>
          </p:cNvSpPr>
          <p:nvPr>
            <p:ph idx="40"/>
          </p:nvPr>
        </p:nvSpPr>
        <p:spPr bwMode="gray">
          <a:xfrm>
            <a:off x="6553200" y="40032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6" name="Content Middle Bottom"/>
          <p:cNvSpPr>
            <a:spLocks noGrp="1"/>
          </p:cNvSpPr>
          <p:nvPr>
            <p:ph idx="41"/>
          </p:nvPr>
        </p:nvSpPr>
        <p:spPr bwMode="gray">
          <a:xfrm>
            <a:off x="3505200" y="40032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4" name="Content Left Bottom"/>
          <p:cNvSpPr>
            <a:spLocks noGrp="1"/>
          </p:cNvSpPr>
          <p:nvPr>
            <p:ph idx="42"/>
          </p:nvPr>
        </p:nvSpPr>
        <p:spPr bwMode="gray">
          <a:xfrm>
            <a:off x="457200" y="40032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Content Right Top"/>
          <p:cNvSpPr>
            <a:spLocks noGrp="1"/>
          </p:cNvSpPr>
          <p:nvPr>
            <p:ph idx="39"/>
          </p:nvPr>
        </p:nvSpPr>
        <p:spPr bwMode="gray">
          <a:xfrm>
            <a:off x="6553200" y="14004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0" name="Content Middle Top"/>
          <p:cNvSpPr>
            <a:spLocks noGrp="1"/>
          </p:cNvSpPr>
          <p:nvPr>
            <p:ph idx="38"/>
          </p:nvPr>
        </p:nvSpPr>
        <p:spPr bwMode="gray">
          <a:xfrm>
            <a:off x="3505200" y="14004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1" name="Content Left Top"/>
          <p:cNvSpPr>
            <a:spLocks noGrp="1"/>
          </p:cNvSpPr>
          <p:nvPr>
            <p:ph idx="1"/>
          </p:nvPr>
        </p:nvSpPr>
        <p:spPr bwMode="gray">
          <a:xfrm>
            <a:off x="457200" y="14004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77010400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6 textboxes with heading">
    <p:spTree>
      <p:nvGrpSpPr>
        <p:cNvPr id="1" name=""/>
        <p:cNvGrpSpPr/>
        <p:nvPr/>
      </p:nvGrpSpPr>
      <p:grpSpPr>
        <a:xfrm>
          <a:off x="0" y="0"/>
          <a:ext cx="0" cy="0"/>
          <a:chOff x="0" y="0"/>
          <a:chExt cx="0" cy="0"/>
        </a:xfrm>
      </p:grpSpPr>
      <p:sp>
        <p:nvSpPr>
          <p:cNvPr id="4" name="Content Right Bottom"/>
          <p:cNvSpPr>
            <a:spLocks noGrp="1"/>
          </p:cNvSpPr>
          <p:nvPr>
            <p:ph idx="40"/>
          </p:nvPr>
        </p:nvSpPr>
        <p:spPr bwMode="gray">
          <a:xfrm>
            <a:off x="6553200" y="44892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6" name="Content Middle Bottom"/>
          <p:cNvSpPr>
            <a:spLocks noGrp="1"/>
          </p:cNvSpPr>
          <p:nvPr>
            <p:ph idx="41"/>
          </p:nvPr>
        </p:nvSpPr>
        <p:spPr bwMode="gray">
          <a:xfrm>
            <a:off x="3505200" y="44892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Content Left Bottom"/>
          <p:cNvSpPr>
            <a:spLocks noGrp="1"/>
          </p:cNvSpPr>
          <p:nvPr>
            <p:ph idx="42"/>
          </p:nvPr>
        </p:nvSpPr>
        <p:spPr bwMode="gray">
          <a:xfrm>
            <a:off x="457200" y="44892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5" name="Heading Right Bottom"/>
          <p:cNvSpPr>
            <a:spLocks noGrp="1"/>
          </p:cNvSpPr>
          <p:nvPr>
            <p:ph type="body" sz="quarter" idx="22" hasCustomPrompt="1"/>
          </p:nvPr>
        </p:nvSpPr>
        <p:spPr bwMode="gray">
          <a:xfrm>
            <a:off x="6553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7" name="Heading Middle Bottom"/>
          <p:cNvSpPr>
            <a:spLocks noGrp="1"/>
          </p:cNvSpPr>
          <p:nvPr>
            <p:ph type="body" sz="quarter" idx="26" hasCustomPrompt="1"/>
          </p:nvPr>
        </p:nvSpPr>
        <p:spPr bwMode="gray">
          <a:xfrm>
            <a:off x="3505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6" name="Heading Left Bottom"/>
          <p:cNvSpPr>
            <a:spLocks noGrp="1"/>
          </p:cNvSpPr>
          <p:nvPr>
            <p:ph type="body" sz="quarter" idx="24" hasCustomPrompt="1"/>
          </p:nvPr>
        </p:nvSpPr>
        <p:spPr bwMode="gray">
          <a:xfrm>
            <a:off x="457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9" name="Content Right Top"/>
          <p:cNvSpPr>
            <a:spLocks noGrp="1"/>
          </p:cNvSpPr>
          <p:nvPr>
            <p:ph idx="39"/>
          </p:nvPr>
        </p:nvSpPr>
        <p:spPr bwMode="gray">
          <a:xfrm>
            <a:off x="6553200" y="18864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0" name="Content Middle Top"/>
          <p:cNvSpPr>
            <a:spLocks noGrp="1"/>
          </p:cNvSpPr>
          <p:nvPr>
            <p:ph idx="38"/>
          </p:nvPr>
        </p:nvSpPr>
        <p:spPr bwMode="gray">
          <a:xfrm>
            <a:off x="3505200" y="18864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1" name="Content Left Top"/>
          <p:cNvSpPr>
            <a:spLocks noGrp="1"/>
          </p:cNvSpPr>
          <p:nvPr>
            <p:ph idx="1"/>
          </p:nvPr>
        </p:nvSpPr>
        <p:spPr bwMode="gray">
          <a:xfrm>
            <a:off x="457200" y="18864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3" name="Heading Right Top"/>
          <p:cNvSpPr>
            <a:spLocks noGrp="1"/>
          </p:cNvSpPr>
          <p:nvPr>
            <p:ph type="body" sz="quarter" idx="16" hasCustomPrompt="1"/>
          </p:nvPr>
        </p:nvSpPr>
        <p:spPr bwMode="gray">
          <a:xfrm>
            <a:off x="6553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4" name="Heading Middle Top"/>
          <p:cNvSpPr>
            <a:spLocks noGrp="1"/>
          </p:cNvSpPr>
          <p:nvPr>
            <p:ph type="body" sz="quarter" idx="17" hasCustomPrompt="1"/>
          </p:nvPr>
        </p:nvSpPr>
        <p:spPr bwMode="gray">
          <a:xfrm>
            <a:off x="3505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2" name="Heading Left Top"/>
          <p:cNvSpPr>
            <a:spLocks noGrp="1"/>
          </p:cNvSpPr>
          <p:nvPr>
            <p:ph type="body" sz="quarter" idx="15" hasCustomPrompt="1"/>
          </p:nvPr>
        </p:nvSpPr>
        <p:spPr bwMode="gray">
          <a:xfrm>
            <a:off x="457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36452744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6 headings">
    <p:spTree>
      <p:nvGrpSpPr>
        <p:cNvPr id="1" name=""/>
        <p:cNvGrpSpPr/>
        <p:nvPr/>
      </p:nvGrpSpPr>
      <p:grpSpPr>
        <a:xfrm>
          <a:off x="0" y="0"/>
          <a:ext cx="0" cy="0"/>
          <a:chOff x="0" y="0"/>
          <a:chExt cx="0" cy="0"/>
        </a:xfrm>
      </p:grpSpPr>
      <p:sp>
        <p:nvSpPr>
          <p:cNvPr id="9" name="Heading Right Bottom"/>
          <p:cNvSpPr>
            <a:spLocks noGrp="1"/>
          </p:cNvSpPr>
          <p:nvPr>
            <p:ph type="body" sz="quarter" idx="22" hasCustomPrompt="1"/>
          </p:nvPr>
        </p:nvSpPr>
        <p:spPr bwMode="gray">
          <a:xfrm>
            <a:off x="6553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1" name="Heading Middle Bottom"/>
          <p:cNvSpPr>
            <a:spLocks noGrp="1"/>
          </p:cNvSpPr>
          <p:nvPr>
            <p:ph type="body" sz="quarter" idx="26" hasCustomPrompt="1"/>
          </p:nvPr>
        </p:nvSpPr>
        <p:spPr bwMode="gray">
          <a:xfrm>
            <a:off x="3505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0" name="Heading Left Bottom"/>
          <p:cNvSpPr>
            <a:spLocks noGrp="1"/>
          </p:cNvSpPr>
          <p:nvPr>
            <p:ph type="body" sz="quarter" idx="24" hasCustomPrompt="1"/>
          </p:nvPr>
        </p:nvSpPr>
        <p:spPr bwMode="gray">
          <a:xfrm>
            <a:off x="457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6" name="Heading Right Top"/>
          <p:cNvSpPr>
            <a:spLocks noGrp="1"/>
          </p:cNvSpPr>
          <p:nvPr>
            <p:ph type="body" sz="quarter" idx="16" hasCustomPrompt="1"/>
          </p:nvPr>
        </p:nvSpPr>
        <p:spPr bwMode="gray">
          <a:xfrm>
            <a:off x="6553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8" name="Heading Middle Top"/>
          <p:cNvSpPr>
            <a:spLocks noGrp="1"/>
          </p:cNvSpPr>
          <p:nvPr>
            <p:ph type="body" sz="quarter" idx="17" hasCustomPrompt="1"/>
          </p:nvPr>
        </p:nvSpPr>
        <p:spPr bwMode="gray">
          <a:xfrm>
            <a:off x="3505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4" name="Heading Left Top"/>
          <p:cNvSpPr>
            <a:spLocks noGrp="1"/>
          </p:cNvSpPr>
          <p:nvPr>
            <p:ph type="body" sz="quarter" idx="15" hasCustomPrompt="1"/>
          </p:nvPr>
        </p:nvSpPr>
        <p:spPr bwMode="gray">
          <a:xfrm>
            <a:off x="457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735564580"/>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2 columns 1/3 split">
    <p:spTree>
      <p:nvGrpSpPr>
        <p:cNvPr id="1" name=""/>
        <p:cNvGrpSpPr/>
        <p:nvPr/>
      </p:nvGrpSpPr>
      <p:grpSpPr>
        <a:xfrm>
          <a:off x="0" y="0"/>
          <a:ext cx="0" cy="0"/>
          <a:chOff x="0" y="0"/>
          <a:chExt cx="0" cy="0"/>
        </a:xfrm>
      </p:grpSpPr>
      <p:sp>
        <p:nvSpPr>
          <p:cNvPr id="15" name="Content Right"/>
          <p:cNvSpPr>
            <a:spLocks noGrp="1"/>
          </p:cNvSpPr>
          <p:nvPr>
            <p:ph idx="28"/>
          </p:nvPr>
        </p:nvSpPr>
        <p:spPr bwMode="gray">
          <a:xfrm>
            <a:off x="3505200" y="1886400"/>
            <a:ext cx="5638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6" name="Content Left"/>
          <p:cNvSpPr>
            <a:spLocks noGrp="1"/>
          </p:cNvSpPr>
          <p:nvPr>
            <p:ph idx="27"/>
          </p:nvPr>
        </p:nvSpPr>
        <p:spPr bwMode="gray">
          <a:xfrm>
            <a:off x="457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9" name="Heading Right"/>
          <p:cNvSpPr>
            <a:spLocks noGrp="1"/>
          </p:cNvSpPr>
          <p:nvPr>
            <p:ph type="body" sz="quarter" idx="17" hasCustomPrompt="1"/>
          </p:nvPr>
        </p:nvSpPr>
        <p:spPr bwMode="gray">
          <a:xfrm>
            <a:off x="3505200" y="1400400"/>
            <a:ext cx="5638800" cy="368300"/>
          </a:xfrm>
        </p:spPr>
        <p:txBody>
          <a:bodyPr lIns="0" tIns="0" rIns="0" bIns="0">
            <a:no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7" name="Heading Left"/>
          <p:cNvSpPr>
            <a:spLocks noGrp="1"/>
          </p:cNvSpPr>
          <p:nvPr>
            <p:ph type="body" sz="quarter" idx="15" hasCustomPrompt="1"/>
          </p:nvPr>
        </p:nvSpPr>
        <p:spPr bwMode="gray">
          <a:xfrm>
            <a:off x="457200" y="1400400"/>
            <a:ext cx="2590800" cy="368300"/>
          </a:xfrm>
        </p:spPr>
        <p:txBody>
          <a:bodyPr lIns="0" tIns="0" rIns="0" bIns="0">
            <a:no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1"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56731198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2 columns 2/3 split">
    <p:spTree>
      <p:nvGrpSpPr>
        <p:cNvPr id="1" name=""/>
        <p:cNvGrpSpPr/>
        <p:nvPr/>
      </p:nvGrpSpPr>
      <p:grpSpPr>
        <a:xfrm>
          <a:off x="0" y="0"/>
          <a:ext cx="0" cy="0"/>
          <a:chOff x="0" y="0"/>
          <a:chExt cx="0" cy="0"/>
        </a:xfrm>
      </p:grpSpPr>
      <p:sp>
        <p:nvSpPr>
          <p:cNvPr id="15" name="Content Right"/>
          <p:cNvSpPr>
            <a:spLocks noGrp="1"/>
          </p:cNvSpPr>
          <p:nvPr>
            <p:ph idx="28"/>
          </p:nvPr>
        </p:nvSpPr>
        <p:spPr bwMode="gray">
          <a:xfrm>
            <a:off x="6553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6" name="Content Left"/>
          <p:cNvSpPr>
            <a:spLocks noGrp="1"/>
          </p:cNvSpPr>
          <p:nvPr>
            <p:ph idx="27"/>
          </p:nvPr>
        </p:nvSpPr>
        <p:spPr bwMode="gray">
          <a:xfrm>
            <a:off x="457200" y="1886400"/>
            <a:ext cx="5638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9" name="Heading Right"/>
          <p:cNvSpPr>
            <a:spLocks noGrp="1"/>
          </p:cNvSpPr>
          <p:nvPr>
            <p:ph type="body" sz="quarter" idx="17" hasCustomPrompt="1"/>
          </p:nvPr>
        </p:nvSpPr>
        <p:spPr bwMode="gray">
          <a:xfrm>
            <a:off x="6553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7" name="Heading Left"/>
          <p:cNvSpPr>
            <a:spLocks noGrp="1"/>
          </p:cNvSpPr>
          <p:nvPr>
            <p:ph type="body" sz="quarter" idx="15" hasCustomPrompt="1"/>
          </p:nvPr>
        </p:nvSpPr>
        <p:spPr bwMode="gray">
          <a:xfrm>
            <a:off x="457200" y="1400400"/>
            <a:ext cx="5638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1"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53943345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V – Small Portrait">
    <p:spTree>
      <p:nvGrpSpPr>
        <p:cNvPr id="1" name=""/>
        <p:cNvGrpSpPr/>
        <p:nvPr/>
      </p:nvGrpSpPr>
      <p:grpSpPr>
        <a:xfrm>
          <a:off x="0" y="0"/>
          <a:ext cx="0" cy="0"/>
          <a:chOff x="0" y="0"/>
          <a:chExt cx="0" cy="0"/>
        </a:xfrm>
      </p:grpSpPr>
      <p:sp>
        <p:nvSpPr>
          <p:cNvPr id="6" name="Picture"/>
          <p:cNvSpPr>
            <a:spLocks noGrp="1"/>
          </p:cNvSpPr>
          <p:nvPr>
            <p:ph type="pic" sz="quarter" idx="11"/>
          </p:nvPr>
        </p:nvSpPr>
        <p:spPr bwMode="gray">
          <a:xfrm>
            <a:off x="8382000" y="381000"/>
            <a:ext cx="762000" cy="762000"/>
          </a:xfrm>
          <a:noFill/>
          <a:ln>
            <a:noFill/>
          </a:ln>
        </p:spPr>
        <p:txBody>
          <a:bodyPr lIns="0" tIns="0" rIns="0" bIns="0" anchor="ctr" anchorCtr="0"/>
          <a:lstStyle>
            <a:lvl1pPr marL="0" indent="0" algn="ctr" fontAlgn="base">
              <a:lnSpc>
                <a:spcPct val="100000"/>
              </a:lnSpc>
              <a:spcBef>
                <a:spcPct val="0"/>
              </a:spcBef>
              <a:spcAft>
                <a:spcPct val="0"/>
              </a:spcAft>
              <a:buFontTx/>
              <a:buNone/>
              <a:defRPr sz="1000" b="1">
                <a:solidFill>
                  <a:schemeClr val="accent4"/>
                </a:solidFill>
              </a:defRPr>
            </a:lvl1pPr>
          </a:lstStyle>
          <a:p>
            <a:r>
              <a:rPr lang="en-US" altLang="ja-JP"/>
              <a:t>Click icon to add picture</a:t>
            </a:r>
            <a:endParaRPr lang="en-US"/>
          </a:p>
        </p:txBody>
      </p:sp>
      <p:sp>
        <p:nvSpPr>
          <p:cNvPr id="9" name="Content"/>
          <p:cNvSpPr>
            <a:spLocks noGrp="1"/>
          </p:cNvSpPr>
          <p:nvPr>
            <p:ph type="body" sz="quarter" idx="12"/>
          </p:nvPr>
        </p:nvSpPr>
        <p:spPr bwMode="gray">
          <a:xfrm>
            <a:off x="457204" y="1400400"/>
            <a:ext cx="8686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400" dirty="0" smtClean="0">
                <a:latin typeface="+mn-lt"/>
                <a:ea typeface="+mn-ea"/>
                <a:sym typeface="+mn-lt"/>
              </a:defRPr>
            </a:lvl1pPr>
            <a:lvl2pPr fontAlgn="base">
              <a:lnSpc>
                <a:spcPct val="100000"/>
              </a:lnSpc>
              <a:spcAft>
                <a:spcPts val="0"/>
              </a:spcAft>
              <a:defRPr lang="en-US" sz="1400" dirty="0" smtClean="0">
                <a:latin typeface="+mn-lt"/>
                <a:ea typeface="+mn-ea"/>
                <a:sym typeface="+mn-lt"/>
              </a:defRPr>
            </a:lvl2pPr>
            <a:lvl3pPr fontAlgn="base">
              <a:lnSpc>
                <a:spcPct val="100000"/>
              </a:lnSpc>
              <a:spcAft>
                <a:spcPts val="0"/>
              </a:spcAft>
              <a:defRPr lang="en-US" sz="1400" dirty="0" smtClean="0">
                <a:latin typeface="+mn-lt"/>
                <a:ea typeface="+mn-ea"/>
                <a:sym typeface="+mn-lt"/>
              </a:defRPr>
            </a:lvl3pPr>
            <a:lvl4pPr fontAlgn="base">
              <a:lnSpc>
                <a:spcPct val="100000"/>
              </a:lnSpc>
              <a:spcAft>
                <a:spcPts val="0"/>
              </a:spcAft>
              <a:defRPr lang="en-US" sz="1400" dirty="0" smtClean="0">
                <a:latin typeface="+mn-lt"/>
                <a:ea typeface="+mn-ea"/>
                <a:sym typeface="+mn-lt"/>
              </a:defRPr>
            </a:lvl4pPr>
            <a:lvl5pPr fontAlgn="base">
              <a:lnSpc>
                <a:spcPct val="100000"/>
              </a:lnSpc>
              <a:spcAft>
                <a:spcPts val="0"/>
              </a:spcAft>
              <a:defRPr lang="en-GB" sz="1400" dirty="0" smtClean="0">
                <a:latin typeface="+mn-lt"/>
                <a:ea typeface="+mn-ea"/>
                <a:sym typeface="+mn-lt"/>
              </a:defRPr>
            </a:lvl5pPr>
            <a:lvl6pPr fontAlgn="base">
              <a:lnSpc>
                <a:spcPct val="100000"/>
              </a:lnSpc>
              <a:spcAft>
                <a:spcPts val="0"/>
              </a:spcAft>
              <a:defRPr/>
            </a:lvl6pPr>
            <a:lvl7pPr fontAlgn="base">
              <a:lnSpc>
                <a:spcPct val="100000"/>
              </a:lnSpc>
              <a:spcAft>
                <a:spcPts val="0"/>
              </a:spcAft>
              <a:defRPr/>
            </a:lvl7pPr>
            <a:lvl8pPr fontAlgn="base">
              <a:lnSpc>
                <a:spcPct val="100000"/>
              </a:lnSpc>
              <a:spcAft>
                <a:spcPts val="0"/>
              </a:spcAft>
              <a:defRPr/>
            </a:lvl8pPr>
            <a:lvl9pPr fontAlgn="base">
              <a:lnSpc>
                <a:spcPct val="100000"/>
              </a:lnSpc>
              <a:spcAft>
                <a:spcPts val="0"/>
              </a:spcAft>
              <a:defRPr/>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Title"/>
          <p:cNvSpPr>
            <a:spLocks noGrp="1"/>
          </p:cNvSpPr>
          <p:nvPr>
            <p:ph type="title"/>
          </p:nvPr>
        </p:nvSpPr>
        <p:spPr bwMode="gray">
          <a:xfrm>
            <a:off x="457204" y="381000"/>
            <a:ext cx="7820025"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62400460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Contents">
    <p:spTree>
      <p:nvGrpSpPr>
        <p:cNvPr id="1" name=""/>
        <p:cNvGrpSpPr/>
        <p:nvPr/>
      </p:nvGrpSpPr>
      <p:grpSpPr>
        <a:xfrm>
          <a:off x="0" y="0"/>
          <a:ext cx="0" cy="0"/>
          <a:chOff x="0" y="0"/>
          <a:chExt cx="0" cy="0"/>
        </a:xfrm>
      </p:grpSpPr>
      <p:sp>
        <p:nvSpPr>
          <p:cNvPr id="3" name="Title"/>
          <p:cNvSpPr>
            <a:spLocks noGrp="1"/>
          </p:cNvSpPr>
          <p:nvPr>
            <p:ph type="title" hasCustomPrompt="1"/>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pl-PL" altLang="ja-JP"/>
              <a:t>Contents</a:t>
            </a:r>
            <a:endParaRPr lang="en-US"/>
          </a:p>
        </p:txBody>
      </p:sp>
    </p:spTree>
    <p:extLst>
      <p:ext uri="{BB962C8B-B14F-4D97-AF65-F5344CB8AC3E}">
        <p14:creationId xmlns:p14="http://schemas.microsoft.com/office/powerpoint/2010/main" val="282974183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Confidentiality">
    <p:spTree>
      <p:nvGrpSpPr>
        <p:cNvPr id="1" name=""/>
        <p:cNvGrpSpPr/>
        <p:nvPr/>
      </p:nvGrpSpPr>
      <p:grpSpPr>
        <a:xfrm>
          <a:off x="0" y="0"/>
          <a:ext cx="0" cy="0"/>
          <a:chOff x="0" y="0"/>
          <a:chExt cx="0" cy="0"/>
        </a:xfrm>
      </p:grpSpPr>
      <p:graphicFrame>
        <p:nvGraphicFramePr>
          <p:cNvPr id="7" name="DTP_Confidentiality"/>
          <p:cNvGraphicFramePr>
            <a:graphicFrameLocks noGrp="1"/>
          </p:cNvGraphicFramePr>
          <p:nvPr userDrawn="1">
            <p:extLst>
              <p:ext uri="{D42A27DB-BD31-4B8C-83A1-F6EECF244321}">
                <p14:modId xmlns:p14="http://schemas.microsoft.com/office/powerpoint/2010/main" val="1658062262"/>
              </p:ext>
            </p:extLst>
          </p:nvPr>
        </p:nvGraphicFramePr>
        <p:xfrm>
          <a:off x="457204" y="2828544"/>
          <a:ext cx="8686800" cy="1079500"/>
        </p:xfrm>
        <a:graphic>
          <a:graphicData uri="http://schemas.openxmlformats.org/drawingml/2006/table">
            <a:tbl>
              <a:tblPr/>
              <a:tblGrid>
                <a:gridCol w="2774759">
                  <a:extLst>
                    <a:ext uri="{9D8B030D-6E8A-4147-A177-3AD203B41FA5}">
                      <a16:colId xmlns:a16="http://schemas.microsoft.com/office/drawing/2014/main" val="20000"/>
                    </a:ext>
                  </a:extLst>
                </a:gridCol>
                <a:gridCol w="5912041">
                  <a:extLst>
                    <a:ext uri="{9D8B030D-6E8A-4147-A177-3AD203B41FA5}">
                      <a16:colId xmlns:a16="http://schemas.microsoft.com/office/drawing/2014/main" val="20001"/>
                    </a:ext>
                  </a:extLst>
                </a:gridCol>
              </a:tblGrid>
              <a:tr h="1079500">
                <a:tc>
                  <a:txBody>
                    <a:bodyPr/>
                    <a:lstStyle/>
                    <a:p>
                      <a:pPr marL="0" marR="0" lvl="0" indent="0" algn="r" defTabSz="914400" rtl="0" eaLnBrk="1" fontAlgn="base" latinLnBrk="0" hangingPunct="1">
                        <a:lnSpc>
                          <a:spcPct val="100000"/>
                        </a:lnSpc>
                        <a:spcBef>
                          <a:spcPts val="0"/>
                        </a:spcBef>
                        <a:spcAft>
                          <a:spcPct val="0"/>
                        </a:spcAft>
                        <a:buClrTx/>
                        <a:buSzTx/>
                        <a:buFontTx/>
                        <a:buNone/>
                        <a:tabLst/>
                      </a:pPr>
                      <a:r>
                        <a:rPr kumimoji="0" lang="en-US" sz="1400" b="0" i="0" u="none" strike="noStrike" cap="none" normalizeH="0" baseline="0">
                          <a:ln>
                            <a:noFill/>
                          </a:ln>
                          <a:solidFill>
                            <a:srgbClr val="005024"/>
                          </a:solidFill>
                          <a:effectLst/>
                          <a:latin typeface="+mn-lt"/>
                          <a:cs typeface="+mn-cs"/>
                          <a:sym typeface="+mn-lt"/>
                        </a:rPr>
                        <a:t>CONFIDENTIALITY</a:t>
                      </a:r>
                      <a:endParaRPr kumimoji="0" lang="en-GB" sz="1400" b="0" i="0" u="none" strike="noStrike" cap="none" normalizeH="0" baseline="0">
                        <a:ln>
                          <a:noFill/>
                        </a:ln>
                        <a:solidFill>
                          <a:srgbClr val="005024"/>
                        </a:solidFill>
                        <a:effectLst/>
                        <a:latin typeface="+mn-lt"/>
                        <a:cs typeface="+mn-cs"/>
                        <a:sym typeface="+mn-lt"/>
                      </a:endParaRPr>
                    </a:p>
                  </a:txBody>
                  <a:tcPr marL="0" marR="228600" marT="18288" marB="18288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60000"/>
                        </a:spcBef>
                        <a:spcAft>
                          <a:spcPct val="0"/>
                        </a:spcAft>
                        <a:buClrTx/>
                        <a:buSzTx/>
                        <a:buFontTx/>
                        <a:buNone/>
                        <a:tabLst/>
                      </a:pPr>
                      <a:r>
                        <a:rPr kumimoji="0" lang="en-US" sz="800" b="0" i="0" u="none" strike="noStrike" cap="none" normalizeH="0" baseline="0">
                          <a:ln>
                            <a:noFill/>
                          </a:ln>
                          <a:solidFill>
                            <a:schemeClr val="tx1"/>
                          </a:solidFill>
                          <a:effectLst/>
                          <a:latin typeface="+mn-lt"/>
                          <a:cs typeface="+mn-cs"/>
                          <a:sym typeface="+mn-lt"/>
                        </a:rPr>
                        <a:t>This document is among the outputs of </a:t>
                      </a:r>
                      <a:r>
                        <a:rPr kumimoji="0" lang="en-US" sz="800" b="0" i="0" u="none" strike="noStrike" cap="none" normalizeH="0" baseline="0" err="1">
                          <a:ln>
                            <a:noFill/>
                          </a:ln>
                          <a:solidFill>
                            <a:schemeClr val="tx1"/>
                          </a:solidFill>
                          <a:effectLst/>
                          <a:latin typeface="+mn-lt"/>
                          <a:cs typeface="+mn-cs"/>
                          <a:sym typeface="+mn-lt"/>
                        </a:rPr>
                        <a:t>Vietcombank</a:t>
                      </a:r>
                      <a:r>
                        <a:rPr kumimoji="0" lang="en-US" sz="800" b="0" i="0" u="none" strike="noStrike" cap="none" normalizeH="0" baseline="0">
                          <a:ln>
                            <a:noFill/>
                          </a:ln>
                          <a:solidFill>
                            <a:schemeClr val="tx1"/>
                          </a:solidFill>
                          <a:effectLst/>
                          <a:latin typeface="+mn-lt"/>
                          <a:cs typeface="+mn-cs"/>
                          <a:sym typeface="+mn-lt"/>
                        </a:rPr>
                        <a:t> risk management enhancement projects, providing crucial information on credit risk rating methodology and structure for the Bank's credit risk rating system implementation. It is STRICTLY CONFIDENTIAL and for internal use only. </a:t>
                      </a:r>
                    </a:p>
                    <a:p>
                      <a:pPr marL="0" marR="0" lvl="0" indent="0" algn="l" defTabSz="914400" rtl="0" eaLnBrk="1" fontAlgn="base" latinLnBrk="0" hangingPunct="1">
                        <a:lnSpc>
                          <a:spcPct val="100000"/>
                        </a:lnSpc>
                        <a:spcBef>
                          <a:spcPct val="60000"/>
                        </a:spcBef>
                        <a:spcAft>
                          <a:spcPct val="0"/>
                        </a:spcAft>
                        <a:buClrTx/>
                        <a:buSzTx/>
                        <a:buFontTx/>
                        <a:buNone/>
                        <a:tabLst/>
                      </a:pPr>
                      <a:r>
                        <a:rPr kumimoji="0" lang="en-US" sz="800" b="0" i="0" u="none" strike="noStrike" cap="none" normalizeH="0" baseline="0">
                          <a:ln>
                            <a:noFill/>
                          </a:ln>
                          <a:solidFill>
                            <a:schemeClr val="tx1"/>
                          </a:solidFill>
                          <a:effectLst/>
                          <a:latin typeface="+mn-lt"/>
                          <a:cs typeface="+mn-cs"/>
                          <a:sym typeface="+mn-lt"/>
                        </a:rPr>
                        <a:t>@ </a:t>
                      </a:r>
                      <a:r>
                        <a:rPr kumimoji="0" lang="en-US" sz="800" b="0" i="0" u="none" strike="noStrike" cap="none" normalizeH="0" baseline="0" err="1">
                          <a:ln>
                            <a:noFill/>
                          </a:ln>
                          <a:solidFill>
                            <a:schemeClr val="tx1"/>
                          </a:solidFill>
                          <a:effectLst/>
                          <a:latin typeface="+mn-lt"/>
                          <a:cs typeface="+mn-cs"/>
                          <a:sym typeface="+mn-lt"/>
                        </a:rPr>
                        <a:t>Vietcombank</a:t>
                      </a:r>
                      <a:r>
                        <a:rPr kumimoji="0" lang="en-US" sz="800" b="0" i="0" u="none" strike="noStrike" cap="none" normalizeH="0" baseline="0">
                          <a:ln>
                            <a:noFill/>
                          </a:ln>
                          <a:solidFill>
                            <a:schemeClr val="tx1"/>
                          </a:solidFill>
                          <a:effectLst/>
                          <a:latin typeface="+mn-lt"/>
                          <a:cs typeface="+mn-cs"/>
                          <a:sym typeface="+mn-lt"/>
                        </a:rPr>
                        <a:t> 2017</a:t>
                      </a:r>
                    </a:p>
                  </a:txBody>
                  <a:tcPr marL="36576" marR="36576" marT="18288" marB="18288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714736933"/>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Qualifica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5507282"/>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p:cSld name="Backcover">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3753645" y="2905125"/>
            <a:ext cx="2095500" cy="1047750"/>
          </a:xfrm>
          <a:prstGeom prst="rect">
            <a:avLst/>
          </a:prstGeom>
        </p:spPr>
      </p:pic>
    </p:spTree>
    <p:extLst>
      <p:ext uri="{BB962C8B-B14F-4D97-AF65-F5344CB8AC3E}">
        <p14:creationId xmlns:p14="http://schemas.microsoft.com/office/powerpoint/2010/main" val="13185211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607356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rot="16200000">
            <a:off x="3105204" y="28525"/>
            <a:ext cx="3391985" cy="9602384"/>
          </a:xfrm>
          <a:prstGeom prst="rect">
            <a:avLst/>
          </a:prstGeom>
        </p:spPr>
      </p:pic>
      <p:sp>
        <p:nvSpPr>
          <p:cNvPr id="2" name="DTP_Attribute"/>
          <p:cNvSpPr txBox="1"/>
          <p:nvPr/>
        </p:nvSpPr>
        <p:spPr bwMode="gray">
          <a:xfrm>
            <a:off x="903292" y="6459538"/>
            <a:ext cx="65" cy="132344"/>
          </a:xfrm>
          <a:prstGeom prst="rect">
            <a:avLst/>
          </a:prstGeom>
          <a:noFill/>
        </p:spPr>
        <p:txBody>
          <a:bodyPr vert="horz" wrap="none" lIns="0" tIns="0" rIns="0" bIns="0" rtlCol="0" anchor="b">
            <a:spAutoFit/>
          </a:bodyPr>
          <a:lstStyle/>
          <a:p>
            <a:pPr algn="l"/>
            <a:endParaRPr lang="it-IT" b="1" cap="all">
              <a:solidFill>
                <a:srgbClr val="9BBD5E"/>
              </a:solidFill>
              <a:latin typeface="Arial"/>
              <a:sym typeface="+mn-lt"/>
            </a:endParaRPr>
          </a:p>
        </p:txBody>
      </p:sp>
      <p:sp>
        <p:nvSpPr>
          <p:cNvPr id="5" name="Date"/>
          <p:cNvSpPr>
            <a:spLocks noGrp="1"/>
          </p:cNvSpPr>
          <p:nvPr>
            <p:ph type="body" sz="quarter" idx="11" hasCustomPrompt="1"/>
          </p:nvPr>
        </p:nvSpPr>
        <p:spPr bwMode="gray">
          <a:xfrm>
            <a:off x="571505" y="2232443"/>
            <a:ext cx="4055906" cy="276999"/>
          </a:xfrm>
        </p:spPr>
        <p:txBody>
          <a:bodyPr wrap="square" lIns="0" tIns="0" rIns="0" bIns="0">
            <a:spAutoFit/>
          </a:bodyPr>
          <a:lstStyle>
            <a:lvl1pPr marL="0" indent="0" fontAlgn="base">
              <a:lnSpc>
                <a:spcPct val="100000"/>
              </a:lnSpc>
              <a:spcBef>
                <a:spcPct val="0"/>
              </a:spcBef>
              <a:spcAft>
                <a:spcPct val="0"/>
              </a:spcAft>
              <a:buNone/>
              <a:defRPr sz="1800" cap="all" baseline="0">
                <a:solidFill>
                  <a:schemeClr val="tx1">
                    <a:lumMod val="50000"/>
                    <a:lumOff val="50000"/>
                  </a:schemeClr>
                </a:solidFill>
                <a:latin typeface="+mn-lt"/>
                <a:sym typeface="+mn-lt"/>
              </a:defRPr>
            </a:lvl1pPr>
          </a:lstStyle>
          <a:p>
            <a:pPr lvl="0"/>
            <a:r>
              <a:rPr lang="en-US"/>
              <a:t>DATE</a:t>
            </a:r>
          </a:p>
        </p:txBody>
      </p:sp>
      <p:sp>
        <p:nvSpPr>
          <p:cNvPr id="3" name="Title"/>
          <p:cNvSpPr>
            <a:spLocks noGrp="1"/>
          </p:cNvSpPr>
          <p:nvPr>
            <p:ph type="body" sz="quarter" idx="10" hasCustomPrompt="1"/>
          </p:nvPr>
        </p:nvSpPr>
        <p:spPr bwMode="gray">
          <a:xfrm>
            <a:off x="571501" y="1126733"/>
            <a:ext cx="8569324" cy="704232"/>
          </a:xfrm>
          <a:ln>
            <a:noFill/>
          </a:ln>
        </p:spPr>
        <p:txBody>
          <a:bodyPr wrap="square" lIns="0" tIns="0" rIns="0" bIns="0">
            <a:spAutoFit/>
          </a:bodyPr>
          <a:lstStyle>
            <a:lvl1pPr marL="0" indent="0" fontAlgn="base">
              <a:lnSpc>
                <a:spcPct val="88000"/>
              </a:lnSpc>
              <a:spcBef>
                <a:spcPts val="0"/>
              </a:spcBef>
              <a:spcAft>
                <a:spcPct val="0"/>
              </a:spcAft>
              <a:buNone/>
              <a:defRPr sz="2800" cap="all" baseline="0">
                <a:solidFill>
                  <a:srgbClr val="005024"/>
                </a:solidFill>
                <a:latin typeface="+mn-lt"/>
                <a:sym typeface="+mn-lt"/>
              </a:defRPr>
            </a:lvl1pPr>
            <a:lvl2pPr marL="0" indent="0" fontAlgn="base">
              <a:lnSpc>
                <a:spcPct val="88000"/>
              </a:lnSpc>
              <a:spcBef>
                <a:spcPts val="0"/>
              </a:spcBef>
              <a:spcAft>
                <a:spcPct val="0"/>
              </a:spcAft>
              <a:buNone/>
              <a:defRPr sz="2400" cap="all" baseline="0">
                <a:solidFill>
                  <a:schemeClr val="tx1">
                    <a:lumMod val="50000"/>
                    <a:lumOff val="50000"/>
                  </a:schemeClr>
                </a:solidFill>
                <a:latin typeface="+mn-lt"/>
                <a:sym typeface="+mn-lt"/>
              </a:defRPr>
            </a:lvl2pPr>
          </a:lstStyle>
          <a:p>
            <a:pPr lvl="0"/>
            <a:r>
              <a:rPr lang="en-US"/>
              <a:t>TITLE</a:t>
            </a:r>
          </a:p>
          <a:p>
            <a:pPr lvl="1"/>
            <a:r>
              <a:rPr lang="en-US"/>
              <a:t>SUBTITLE</a:t>
            </a:r>
          </a:p>
        </p:txBody>
      </p:sp>
      <p:pic>
        <p:nvPicPr>
          <p:cNvPr id="10" name="Picture 9"/>
          <p:cNvPicPr>
            <a:picLocks noChangeAspect="1"/>
          </p:cNvPicPr>
          <p:nvPr userDrawn="1"/>
        </p:nvPicPr>
        <p:blipFill>
          <a:blip r:embed="rId3"/>
          <a:stretch>
            <a:fillRect/>
          </a:stretch>
        </p:blipFill>
        <p:spPr>
          <a:xfrm>
            <a:off x="571505" y="66683"/>
            <a:ext cx="1632711" cy="707217"/>
          </a:xfrm>
          <a:prstGeom prst="rect">
            <a:avLst/>
          </a:prstGeom>
        </p:spPr>
      </p:pic>
      <p:sp>
        <p:nvSpPr>
          <p:cNvPr id="24" name="DTP_Copyright"/>
          <p:cNvSpPr txBox="1">
            <a:spLocks noChangeArrowheads="1"/>
          </p:cNvSpPr>
          <p:nvPr userDrawn="1"/>
        </p:nvSpPr>
        <p:spPr bwMode="gray">
          <a:xfrm>
            <a:off x="571501" y="6573917"/>
            <a:ext cx="833562" cy="10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algn="l">
              <a:defRPr>
                <a:solidFill>
                  <a:schemeClr val="tx1"/>
                </a:solidFill>
                <a:latin typeface="Arial" charset="0"/>
              </a:defRPr>
            </a:lvl1pPr>
            <a:lvl2pPr marL="742950" indent="-285750" algn="l">
              <a:defRPr>
                <a:solidFill>
                  <a:schemeClr val="tx1"/>
                </a:solidFill>
                <a:latin typeface="Arial" charset="0"/>
              </a:defRPr>
            </a:lvl2pPr>
            <a:lvl3pPr marL="1143000" indent="-228600" algn="l">
              <a:defRPr>
                <a:solidFill>
                  <a:schemeClr val="tx1"/>
                </a:solidFill>
                <a:latin typeface="Arial" charset="0"/>
              </a:defRPr>
            </a:lvl3pPr>
            <a:lvl4pPr marL="1600200" indent="-228600" algn="l">
              <a:defRPr>
                <a:solidFill>
                  <a:schemeClr val="tx1"/>
                </a:solidFill>
                <a:latin typeface="Arial" charset="0"/>
              </a:defRPr>
            </a:lvl4pPr>
            <a:lvl5pPr marL="2057400" indent="-228600" algn="l">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nSpc>
                <a:spcPct val="100000"/>
              </a:lnSpc>
            </a:pPr>
            <a:r>
              <a:rPr lang="en-US" sz="700">
                <a:solidFill>
                  <a:srgbClr val="000000">
                    <a:lumMod val="50000"/>
                    <a:lumOff val="50000"/>
                  </a:srgbClr>
                </a:solidFill>
                <a:sym typeface="+mn-lt"/>
              </a:rPr>
              <a:t>© </a:t>
            </a:r>
            <a:r>
              <a:rPr lang="en-US" sz="700" err="1">
                <a:solidFill>
                  <a:srgbClr val="000000">
                    <a:lumMod val="50000"/>
                    <a:lumOff val="50000"/>
                  </a:srgbClr>
                </a:solidFill>
                <a:sym typeface="+mn-lt"/>
              </a:rPr>
              <a:t>Vietcombank</a:t>
            </a:r>
            <a:r>
              <a:rPr lang="en-US" sz="700">
                <a:solidFill>
                  <a:srgbClr val="000000">
                    <a:lumMod val="50000"/>
                    <a:lumOff val="50000"/>
                  </a:srgbClr>
                </a:solidFill>
                <a:sym typeface="+mn-lt"/>
              </a:rPr>
              <a:t> 2019</a:t>
            </a:r>
          </a:p>
        </p:txBody>
      </p:sp>
      <p:sp>
        <p:nvSpPr>
          <p:cNvPr id="25" name="Rectangle 24"/>
          <p:cNvSpPr/>
          <p:nvPr userDrawn="1"/>
        </p:nvSpPr>
        <p:spPr>
          <a:xfrm>
            <a:off x="504826" y="6040793"/>
            <a:ext cx="1245854" cy="224677"/>
          </a:xfrm>
          <a:prstGeom prst="rect">
            <a:avLst/>
          </a:prstGeom>
        </p:spPr>
        <p:txBody>
          <a:bodyPr wrap="none">
            <a:spAutoFit/>
          </a:bodyPr>
          <a:lstStyle/>
          <a:p>
            <a:pPr algn="l"/>
            <a:r>
              <a:rPr lang="en-GB" b="1">
                <a:solidFill>
                  <a:srgbClr val="FFFFFF"/>
                </a:solidFill>
              </a:rPr>
              <a:t>HANOI, VIETNAM</a:t>
            </a:r>
          </a:p>
        </p:txBody>
      </p:sp>
      <p:pic>
        <p:nvPicPr>
          <p:cNvPr id="11" name="DTP_CompanyLogo"/>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6963741" y="542462"/>
            <a:ext cx="2177084" cy="182809"/>
          </a:xfrm>
          <a:prstGeom prst="rect">
            <a:avLst/>
          </a:prstGeom>
        </p:spPr>
      </p:pic>
    </p:spTree>
    <p:extLst>
      <p:ext uri="{BB962C8B-B14F-4D97-AF65-F5344CB8AC3E}">
        <p14:creationId xmlns:p14="http://schemas.microsoft.com/office/powerpoint/2010/main" val="2325398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024" userDrawn="1">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746264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cNvSpPr>
            <a:spLocks noGrp="1"/>
          </p:cNvSpPr>
          <p:nvPr>
            <p:ph idx="1"/>
          </p:nvPr>
        </p:nvSpPr>
        <p:spPr bwMode="gray">
          <a:xfrm>
            <a:off x="457204" y="1400400"/>
            <a:ext cx="8686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dirty="0" smtClean="0">
                <a:latin typeface="+mn-lt"/>
                <a:ea typeface="+mn-ea"/>
                <a:sym typeface="+mn-lt"/>
              </a:defRPr>
            </a:lvl1pPr>
            <a:lvl2pPr fontAlgn="base">
              <a:lnSpc>
                <a:spcPct val="100000"/>
              </a:lnSpc>
              <a:spcAft>
                <a:spcPts val="0"/>
              </a:spcAft>
              <a:defRPr lang="en-US" dirty="0" smtClean="0">
                <a:latin typeface="+mn-lt"/>
                <a:ea typeface="+mn-ea"/>
                <a:sym typeface="+mn-lt"/>
              </a:defRPr>
            </a:lvl2pPr>
            <a:lvl3pPr fontAlgn="base">
              <a:lnSpc>
                <a:spcPct val="100000"/>
              </a:lnSpc>
              <a:spcAft>
                <a:spcPts val="0"/>
              </a:spcAft>
              <a:defRPr lang="en-US" dirty="0" smtClean="0">
                <a:latin typeface="+mn-lt"/>
                <a:ea typeface="+mn-ea"/>
                <a:sym typeface="+mn-lt"/>
              </a:defRPr>
            </a:lvl3pPr>
            <a:lvl4pPr fontAlgn="base">
              <a:lnSpc>
                <a:spcPct val="100000"/>
              </a:lnSpc>
              <a:spcAft>
                <a:spcPts val="0"/>
              </a:spcAft>
              <a:defRPr lang="en-US" dirty="0" smtClean="0">
                <a:latin typeface="+mn-lt"/>
                <a:ea typeface="+mn-ea"/>
                <a:sym typeface="+mn-lt"/>
              </a:defRPr>
            </a:lvl4pPr>
            <a:lvl5pPr fontAlgn="base">
              <a:lnSpc>
                <a:spcPct val="100000"/>
              </a:lnSpc>
              <a:spcAft>
                <a:spcPts val="0"/>
              </a:spcAft>
              <a:defRPr lang="en-GB" dirty="0" smtClean="0">
                <a:latin typeface="+mn-lt"/>
                <a:ea typeface="+mn-ea"/>
                <a:sym typeface="+mn-lt"/>
              </a:defRPr>
            </a:lvl5pPr>
            <a:lvl6pPr fontAlgn="base">
              <a:lnSpc>
                <a:spcPct val="100000"/>
              </a:lnSpc>
              <a:spcAft>
                <a:spcPts val="0"/>
              </a:spcAft>
              <a:defRPr/>
            </a:lvl6pPr>
            <a:lvl7pPr fontAlgn="base">
              <a:lnSpc>
                <a:spcPct val="100000"/>
              </a:lnSpc>
              <a:spcAft>
                <a:spcPts val="0"/>
              </a:spcAft>
              <a:defRPr/>
            </a:lvl7pPr>
            <a:lvl8pPr fontAlgn="base">
              <a:lnSpc>
                <a:spcPct val="100000"/>
              </a:lnSpc>
              <a:spcAft>
                <a:spcPts val="0"/>
              </a:spcAft>
              <a:defRPr/>
            </a:lvl8pPr>
            <a:lvl9pPr fontAlgn="base">
              <a:lnSpc>
                <a:spcPct val="100000"/>
              </a:lnSpc>
              <a:spcAft>
                <a:spcPts val="0"/>
              </a:spcAft>
              <a:defRPr/>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38775260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Heading">
    <p:spTree>
      <p:nvGrpSpPr>
        <p:cNvPr id="1" name=""/>
        <p:cNvGrpSpPr/>
        <p:nvPr/>
      </p:nvGrpSpPr>
      <p:grpSpPr>
        <a:xfrm>
          <a:off x="0" y="0"/>
          <a:ext cx="0" cy="0"/>
          <a:chOff x="0" y="0"/>
          <a:chExt cx="0" cy="0"/>
        </a:xfrm>
      </p:grpSpPr>
      <p:sp>
        <p:nvSpPr>
          <p:cNvPr id="8" name="Heading"/>
          <p:cNvSpPr>
            <a:spLocks noGrp="1"/>
          </p:cNvSpPr>
          <p:nvPr>
            <p:ph type="body" sz="quarter" idx="15" hasCustomPrompt="1"/>
          </p:nvPr>
        </p:nvSpPr>
        <p:spPr bwMode="gray">
          <a:xfrm>
            <a:off x="457204" y="1400400"/>
            <a:ext cx="8686800" cy="369332"/>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a:t>
            </a:r>
            <a:r>
              <a:rPr lang="pl-PL"/>
              <a:t>2</a:t>
            </a:r>
            <a:r>
              <a:rPr lang="en-US"/>
              <a:t> </a:t>
            </a:r>
            <a:r>
              <a:rPr lang="en-US" err="1"/>
              <a:t>pt</a:t>
            </a:r>
            <a:endParaRPr lang="en-US"/>
          </a:p>
          <a:p>
            <a:pPr lvl="1"/>
            <a:r>
              <a:rPr lang="en-US"/>
              <a:t>Subheading 1</a:t>
            </a:r>
            <a:r>
              <a:rPr lang="pl-PL"/>
              <a:t>2</a:t>
            </a:r>
            <a:r>
              <a:rPr lang="en-US"/>
              <a:t> </a:t>
            </a:r>
            <a:r>
              <a:rPr lang="en-US" err="1"/>
              <a:t>pt</a:t>
            </a:r>
            <a:endParaRPr lang="en-US"/>
          </a:p>
        </p:txBody>
      </p:sp>
      <p:sp>
        <p:nvSpPr>
          <p:cNvPr id="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454504792"/>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and Content with heading">
    <p:spTree>
      <p:nvGrpSpPr>
        <p:cNvPr id="1" name=""/>
        <p:cNvGrpSpPr/>
        <p:nvPr/>
      </p:nvGrpSpPr>
      <p:grpSpPr>
        <a:xfrm>
          <a:off x="0" y="0"/>
          <a:ext cx="0" cy="0"/>
          <a:chOff x="0" y="0"/>
          <a:chExt cx="0" cy="0"/>
        </a:xfrm>
      </p:grpSpPr>
      <p:sp>
        <p:nvSpPr>
          <p:cNvPr id="3" name="Content"/>
          <p:cNvSpPr>
            <a:spLocks noGrp="1"/>
          </p:cNvSpPr>
          <p:nvPr>
            <p:ph idx="1"/>
          </p:nvPr>
        </p:nvSpPr>
        <p:spPr bwMode="gray">
          <a:xfrm>
            <a:off x="457204" y="1886400"/>
            <a:ext cx="8686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dirty="0" smtClean="0">
                <a:latin typeface="+mn-lt"/>
                <a:ea typeface="+mn-ea"/>
                <a:sym typeface="+mn-lt"/>
              </a:defRPr>
            </a:lvl1pPr>
            <a:lvl2pPr fontAlgn="base">
              <a:lnSpc>
                <a:spcPct val="100000"/>
              </a:lnSpc>
              <a:spcAft>
                <a:spcPts val="0"/>
              </a:spcAft>
              <a:defRPr lang="en-US" dirty="0" smtClean="0">
                <a:latin typeface="+mn-lt"/>
                <a:ea typeface="+mn-ea"/>
                <a:sym typeface="+mn-lt"/>
              </a:defRPr>
            </a:lvl2pPr>
            <a:lvl3pPr fontAlgn="base">
              <a:lnSpc>
                <a:spcPct val="100000"/>
              </a:lnSpc>
              <a:spcAft>
                <a:spcPts val="0"/>
              </a:spcAft>
              <a:defRPr lang="en-US" dirty="0" smtClean="0">
                <a:latin typeface="+mn-lt"/>
                <a:ea typeface="+mn-ea"/>
                <a:sym typeface="+mn-lt"/>
              </a:defRPr>
            </a:lvl3pPr>
            <a:lvl4pPr fontAlgn="base">
              <a:lnSpc>
                <a:spcPct val="100000"/>
              </a:lnSpc>
              <a:spcAft>
                <a:spcPts val="0"/>
              </a:spcAft>
              <a:defRPr lang="en-US" dirty="0" smtClean="0">
                <a:latin typeface="+mn-lt"/>
                <a:ea typeface="+mn-ea"/>
                <a:sym typeface="+mn-lt"/>
              </a:defRPr>
            </a:lvl4pPr>
            <a:lvl5pPr fontAlgn="base">
              <a:lnSpc>
                <a:spcPct val="100000"/>
              </a:lnSpc>
              <a:spcAft>
                <a:spcPts val="0"/>
              </a:spcAft>
              <a:defRPr lang="en-GB" dirty="0" smtClean="0">
                <a:latin typeface="+mn-lt"/>
                <a:ea typeface="+mn-ea"/>
                <a:sym typeface="+mn-lt"/>
              </a:defRPr>
            </a:lvl5pPr>
            <a:lvl6pPr fontAlgn="base">
              <a:lnSpc>
                <a:spcPct val="100000"/>
              </a:lnSpc>
              <a:spcAft>
                <a:spcPts val="0"/>
              </a:spcAft>
              <a:defRPr/>
            </a:lvl6pPr>
            <a:lvl7pPr fontAlgn="base">
              <a:lnSpc>
                <a:spcPct val="100000"/>
              </a:lnSpc>
              <a:spcAft>
                <a:spcPts val="0"/>
              </a:spcAft>
              <a:defRPr/>
            </a:lvl7pPr>
            <a:lvl8pPr fontAlgn="base">
              <a:lnSpc>
                <a:spcPct val="100000"/>
              </a:lnSpc>
              <a:spcAft>
                <a:spcPts val="0"/>
              </a:spcAft>
              <a:defRPr/>
            </a:lvl8pPr>
            <a:lvl9pPr fontAlgn="base">
              <a:lnSpc>
                <a:spcPct val="100000"/>
              </a:lnSpc>
              <a:spcAft>
                <a:spcPts val="0"/>
              </a:spcAft>
              <a:defRPr/>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Heading "/>
          <p:cNvSpPr>
            <a:spLocks noGrp="1"/>
          </p:cNvSpPr>
          <p:nvPr>
            <p:ph type="body" sz="quarter" idx="15" hasCustomPrompt="1"/>
          </p:nvPr>
        </p:nvSpPr>
        <p:spPr bwMode="gray">
          <a:xfrm>
            <a:off x="457204" y="1400400"/>
            <a:ext cx="8686800" cy="431800"/>
          </a:xfrm>
        </p:spPr>
        <p:txBody>
          <a:bodyPr lIns="0" tIns="0" rIns="0" bIns="0">
            <a:spAutoFit/>
          </a:bodyPr>
          <a:lstStyle>
            <a:lvl1pPr marL="0" indent="0" fontAlgn="base">
              <a:lnSpc>
                <a:spcPct val="100000"/>
              </a:lnSpc>
              <a:spcBef>
                <a:spcPts val="0"/>
              </a:spcBef>
              <a:spcAft>
                <a:spcPct val="0"/>
              </a:spcAft>
              <a:buNone/>
              <a:defRPr sz="1400" b="1">
                <a:solidFill>
                  <a:schemeClr val="tx1"/>
                </a:solidFill>
                <a:latin typeface="+mn-lt"/>
                <a:sym typeface="+mn-lt"/>
              </a:defRPr>
            </a:lvl1pPr>
            <a:lvl2pPr marL="0" indent="0" fontAlgn="base">
              <a:lnSpc>
                <a:spcPct val="100000"/>
              </a:lnSpc>
              <a:spcBef>
                <a:spcPts val="0"/>
              </a:spcBef>
              <a:spcAft>
                <a:spcPct val="0"/>
              </a:spcAft>
              <a:buNone/>
              <a:defRPr sz="14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14 </a:t>
            </a:r>
            <a:r>
              <a:rPr lang="en-US" err="1"/>
              <a:t>pt</a:t>
            </a:r>
            <a:endParaRPr lang="en-US"/>
          </a:p>
          <a:p>
            <a:pPr lvl="1"/>
            <a:r>
              <a:rPr lang="en-US"/>
              <a:t>Subheading 14 </a:t>
            </a:r>
            <a:r>
              <a:rPr lang="en-US" err="1"/>
              <a:t>pt</a:t>
            </a:r>
            <a:endParaRPr lang="en-US"/>
          </a:p>
        </p:txBody>
      </p:sp>
      <p:sp>
        <p:nvSpPr>
          <p:cNvPr id="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16816019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and 2 Content with heading">
    <p:spTree>
      <p:nvGrpSpPr>
        <p:cNvPr id="1" name=""/>
        <p:cNvGrpSpPr/>
        <p:nvPr/>
      </p:nvGrpSpPr>
      <p:grpSpPr>
        <a:xfrm>
          <a:off x="0" y="0"/>
          <a:ext cx="0" cy="0"/>
          <a:chOff x="0" y="0"/>
          <a:chExt cx="0" cy="0"/>
        </a:xfrm>
      </p:grpSpPr>
      <p:sp>
        <p:nvSpPr>
          <p:cNvPr id="8" name="Content Bottom"/>
          <p:cNvSpPr>
            <a:spLocks noGrp="1"/>
          </p:cNvSpPr>
          <p:nvPr>
            <p:ph idx="21"/>
          </p:nvPr>
        </p:nvSpPr>
        <p:spPr bwMode="gray">
          <a:xfrm>
            <a:off x="457204" y="4489257"/>
            <a:ext cx="8686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Heading Bottom"/>
          <p:cNvSpPr>
            <a:spLocks noGrp="1"/>
          </p:cNvSpPr>
          <p:nvPr>
            <p:ph type="body" sz="quarter" idx="22" hasCustomPrompt="1"/>
          </p:nvPr>
        </p:nvSpPr>
        <p:spPr bwMode="gray">
          <a:xfrm>
            <a:off x="457204" y="4003257"/>
            <a:ext cx="8686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4" name="Content Top"/>
          <p:cNvSpPr>
            <a:spLocks noGrp="1"/>
          </p:cNvSpPr>
          <p:nvPr>
            <p:ph idx="1"/>
          </p:nvPr>
        </p:nvSpPr>
        <p:spPr bwMode="gray">
          <a:xfrm>
            <a:off x="457204" y="1886400"/>
            <a:ext cx="8686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6" name="Heading Top"/>
          <p:cNvSpPr>
            <a:spLocks noGrp="1"/>
          </p:cNvSpPr>
          <p:nvPr>
            <p:ph type="body" sz="quarter" idx="15" hasCustomPrompt="1"/>
          </p:nvPr>
        </p:nvSpPr>
        <p:spPr bwMode="gray">
          <a:xfrm>
            <a:off x="457204" y="1400400"/>
            <a:ext cx="8686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309684752"/>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Section">
    <p:spTree>
      <p:nvGrpSpPr>
        <p:cNvPr id="1" name=""/>
        <p:cNvGrpSpPr/>
        <p:nvPr/>
      </p:nvGrpSpPr>
      <p:grpSpPr>
        <a:xfrm>
          <a:off x="0" y="0"/>
          <a:ext cx="0" cy="0"/>
          <a:chOff x="0" y="0"/>
          <a:chExt cx="0" cy="0"/>
        </a:xfrm>
      </p:grpSpPr>
      <p:sp>
        <p:nvSpPr>
          <p:cNvPr id="13" name="SectionTitle"/>
          <p:cNvSpPr>
            <a:spLocks noGrp="1"/>
          </p:cNvSpPr>
          <p:nvPr>
            <p:ph type="body" sz="quarter" idx="11" hasCustomPrompt="1"/>
          </p:nvPr>
        </p:nvSpPr>
        <p:spPr bwMode="gray">
          <a:xfrm>
            <a:off x="3034150" y="2934396"/>
            <a:ext cx="6106679" cy="1007181"/>
          </a:xfrm>
          <a:blipFill dpi="0" rotWithShape="1">
            <a:blip r:embed="rId2"/>
            <a:srcRect/>
            <a:stretch>
              <a:fillRect/>
            </a:stretch>
          </a:blipFill>
          <a:ln>
            <a:noFill/>
          </a:ln>
          <a:effectLst/>
        </p:spPr>
        <p:txBody>
          <a:bodyPr vert="horz" wrap="square" lIns="144000" tIns="72000" rIns="0" bIns="72000" numCol="1" anchor="t" anchorCtr="0" compatLnSpc="1">
            <a:prstTxWarp prst="textNoShape">
              <a:avLst/>
            </a:prstTxWarp>
            <a:spAutoFit/>
          </a:bodyPr>
          <a:lstStyle>
            <a:lvl1pPr marL="0" indent="0" algn="l" fontAlgn="base">
              <a:lnSpc>
                <a:spcPct val="100000"/>
              </a:lnSpc>
              <a:spcBef>
                <a:spcPts val="0"/>
              </a:spcBef>
              <a:spcAft>
                <a:spcPct val="0"/>
              </a:spcAft>
              <a:buNone/>
              <a:defRPr lang="en-US" sz="2800" kern="0" baseline="0" dirty="0" smtClean="0">
                <a:solidFill>
                  <a:srgbClr val="005024"/>
                </a:solidFill>
                <a:latin typeface="+mn-lt"/>
                <a:sym typeface="+mn-lt"/>
              </a:defRPr>
            </a:lvl1pPr>
            <a:lvl2pPr marL="457200" indent="-457200" algn="l">
              <a:buNone/>
              <a:defRPr lang="en-US" sz="2800" kern="1200" dirty="0" smtClean="0">
                <a:solidFill>
                  <a:schemeClr val="accent1"/>
                </a:solidFill>
                <a:ea typeface="+mn-ea"/>
              </a:defRPr>
            </a:lvl2pPr>
          </a:lstStyle>
          <a:p>
            <a:pPr marL="0" lvl="0" indent="0">
              <a:lnSpc>
                <a:spcPct val="100000"/>
              </a:lnSpc>
              <a:spcBef>
                <a:spcPts val="0"/>
              </a:spcBef>
            </a:pPr>
            <a:r>
              <a:rPr lang="en-US"/>
              <a:t>Click to add text</a:t>
            </a:r>
          </a:p>
          <a:p>
            <a:pPr marL="0" lvl="0" indent="0">
              <a:lnSpc>
                <a:spcPct val="100000"/>
              </a:lnSpc>
              <a:spcBef>
                <a:spcPts val="0"/>
              </a:spcBef>
            </a:pPr>
            <a:endParaRPr lang="en-US"/>
          </a:p>
        </p:txBody>
      </p:sp>
      <p:sp>
        <p:nvSpPr>
          <p:cNvPr id="15" name="SectionNumber"/>
          <p:cNvSpPr>
            <a:spLocks noGrp="1"/>
          </p:cNvSpPr>
          <p:nvPr>
            <p:ph type="body" sz="quarter" idx="12" hasCustomPrompt="1"/>
          </p:nvPr>
        </p:nvSpPr>
        <p:spPr bwMode="gray">
          <a:xfrm>
            <a:off x="457200" y="2934392"/>
            <a:ext cx="2422179" cy="1008000"/>
          </a:xfrm>
        </p:spPr>
        <p:txBody>
          <a:bodyPr lIns="0" tIns="72000" rIns="0" bIns="72000"/>
          <a:lstStyle>
            <a:lvl1pPr marL="0" indent="0" algn="r" fontAlgn="base">
              <a:lnSpc>
                <a:spcPct val="100000"/>
              </a:lnSpc>
              <a:spcBef>
                <a:spcPct val="0"/>
              </a:spcBef>
              <a:spcAft>
                <a:spcPct val="0"/>
              </a:spcAft>
              <a:buNone/>
              <a:defRPr sz="2800">
                <a:solidFill>
                  <a:schemeClr val="tx1">
                    <a:lumMod val="50000"/>
                    <a:lumOff val="50000"/>
                  </a:schemeClr>
                </a:solidFill>
                <a:latin typeface="+mn-lt"/>
                <a:sym typeface="+mn-lt"/>
              </a:defRPr>
            </a:lvl1pPr>
          </a:lstStyle>
          <a:p>
            <a:pPr lvl="0"/>
            <a:r>
              <a:rPr lang="en-US"/>
              <a:t>Section #</a:t>
            </a:r>
          </a:p>
        </p:txBody>
      </p:sp>
    </p:spTree>
    <p:extLst>
      <p:ext uri="{BB962C8B-B14F-4D97-AF65-F5344CB8AC3E}">
        <p14:creationId xmlns:p14="http://schemas.microsoft.com/office/powerpoint/2010/main" val="103487271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6" name="Content Right"/>
          <p:cNvSpPr>
            <a:spLocks noGrp="1"/>
          </p:cNvSpPr>
          <p:nvPr>
            <p:ph idx="11"/>
          </p:nvPr>
        </p:nvSpPr>
        <p:spPr bwMode="gray">
          <a:xfrm>
            <a:off x="5029200" y="1400400"/>
            <a:ext cx="4114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5" name="Content Left"/>
          <p:cNvSpPr>
            <a:spLocks noGrp="1"/>
          </p:cNvSpPr>
          <p:nvPr>
            <p:ph idx="1"/>
          </p:nvPr>
        </p:nvSpPr>
        <p:spPr bwMode="gray">
          <a:xfrm>
            <a:off x="457200" y="1400400"/>
            <a:ext cx="4114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30290111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2 columns with heading">
    <p:spTree>
      <p:nvGrpSpPr>
        <p:cNvPr id="1" name=""/>
        <p:cNvGrpSpPr/>
        <p:nvPr/>
      </p:nvGrpSpPr>
      <p:grpSpPr>
        <a:xfrm>
          <a:off x="0" y="0"/>
          <a:ext cx="0" cy="0"/>
          <a:chOff x="0" y="0"/>
          <a:chExt cx="0" cy="0"/>
        </a:xfrm>
      </p:grpSpPr>
      <p:sp>
        <p:nvSpPr>
          <p:cNvPr id="16" name="Content Right"/>
          <p:cNvSpPr>
            <a:spLocks noGrp="1"/>
          </p:cNvSpPr>
          <p:nvPr>
            <p:ph idx="11"/>
          </p:nvPr>
        </p:nvSpPr>
        <p:spPr bwMode="gray">
          <a:xfrm>
            <a:off x="5029200" y="1886400"/>
            <a:ext cx="4114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5" name="Content Left"/>
          <p:cNvSpPr>
            <a:spLocks noGrp="1"/>
          </p:cNvSpPr>
          <p:nvPr>
            <p:ph idx="1"/>
          </p:nvPr>
        </p:nvSpPr>
        <p:spPr bwMode="gray">
          <a:xfrm>
            <a:off x="457200" y="1886400"/>
            <a:ext cx="4114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4" name="Heading Right"/>
          <p:cNvSpPr>
            <a:spLocks noGrp="1"/>
          </p:cNvSpPr>
          <p:nvPr>
            <p:ph type="body" sz="quarter" idx="16" hasCustomPrompt="1"/>
          </p:nvPr>
        </p:nvSpPr>
        <p:spPr bwMode="gray">
          <a:xfrm>
            <a:off x="5029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3" name="Heading Left"/>
          <p:cNvSpPr>
            <a:spLocks noGrp="1"/>
          </p:cNvSpPr>
          <p:nvPr>
            <p:ph type="body" sz="quarter" idx="15" hasCustomPrompt="1"/>
          </p:nvPr>
        </p:nvSpPr>
        <p:spPr bwMode="gray">
          <a:xfrm>
            <a:off x="457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06960661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2 headings">
    <p:spTree>
      <p:nvGrpSpPr>
        <p:cNvPr id="1" name=""/>
        <p:cNvGrpSpPr/>
        <p:nvPr/>
      </p:nvGrpSpPr>
      <p:grpSpPr>
        <a:xfrm>
          <a:off x="0" y="0"/>
          <a:ext cx="0" cy="0"/>
          <a:chOff x="0" y="0"/>
          <a:chExt cx="0" cy="0"/>
        </a:xfrm>
      </p:grpSpPr>
      <p:sp>
        <p:nvSpPr>
          <p:cNvPr id="14" name="Heading Right"/>
          <p:cNvSpPr>
            <a:spLocks noGrp="1"/>
          </p:cNvSpPr>
          <p:nvPr>
            <p:ph type="body" sz="quarter" idx="16" hasCustomPrompt="1"/>
          </p:nvPr>
        </p:nvSpPr>
        <p:spPr bwMode="gray">
          <a:xfrm>
            <a:off x="5029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3" name="Heading Left"/>
          <p:cNvSpPr>
            <a:spLocks noGrp="1"/>
          </p:cNvSpPr>
          <p:nvPr>
            <p:ph type="body" sz="quarter" idx="15" hasCustomPrompt="1"/>
          </p:nvPr>
        </p:nvSpPr>
        <p:spPr bwMode="gray">
          <a:xfrm>
            <a:off x="457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895769961"/>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4 textboxes">
    <p:spTree>
      <p:nvGrpSpPr>
        <p:cNvPr id="1" name=""/>
        <p:cNvGrpSpPr/>
        <p:nvPr/>
      </p:nvGrpSpPr>
      <p:grpSpPr>
        <a:xfrm>
          <a:off x="0" y="0"/>
          <a:ext cx="0" cy="0"/>
          <a:chOff x="0" y="0"/>
          <a:chExt cx="0" cy="0"/>
        </a:xfrm>
      </p:grpSpPr>
      <p:sp>
        <p:nvSpPr>
          <p:cNvPr id="6" name="Content Right Bottom"/>
          <p:cNvSpPr>
            <a:spLocks noGrp="1"/>
          </p:cNvSpPr>
          <p:nvPr>
            <p:ph idx="27"/>
          </p:nvPr>
        </p:nvSpPr>
        <p:spPr bwMode="gray">
          <a:xfrm>
            <a:off x="5029200" y="40032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4" name="Content Left Bottom"/>
          <p:cNvSpPr>
            <a:spLocks noGrp="1"/>
          </p:cNvSpPr>
          <p:nvPr>
            <p:ph idx="28"/>
          </p:nvPr>
        </p:nvSpPr>
        <p:spPr bwMode="gray">
          <a:xfrm>
            <a:off x="457200" y="40032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Content Right Top"/>
          <p:cNvSpPr>
            <a:spLocks noGrp="1"/>
          </p:cNvSpPr>
          <p:nvPr>
            <p:ph idx="26"/>
          </p:nvPr>
        </p:nvSpPr>
        <p:spPr bwMode="gray">
          <a:xfrm>
            <a:off x="5029200" y="14004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Content Left Top"/>
          <p:cNvSpPr>
            <a:spLocks noGrp="1"/>
          </p:cNvSpPr>
          <p:nvPr>
            <p:ph idx="1"/>
          </p:nvPr>
        </p:nvSpPr>
        <p:spPr bwMode="gray">
          <a:xfrm>
            <a:off x="457200" y="14004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156581416"/>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4 textboxes with heading">
    <p:spTree>
      <p:nvGrpSpPr>
        <p:cNvPr id="1" name=""/>
        <p:cNvGrpSpPr/>
        <p:nvPr/>
      </p:nvGrpSpPr>
      <p:grpSpPr>
        <a:xfrm>
          <a:off x="0" y="0"/>
          <a:ext cx="0" cy="0"/>
          <a:chOff x="0" y="0"/>
          <a:chExt cx="0" cy="0"/>
        </a:xfrm>
      </p:grpSpPr>
      <p:sp>
        <p:nvSpPr>
          <p:cNvPr id="6" name="Content Right Bottom"/>
          <p:cNvSpPr>
            <a:spLocks noGrp="1"/>
          </p:cNvSpPr>
          <p:nvPr>
            <p:ph idx="30"/>
          </p:nvPr>
        </p:nvSpPr>
        <p:spPr bwMode="gray">
          <a:xfrm>
            <a:off x="5029200" y="44892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4" name="Content Left Bottom"/>
          <p:cNvSpPr>
            <a:spLocks noGrp="1"/>
          </p:cNvSpPr>
          <p:nvPr>
            <p:ph idx="31"/>
          </p:nvPr>
        </p:nvSpPr>
        <p:spPr bwMode="gray">
          <a:xfrm>
            <a:off x="457200" y="44892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2" name="Heading Right Bottom"/>
          <p:cNvSpPr>
            <a:spLocks noGrp="1"/>
          </p:cNvSpPr>
          <p:nvPr>
            <p:ph type="body" sz="quarter" idx="18" hasCustomPrompt="1"/>
          </p:nvPr>
        </p:nvSpPr>
        <p:spPr bwMode="gray">
          <a:xfrm>
            <a:off x="5029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3" name="Heading Left Bottom"/>
          <p:cNvSpPr>
            <a:spLocks noGrp="1"/>
          </p:cNvSpPr>
          <p:nvPr>
            <p:ph type="body" sz="quarter" idx="20" hasCustomPrompt="1"/>
          </p:nvPr>
        </p:nvSpPr>
        <p:spPr bwMode="gray">
          <a:xfrm>
            <a:off x="457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8" name="Content Right Top"/>
          <p:cNvSpPr>
            <a:spLocks noGrp="1"/>
          </p:cNvSpPr>
          <p:nvPr>
            <p:ph idx="29"/>
          </p:nvPr>
        </p:nvSpPr>
        <p:spPr bwMode="gray">
          <a:xfrm>
            <a:off x="5029200" y="18864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Content Left Top"/>
          <p:cNvSpPr>
            <a:spLocks noGrp="1"/>
          </p:cNvSpPr>
          <p:nvPr>
            <p:ph idx="1"/>
          </p:nvPr>
        </p:nvSpPr>
        <p:spPr bwMode="gray">
          <a:xfrm>
            <a:off x="457200" y="18864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1" name="Heading Right Top"/>
          <p:cNvSpPr>
            <a:spLocks noGrp="1"/>
          </p:cNvSpPr>
          <p:nvPr>
            <p:ph type="body" sz="quarter" idx="16" hasCustomPrompt="1"/>
          </p:nvPr>
        </p:nvSpPr>
        <p:spPr bwMode="gray">
          <a:xfrm>
            <a:off x="5029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0" name="Heading Left Top"/>
          <p:cNvSpPr>
            <a:spLocks noGrp="1"/>
          </p:cNvSpPr>
          <p:nvPr>
            <p:ph type="body" sz="quarter" idx="15" hasCustomPrompt="1"/>
          </p:nvPr>
        </p:nvSpPr>
        <p:spPr bwMode="gray">
          <a:xfrm>
            <a:off x="457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379962820"/>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4 headings">
    <p:spTree>
      <p:nvGrpSpPr>
        <p:cNvPr id="1" name=""/>
        <p:cNvGrpSpPr/>
        <p:nvPr/>
      </p:nvGrpSpPr>
      <p:grpSpPr>
        <a:xfrm>
          <a:off x="0" y="0"/>
          <a:ext cx="0" cy="0"/>
          <a:chOff x="0" y="0"/>
          <a:chExt cx="0" cy="0"/>
        </a:xfrm>
      </p:grpSpPr>
      <p:sp>
        <p:nvSpPr>
          <p:cNvPr id="24" name="Heading Right Bottom"/>
          <p:cNvSpPr>
            <a:spLocks noGrp="1"/>
          </p:cNvSpPr>
          <p:nvPr>
            <p:ph type="body" sz="quarter" idx="18" hasCustomPrompt="1"/>
          </p:nvPr>
        </p:nvSpPr>
        <p:spPr bwMode="gray">
          <a:xfrm>
            <a:off x="5029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25" name="Heading Left Bottom"/>
          <p:cNvSpPr>
            <a:spLocks noGrp="1"/>
          </p:cNvSpPr>
          <p:nvPr>
            <p:ph type="body" sz="quarter" idx="20" hasCustomPrompt="1"/>
          </p:nvPr>
        </p:nvSpPr>
        <p:spPr bwMode="gray">
          <a:xfrm>
            <a:off x="457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8" name="Heading Right Top"/>
          <p:cNvSpPr>
            <a:spLocks noGrp="1"/>
          </p:cNvSpPr>
          <p:nvPr>
            <p:ph type="body" sz="quarter" idx="16" hasCustomPrompt="1"/>
          </p:nvPr>
        </p:nvSpPr>
        <p:spPr bwMode="gray">
          <a:xfrm>
            <a:off x="5029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7" name="Heading Left Top"/>
          <p:cNvSpPr>
            <a:spLocks noGrp="1"/>
          </p:cNvSpPr>
          <p:nvPr>
            <p:ph type="body" sz="quarter" idx="15" hasCustomPrompt="1"/>
          </p:nvPr>
        </p:nvSpPr>
        <p:spPr bwMode="gray">
          <a:xfrm>
            <a:off x="457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4"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8710263"/>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15" name="Content Right"/>
          <p:cNvSpPr>
            <a:spLocks noGrp="1"/>
          </p:cNvSpPr>
          <p:nvPr>
            <p:ph idx="27"/>
          </p:nvPr>
        </p:nvSpPr>
        <p:spPr bwMode="gray">
          <a:xfrm>
            <a:off x="6553200" y="1400400"/>
            <a:ext cx="2590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4" name="Content Middle"/>
          <p:cNvSpPr>
            <a:spLocks noGrp="1"/>
          </p:cNvSpPr>
          <p:nvPr>
            <p:ph idx="26"/>
          </p:nvPr>
        </p:nvSpPr>
        <p:spPr bwMode="gray">
          <a:xfrm>
            <a:off x="3505200" y="1400400"/>
            <a:ext cx="2590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3" name="Content Left"/>
          <p:cNvSpPr>
            <a:spLocks noGrp="1"/>
          </p:cNvSpPr>
          <p:nvPr>
            <p:ph idx="25"/>
          </p:nvPr>
        </p:nvSpPr>
        <p:spPr bwMode="gray">
          <a:xfrm>
            <a:off x="457200" y="1400400"/>
            <a:ext cx="2590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458085805"/>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3 columns with heading">
    <p:spTree>
      <p:nvGrpSpPr>
        <p:cNvPr id="1" name=""/>
        <p:cNvGrpSpPr/>
        <p:nvPr/>
      </p:nvGrpSpPr>
      <p:grpSpPr>
        <a:xfrm>
          <a:off x="0" y="0"/>
          <a:ext cx="0" cy="0"/>
          <a:chOff x="0" y="0"/>
          <a:chExt cx="0" cy="0"/>
        </a:xfrm>
      </p:grpSpPr>
      <p:sp>
        <p:nvSpPr>
          <p:cNvPr id="18" name="Content Right"/>
          <p:cNvSpPr>
            <a:spLocks noGrp="1"/>
          </p:cNvSpPr>
          <p:nvPr>
            <p:ph idx="27"/>
          </p:nvPr>
        </p:nvSpPr>
        <p:spPr bwMode="gray">
          <a:xfrm>
            <a:off x="6553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7" name="Content Middle"/>
          <p:cNvSpPr>
            <a:spLocks noGrp="1"/>
          </p:cNvSpPr>
          <p:nvPr>
            <p:ph idx="26"/>
          </p:nvPr>
        </p:nvSpPr>
        <p:spPr bwMode="gray">
          <a:xfrm>
            <a:off x="3505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6" name="Content Left"/>
          <p:cNvSpPr>
            <a:spLocks noGrp="1"/>
          </p:cNvSpPr>
          <p:nvPr>
            <p:ph idx="25"/>
          </p:nvPr>
        </p:nvSpPr>
        <p:spPr bwMode="gray">
          <a:xfrm>
            <a:off x="457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21" name="Heading Right"/>
          <p:cNvSpPr>
            <a:spLocks noGrp="1"/>
          </p:cNvSpPr>
          <p:nvPr>
            <p:ph type="body" sz="quarter" idx="12" hasCustomPrompt="1"/>
          </p:nvPr>
        </p:nvSpPr>
        <p:spPr bwMode="gray">
          <a:xfrm>
            <a:off x="6553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2" name="Heading Middle"/>
          <p:cNvSpPr>
            <a:spLocks noGrp="1"/>
          </p:cNvSpPr>
          <p:nvPr>
            <p:ph type="body" sz="quarter" idx="13" hasCustomPrompt="1"/>
          </p:nvPr>
        </p:nvSpPr>
        <p:spPr bwMode="gray">
          <a:xfrm>
            <a:off x="3505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0" name="Heading Left"/>
          <p:cNvSpPr>
            <a:spLocks noGrp="1"/>
          </p:cNvSpPr>
          <p:nvPr>
            <p:ph type="body" sz="quarter" idx="11" hasCustomPrompt="1"/>
          </p:nvPr>
        </p:nvSpPr>
        <p:spPr bwMode="gray">
          <a:xfrm>
            <a:off x="457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13"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45112046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3 headings">
    <p:spTree>
      <p:nvGrpSpPr>
        <p:cNvPr id="1" name=""/>
        <p:cNvGrpSpPr/>
        <p:nvPr/>
      </p:nvGrpSpPr>
      <p:grpSpPr>
        <a:xfrm>
          <a:off x="0" y="0"/>
          <a:ext cx="0" cy="0"/>
          <a:chOff x="0" y="0"/>
          <a:chExt cx="0" cy="0"/>
        </a:xfrm>
      </p:grpSpPr>
      <p:sp>
        <p:nvSpPr>
          <p:cNvPr id="21" name="Heading Right"/>
          <p:cNvSpPr>
            <a:spLocks noGrp="1"/>
          </p:cNvSpPr>
          <p:nvPr>
            <p:ph type="body" sz="quarter" idx="12" hasCustomPrompt="1"/>
          </p:nvPr>
        </p:nvSpPr>
        <p:spPr bwMode="gray">
          <a:xfrm>
            <a:off x="6553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2" name="Heading Middle"/>
          <p:cNvSpPr>
            <a:spLocks noGrp="1"/>
          </p:cNvSpPr>
          <p:nvPr>
            <p:ph type="body" sz="quarter" idx="13" hasCustomPrompt="1"/>
          </p:nvPr>
        </p:nvSpPr>
        <p:spPr bwMode="gray">
          <a:xfrm>
            <a:off x="3505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0" name="Heading Left"/>
          <p:cNvSpPr>
            <a:spLocks noGrp="1"/>
          </p:cNvSpPr>
          <p:nvPr>
            <p:ph type="body" sz="quarter" idx="11" hasCustomPrompt="1"/>
          </p:nvPr>
        </p:nvSpPr>
        <p:spPr bwMode="gray">
          <a:xfrm>
            <a:off x="457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13"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93867611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6 textboxes">
    <p:spTree>
      <p:nvGrpSpPr>
        <p:cNvPr id="1" name=""/>
        <p:cNvGrpSpPr/>
        <p:nvPr/>
      </p:nvGrpSpPr>
      <p:grpSpPr>
        <a:xfrm>
          <a:off x="0" y="0"/>
          <a:ext cx="0" cy="0"/>
          <a:chOff x="0" y="0"/>
          <a:chExt cx="0" cy="0"/>
        </a:xfrm>
      </p:grpSpPr>
      <p:sp>
        <p:nvSpPr>
          <p:cNvPr id="8" name="Content Right Bottom"/>
          <p:cNvSpPr>
            <a:spLocks noGrp="1"/>
          </p:cNvSpPr>
          <p:nvPr>
            <p:ph idx="40"/>
          </p:nvPr>
        </p:nvSpPr>
        <p:spPr bwMode="gray">
          <a:xfrm>
            <a:off x="6553200" y="40032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6" name="Content Middle Bottom"/>
          <p:cNvSpPr>
            <a:spLocks noGrp="1"/>
          </p:cNvSpPr>
          <p:nvPr>
            <p:ph idx="41"/>
          </p:nvPr>
        </p:nvSpPr>
        <p:spPr bwMode="gray">
          <a:xfrm>
            <a:off x="3505200" y="40032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4" name="Content Left Bottom"/>
          <p:cNvSpPr>
            <a:spLocks noGrp="1"/>
          </p:cNvSpPr>
          <p:nvPr>
            <p:ph idx="42"/>
          </p:nvPr>
        </p:nvSpPr>
        <p:spPr bwMode="gray">
          <a:xfrm>
            <a:off x="457200" y="40032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Content Right Top"/>
          <p:cNvSpPr>
            <a:spLocks noGrp="1"/>
          </p:cNvSpPr>
          <p:nvPr>
            <p:ph idx="39"/>
          </p:nvPr>
        </p:nvSpPr>
        <p:spPr bwMode="gray">
          <a:xfrm>
            <a:off x="6553200" y="14004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0" name="Content Middle Top"/>
          <p:cNvSpPr>
            <a:spLocks noGrp="1"/>
          </p:cNvSpPr>
          <p:nvPr>
            <p:ph idx="38"/>
          </p:nvPr>
        </p:nvSpPr>
        <p:spPr bwMode="gray">
          <a:xfrm>
            <a:off x="3505200" y="14004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1" name="Content Left Top"/>
          <p:cNvSpPr>
            <a:spLocks noGrp="1"/>
          </p:cNvSpPr>
          <p:nvPr>
            <p:ph idx="1"/>
          </p:nvPr>
        </p:nvSpPr>
        <p:spPr bwMode="gray">
          <a:xfrm>
            <a:off x="457200" y="14004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99149397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6 textboxes with heading">
    <p:spTree>
      <p:nvGrpSpPr>
        <p:cNvPr id="1" name=""/>
        <p:cNvGrpSpPr/>
        <p:nvPr/>
      </p:nvGrpSpPr>
      <p:grpSpPr>
        <a:xfrm>
          <a:off x="0" y="0"/>
          <a:ext cx="0" cy="0"/>
          <a:chOff x="0" y="0"/>
          <a:chExt cx="0" cy="0"/>
        </a:xfrm>
      </p:grpSpPr>
      <p:sp>
        <p:nvSpPr>
          <p:cNvPr id="4" name="Content Right Bottom"/>
          <p:cNvSpPr>
            <a:spLocks noGrp="1"/>
          </p:cNvSpPr>
          <p:nvPr>
            <p:ph idx="40"/>
          </p:nvPr>
        </p:nvSpPr>
        <p:spPr bwMode="gray">
          <a:xfrm>
            <a:off x="6553200" y="44892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6" name="Content Middle Bottom"/>
          <p:cNvSpPr>
            <a:spLocks noGrp="1"/>
          </p:cNvSpPr>
          <p:nvPr>
            <p:ph idx="41"/>
          </p:nvPr>
        </p:nvSpPr>
        <p:spPr bwMode="gray">
          <a:xfrm>
            <a:off x="3505200" y="44892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Content Left Bottom"/>
          <p:cNvSpPr>
            <a:spLocks noGrp="1"/>
          </p:cNvSpPr>
          <p:nvPr>
            <p:ph idx="42"/>
          </p:nvPr>
        </p:nvSpPr>
        <p:spPr bwMode="gray">
          <a:xfrm>
            <a:off x="457200" y="44892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5" name="Heading Right Bottom"/>
          <p:cNvSpPr>
            <a:spLocks noGrp="1"/>
          </p:cNvSpPr>
          <p:nvPr>
            <p:ph type="body" sz="quarter" idx="22" hasCustomPrompt="1"/>
          </p:nvPr>
        </p:nvSpPr>
        <p:spPr bwMode="gray">
          <a:xfrm>
            <a:off x="6553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7" name="Heading Middle Bottom"/>
          <p:cNvSpPr>
            <a:spLocks noGrp="1"/>
          </p:cNvSpPr>
          <p:nvPr>
            <p:ph type="body" sz="quarter" idx="26" hasCustomPrompt="1"/>
          </p:nvPr>
        </p:nvSpPr>
        <p:spPr bwMode="gray">
          <a:xfrm>
            <a:off x="3505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6" name="Heading Left Bottom"/>
          <p:cNvSpPr>
            <a:spLocks noGrp="1"/>
          </p:cNvSpPr>
          <p:nvPr>
            <p:ph type="body" sz="quarter" idx="24" hasCustomPrompt="1"/>
          </p:nvPr>
        </p:nvSpPr>
        <p:spPr bwMode="gray">
          <a:xfrm>
            <a:off x="457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9" name="Content Right Top"/>
          <p:cNvSpPr>
            <a:spLocks noGrp="1"/>
          </p:cNvSpPr>
          <p:nvPr>
            <p:ph idx="39"/>
          </p:nvPr>
        </p:nvSpPr>
        <p:spPr bwMode="gray">
          <a:xfrm>
            <a:off x="6553200" y="18864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0" name="Content Middle Top"/>
          <p:cNvSpPr>
            <a:spLocks noGrp="1"/>
          </p:cNvSpPr>
          <p:nvPr>
            <p:ph idx="38"/>
          </p:nvPr>
        </p:nvSpPr>
        <p:spPr bwMode="gray">
          <a:xfrm>
            <a:off x="3505200" y="18864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1" name="Content Left Top"/>
          <p:cNvSpPr>
            <a:spLocks noGrp="1"/>
          </p:cNvSpPr>
          <p:nvPr>
            <p:ph idx="1"/>
          </p:nvPr>
        </p:nvSpPr>
        <p:spPr bwMode="gray">
          <a:xfrm>
            <a:off x="457200" y="18864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3" name="Heading Right Top"/>
          <p:cNvSpPr>
            <a:spLocks noGrp="1"/>
          </p:cNvSpPr>
          <p:nvPr>
            <p:ph type="body" sz="quarter" idx="16" hasCustomPrompt="1"/>
          </p:nvPr>
        </p:nvSpPr>
        <p:spPr bwMode="gray">
          <a:xfrm>
            <a:off x="6553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4" name="Heading Middle Top"/>
          <p:cNvSpPr>
            <a:spLocks noGrp="1"/>
          </p:cNvSpPr>
          <p:nvPr>
            <p:ph type="body" sz="quarter" idx="17" hasCustomPrompt="1"/>
          </p:nvPr>
        </p:nvSpPr>
        <p:spPr bwMode="gray">
          <a:xfrm>
            <a:off x="3505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2" name="Heading Left Top"/>
          <p:cNvSpPr>
            <a:spLocks noGrp="1"/>
          </p:cNvSpPr>
          <p:nvPr>
            <p:ph type="body" sz="quarter" idx="15" hasCustomPrompt="1"/>
          </p:nvPr>
        </p:nvSpPr>
        <p:spPr bwMode="gray">
          <a:xfrm>
            <a:off x="457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617218768"/>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6 headings">
    <p:spTree>
      <p:nvGrpSpPr>
        <p:cNvPr id="1" name=""/>
        <p:cNvGrpSpPr/>
        <p:nvPr/>
      </p:nvGrpSpPr>
      <p:grpSpPr>
        <a:xfrm>
          <a:off x="0" y="0"/>
          <a:ext cx="0" cy="0"/>
          <a:chOff x="0" y="0"/>
          <a:chExt cx="0" cy="0"/>
        </a:xfrm>
      </p:grpSpPr>
      <p:sp>
        <p:nvSpPr>
          <p:cNvPr id="9" name="Heading Right Bottom"/>
          <p:cNvSpPr>
            <a:spLocks noGrp="1"/>
          </p:cNvSpPr>
          <p:nvPr>
            <p:ph type="body" sz="quarter" idx="22" hasCustomPrompt="1"/>
          </p:nvPr>
        </p:nvSpPr>
        <p:spPr bwMode="gray">
          <a:xfrm>
            <a:off x="6553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1" name="Heading Middle Bottom"/>
          <p:cNvSpPr>
            <a:spLocks noGrp="1"/>
          </p:cNvSpPr>
          <p:nvPr>
            <p:ph type="body" sz="quarter" idx="26" hasCustomPrompt="1"/>
          </p:nvPr>
        </p:nvSpPr>
        <p:spPr bwMode="gray">
          <a:xfrm>
            <a:off x="3505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0" name="Heading Left Bottom"/>
          <p:cNvSpPr>
            <a:spLocks noGrp="1"/>
          </p:cNvSpPr>
          <p:nvPr>
            <p:ph type="body" sz="quarter" idx="24" hasCustomPrompt="1"/>
          </p:nvPr>
        </p:nvSpPr>
        <p:spPr bwMode="gray">
          <a:xfrm>
            <a:off x="457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6" name="Heading Right Top"/>
          <p:cNvSpPr>
            <a:spLocks noGrp="1"/>
          </p:cNvSpPr>
          <p:nvPr>
            <p:ph type="body" sz="quarter" idx="16" hasCustomPrompt="1"/>
          </p:nvPr>
        </p:nvSpPr>
        <p:spPr bwMode="gray">
          <a:xfrm>
            <a:off x="6553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8" name="Heading Middle Top"/>
          <p:cNvSpPr>
            <a:spLocks noGrp="1"/>
          </p:cNvSpPr>
          <p:nvPr>
            <p:ph type="body" sz="quarter" idx="17" hasCustomPrompt="1"/>
          </p:nvPr>
        </p:nvSpPr>
        <p:spPr bwMode="gray">
          <a:xfrm>
            <a:off x="3505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4" name="Heading Left Top"/>
          <p:cNvSpPr>
            <a:spLocks noGrp="1"/>
          </p:cNvSpPr>
          <p:nvPr>
            <p:ph type="body" sz="quarter" idx="15" hasCustomPrompt="1"/>
          </p:nvPr>
        </p:nvSpPr>
        <p:spPr bwMode="gray">
          <a:xfrm>
            <a:off x="457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648354367"/>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2 columns 1/3 split">
    <p:spTree>
      <p:nvGrpSpPr>
        <p:cNvPr id="1" name=""/>
        <p:cNvGrpSpPr/>
        <p:nvPr/>
      </p:nvGrpSpPr>
      <p:grpSpPr>
        <a:xfrm>
          <a:off x="0" y="0"/>
          <a:ext cx="0" cy="0"/>
          <a:chOff x="0" y="0"/>
          <a:chExt cx="0" cy="0"/>
        </a:xfrm>
      </p:grpSpPr>
      <p:sp>
        <p:nvSpPr>
          <p:cNvPr id="15" name="Content Right"/>
          <p:cNvSpPr>
            <a:spLocks noGrp="1"/>
          </p:cNvSpPr>
          <p:nvPr>
            <p:ph idx="28"/>
          </p:nvPr>
        </p:nvSpPr>
        <p:spPr bwMode="gray">
          <a:xfrm>
            <a:off x="3505200" y="1886400"/>
            <a:ext cx="5638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6" name="Content Left"/>
          <p:cNvSpPr>
            <a:spLocks noGrp="1"/>
          </p:cNvSpPr>
          <p:nvPr>
            <p:ph idx="27"/>
          </p:nvPr>
        </p:nvSpPr>
        <p:spPr bwMode="gray">
          <a:xfrm>
            <a:off x="457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9" name="Heading Right"/>
          <p:cNvSpPr>
            <a:spLocks noGrp="1"/>
          </p:cNvSpPr>
          <p:nvPr>
            <p:ph type="body" sz="quarter" idx="17" hasCustomPrompt="1"/>
          </p:nvPr>
        </p:nvSpPr>
        <p:spPr bwMode="gray">
          <a:xfrm>
            <a:off x="3505200" y="1400400"/>
            <a:ext cx="5638800" cy="368300"/>
          </a:xfrm>
        </p:spPr>
        <p:txBody>
          <a:bodyPr lIns="0" tIns="0" rIns="0" bIns="0">
            <a:no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7" name="Heading Left"/>
          <p:cNvSpPr>
            <a:spLocks noGrp="1"/>
          </p:cNvSpPr>
          <p:nvPr>
            <p:ph type="body" sz="quarter" idx="15" hasCustomPrompt="1"/>
          </p:nvPr>
        </p:nvSpPr>
        <p:spPr bwMode="gray">
          <a:xfrm>
            <a:off x="457200" y="1400400"/>
            <a:ext cx="2590800" cy="368300"/>
          </a:xfrm>
        </p:spPr>
        <p:txBody>
          <a:bodyPr lIns="0" tIns="0" rIns="0" bIns="0">
            <a:no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1"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676144977"/>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2 columns 2/3 split">
    <p:spTree>
      <p:nvGrpSpPr>
        <p:cNvPr id="1" name=""/>
        <p:cNvGrpSpPr/>
        <p:nvPr/>
      </p:nvGrpSpPr>
      <p:grpSpPr>
        <a:xfrm>
          <a:off x="0" y="0"/>
          <a:ext cx="0" cy="0"/>
          <a:chOff x="0" y="0"/>
          <a:chExt cx="0" cy="0"/>
        </a:xfrm>
      </p:grpSpPr>
      <p:sp>
        <p:nvSpPr>
          <p:cNvPr id="15" name="Content Right"/>
          <p:cNvSpPr>
            <a:spLocks noGrp="1"/>
          </p:cNvSpPr>
          <p:nvPr>
            <p:ph idx="28"/>
          </p:nvPr>
        </p:nvSpPr>
        <p:spPr bwMode="gray">
          <a:xfrm>
            <a:off x="6553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6" name="Content Left"/>
          <p:cNvSpPr>
            <a:spLocks noGrp="1"/>
          </p:cNvSpPr>
          <p:nvPr>
            <p:ph idx="27"/>
          </p:nvPr>
        </p:nvSpPr>
        <p:spPr bwMode="gray">
          <a:xfrm>
            <a:off x="457200" y="1886400"/>
            <a:ext cx="5638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9" name="Heading Right"/>
          <p:cNvSpPr>
            <a:spLocks noGrp="1"/>
          </p:cNvSpPr>
          <p:nvPr>
            <p:ph type="body" sz="quarter" idx="17" hasCustomPrompt="1"/>
          </p:nvPr>
        </p:nvSpPr>
        <p:spPr bwMode="gray">
          <a:xfrm>
            <a:off x="6553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7" name="Heading Left"/>
          <p:cNvSpPr>
            <a:spLocks noGrp="1"/>
          </p:cNvSpPr>
          <p:nvPr>
            <p:ph type="body" sz="quarter" idx="15" hasCustomPrompt="1"/>
          </p:nvPr>
        </p:nvSpPr>
        <p:spPr bwMode="gray">
          <a:xfrm>
            <a:off x="457200" y="1400400"/>
            <a:ext cx="5638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1"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626177815"/>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CV – Small Portrait">
    <p:spTree>
      <p:nvGrpSpPr>
        <p:cNvPr id="1" name=""/>
        <p:cNvGrpSpPr/>
        <p:nvPr/>
      </p:nvGrpSpPr>
      <p:grpSpPr>
        <a:xfrm>
          <a:off x="0" y="0"/>
          <a:ext cx="0" cy="0"/>
          <a:chOff x="0" y="0"/>
          <a:chExt cx="0" cy="0"/>
        </a:xfrm>
      </p:grpSpPr>
      <p:sp>
        <p:nvSpPr>
          <p:cNvPr id="6" name="Picture"/>
          <p:cNvSpPr>
            <a:spLocks noGrp="1"/>
          </p:cNvSpPr>
          <p:nvPr>
            <p:ph type="pic" sz="quarter" idx="11"/>
          </p:nvPr>
        </p:nvSpPr>
        <p:spPr bwMode="gray">
          <a:xfrm>
            <a:off x="8382000" y="381000"/>
            <a:ext cx="762000" cy="762000"/>
          </a:xfrm>
          <a:noFill/>
          <a:ln>
            <a:noFill/>
          </a:ln>
        </p:spPr>
        <p:txBody>
          <a:bodyPr lIns="0" tIns="0" rIns="0" bIns="0" anchor="ctr" anchorCtr="0"/>
          <a:lstStyle>
            <a:lvl1pPr marL="0" indent="0" algn="ctr" fontAlgn="base">
              <a:lnSpc>
                <a:spcPct val="100000"/>
              </a:lnSpc>
              <a:spcBef>
                <a:spcPct val="0"/>
              </a:spcBef>
              <a:spcAft>
                <a:spcPct val="0"/>
              </a:spcAft>
              <a:buFontTx/>
              <a:buNone/>
              <a:defRPr sz="1000" b="1">
                <a:solidFill>
                  <a:schemeClr val="accent4"/>
                </a:solidFill>
              </a:defRPr>
            </a:lvl1pPr>
          </a:lstStyle>
          <a:p>
            <a:r>
              <a:rPr lang="en-US" altLang="ja-JP"/>
              <a:t>Click icon to add picture</a:t>
            </a:r>
            <a:endParaRPr lang="en-US"/>
          </a:p>
        </p:txBody>
      </p:sp>
      <p:sp>
        <p:nvSpPr>
          <p:cNvPr id="9" name="Content"/>
          <p:cNvSpPr>
            <a:spLocks noGrp="1"/>
          </p:cNvSpPr>
          <p:nvPr>
            <p:ph type="body" sz="quarter" idx="12"/>
          </p:nvPr>
        </p:nvSpPr>
        <p:spPr bwMode="gray">
          <a:xfrm>
            <a:off x="457204" y="1400400"/>
            <a:ext cx="8686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400" dirty="0" smtClean="0">
                <a:latin typeface="+mn-lt"/>
                <a:ea typeface="+mn-ea"/>
                <a:sym typeface="+mn-lt"/>
              </a:defRPr>
            </a:lvl1pPr>
            <a:lvl2pPr fontAlgn="base">
              <a:lnSpc>
                <a:spcPct val="100000"/>
              </a:lnSpc>
              <a:spcAft>
                <a:spcPts val="0"/>
              </a:spcAft>
              <a:defRPr lang="en-US" sz="1400" dirty="0" smtClean="0">
                <a:latin typeface="+mn-lt"/>
                <a:ea typeface="+mn-ea"/>
                <a:sym typeface="+mn-lt"/>
              </a:defRPr>
            </a:lvl2pPr>
            <a:lvl3pPr fontAlgn="base">
              <a:lnSpc>
                <a:spcPct val="100000"/>
              </a:lnSpc>
              <a:spcAft>
                <a:spcPts val="0"/>
              </a:spcAft>
              <a:defRPr lang="en-US" sz="1400" dirty="0" smtClean="0">
                <a:latin typeface="+mn-lt"/>
                <a:ea typeface="+mn-ea"/>
                <a:sym typeface="+mn-lt"/>
              </a:defRPr>
            </a:lvl3pPr>
            <a:lvl4pPr fontAlgn="base">
              <a:lnSpc>
                <a:spcPct val="100000"/>
              </a:lnSpc>
              <a:spcAft>
                <a:spcPts val="0"/>
              </a:spcAft>
              <a:defRPr lang="en-US" sz="1400" dirty="0" smtClean="0">
                <a:latin typeface="+mn-lt"/>
                <a:ea typeface="+mn-ea"/>
                <a:sym typeface="+mn-lt"/>
              </a:defRPr>
            </a:lvl4pPr>
            <a:lvl5pPr fontAlgn="base">
              <a:lnSpc>
                <a:spcPct val="100000"/>
              </a:lnSpc>
              <a:spcAft>
                <a:spcPts val="0"/>
              </a:spcAft>
              <a:defRPr lang="en-GB" sz="1400" dirty="0" smtClean="0">
                <a:latin typeface="+mn-lt"/>
                <a:ea typeface="+mn-ea"/>
                <a:sym typeface="+mn-lt"/>
              </a:defRPr>
            </a:lvl5pPr>
            <a:lvl6pPr fontAlgn="base">
              <a:lnSpc>
                <a:spcPct val="100000"/>
              </a:lnSpc>
              <a:spcAft>
                <a:spcPts val="0"/>
              </a:spcAft>
              <a:defRPr/>
            </a:lvl6pPr>
            <a:lvl7pPr fontAlgn="base">
              <a:lnSpc>
                <a:spcPct val="100000"/>
              </a:lnSpc>
              <a:spcAft>
                <a:spcPts val="0"/>
              </a:spcAft>
              <a:defRPr/>
            </a:lvl7pPr>
            <a:lvl8pPr fontAlgn="base">
              <a:lnSpc>
                <a:spcPct val="100000"/>
              </a:lnSpc>
              <a:spcAft>
                <a:spcPts val="0"/>
              </a:spcAft>
              <a:defRPr/>
            </a:lvl8pPr>
            <a:lvl9pPr fontAlgn="base">
              <a:lnSpc>
                <a:spcPct val="100000"/>
              </a:lnSpc>
              <a:spcAft>
                <a:spcPts val="0"/>
              </a:spcAft>
              <a:defRPr/>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Title"/>
          <p:cNvSpPr>
            <a:spLocks noGrp="1"/>
          </p:cNvSpPr>
          <p:nvPr>
            <p:ph type="title"/>
          </p:nvPr>
        </p:nvSpPr>
        <p:spPr bwMode="gray">
          <a:xfrm>
            <a:off x="457204" y="381000"/>
            <a:ext cx="7820025"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866069805"/>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Contents">
    <p:spTree>
      <p:nvGrpSpPr>
        <p:cNvPr id="1" name=""/>
        <p:cNvGrpSpPr/>
        <p:nvPr/>
      </p:nvGrpSpPr>
      <p:grpSpPr>
        <a:xfrm>
          <a:off x="0" y="0"/>
          <a:ext cx="0" cy="0"/>
          <a:chOff x="0" y="0"/>
          <a:chExt cx="0" cy="0"/>
        </a:xfrm>
      </p:grpSpPr>
      <p:sp>
        <p:nvSpPr>
          <p:cNvPr id="3" name="Title"/>
          <p:cNvSpPr>
            <a:spLocks noGrp="1"/>
          </p:cNvSpPr>
          <p:nvPr>
            <p:ph type="title" hasCustomPrompt="1"/>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pl-PL" altLang="ja-JP"/>
              <a:t>Contents</a:t>
            </a:r>
            <a:endParaRPr lang="en-US"/>
          </a:p>
        </p:txBody>
      </p:sp>
    </p:spTree>
    <p:extLst>
      <p:ext uri="{BB962C8B-B14F-4D97-AF65-F5344CB8AC3E}">
        <p14:creationId xmlns:p14="http://schemas.microsoft.com/office/powerpoint/2010/main" val="901537978"/>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Confidentiality">
    <p:spTree>
      <p:nvGrpSpPr>
        <p:cNvPr id="1" name=""/>
        <p:cNvGrpSpPr/>
        <p:nvPr/>
      </p:nvGrpSpPr>
      <p:grpSpPr>
        <a:xfrm>
          <a:off x="0" y="0"/>
          <a:ext cx="0" cy="0"/>
          <a:chOff x="0" y="0"/>
          <a:chExt cx="0" cy="0"/>
        </a:xfrm>
      </p:grpSpPr>
      <p:graphicFrame>
        <p:nvGraphicFramePr>
          <p:cNvPr id="7" name="DTP_Confidentiality"/>
          <p:cNvGraphicFramePr>
            <a:graphicFrameLocks noGrp="1"/>
          </p:cNvGraphicFramePr>
          <p:nvPr userDrawn="1">
            <p:extLst>
              <p:ext uri="{D42A27DB-BD31-4B8C-83A1-F6EECF244321}">
                <p14:modId xmlns:p14="http://schemas.microsoft.com/office/powerpoint/2010/main" val="3015535020"/>
              </p:ext>
            </p:extLst>
          </p:nvPr>
        </p:nvGraphicFramePr>
        <p:xfrm>
          <a:off x="457204" y="2828544"/>
          <a:ext cx="8686800" cy="1079500"/>
        </p:xfrm>
        <a:graphic>
          <a:graphicData uri="http://schemas.openxmlformats.org/drawingml/2006/table">
            <a:tbl>
              <a:tblPr/>
              <a:tblGrid>
                <a:gridCol w="2774759">
                  <a:extLst>
                    <a:ext uri="{9D8B030D-6E8A-4147-A177-3AD203B41FA5}">
                      <a16:colId xmlns:a16="http://schemas.microsoft.com/office/drawing/2014/main" val="20000"/>
                    </a:ext>
                  </a:extLst>
                </a:gridCol>
                <a:gridCol w="5912041">
                  <a:extLst>
                    <a:ext uri="{9D8B030D-6E8A-4147-A177-3AD203B41FA5}">
                      <a16:colId xmlns:a16="http://schemas.microsoft.com/office/drawing/2014/main" val="20001"/>
                    </a:ext>
                  </a:extLst>
                </a:gridCol>
              </a:tblGrid>
              <a:tr h="1079500">
                <a:tc>
                  <a:txBody>
                    <a:bodyPr/>
                    <a:lstStyle/>
                    <a:p>
                      <a:pPr marL="0" marR="0" lvl="0" indent="0" algn="r" defTabSz="914400" rtl="0" eaLnBrk="1" fontAlgn="base" latinLnBrk="0" hangingPunct="1">
                        <a:lnSpc>
                          <a:spcPct val="100000"/>
                        </a:lnSpc>
                        <a:spcBef>
                          <a:spcPts val="0"/>
                        </a:spcBef>
                        <a:spcAft>
                          <a:spcPct val="0"/>
                        </a:spcAft>
                        <a:buClrTx/>
                        <a:buSzTx/>
                        <a:buFontTx/>
                        <a:buNone/>
                        <a:tabLst/>
                      </a:pPr>
                      <a:r>
                        <a:rPr kumimoji="0" lang="en-US" sz="1400" b="0" i="0" u="none" strike="noStrike" cap="none" normalizeH="0" baseline="0">
                          <a:ln>
                            <a:noFill/>
                          </a:ln>
                          <a:solidFill>
                            <a:srgbClr val="005024"/>
                          </a:solidFill>
                          <a:effectLst/>
                          <a:latin typeface="+mn-lt"/>
                          <a:cs typeface="+mn-cs"/>
                          <a:sym typeface="+mn-lt"/>
                        </a:rPr>
                        <a:t>CONFIDENTIALITY</a:t>
                      </a:r>
                      <a:endParaRPr kumimoji="0" lang="en-GB" sz="1400" b="0" i="0" u="none" strike="noStrike" cap="none" normalizeH="0" baseline="0">
                        <a:ln>
                          <a:noFill/>
                        </a:ln>
                        <a:solidFill>
                          <a:srgbClr val="005024"/>
                        </a:solidFill>
                        <a:effectLst/>
                        <a:latin typeface="+mn-lt"/>
                        <a:cs typeface="+mn-cs"/>
                        <a:sym typeface="+mn-lt"/>
                      </a:endParaRPr>
                    </a:p>
                  </a:txBody>
                  <a:tcPr marL="0" marR="228600" marT="18288" marB="18288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60000"/>
                        </a:spcBef>
                        <a:spcAft>
                          <a:spcPct val="0"/>
                        </a:spcAft>
                        <a:buClrTx/>
                        <a:buSzTx/>
                        <a:buFontTx/>
                        <a:buNone/>
                        <a:tabLst/>
                      </a:pPr>
                      <a:r>
                        <a:rPr kumimoji="0" lang="en-US" sz="800" b="0" i="0" u="none" strike="noStrike" cap="none" normalizeH="0" baseline="0">
                          <a:ln>
                            <a:noFill/>
                          </a:ln>
                          <a:solidFill>
                            <a:schemeClr val="tx1"/>
                          </a:solidFill>
                          <a:effectLst/>
                          <a:latin typeface="+mn-lt"/>
                          <a:cs typeface="+mn-cs"/>
                          <a:sym typeface="+mn-lt"/>
                        </a:rPr>
                        <a:t>This document is among the outputs of </a:t>
                      </a:r>
                      <a:r>
                        <a:rPr kumimoji="0" lang="en-US" sz="800" b="0" i="0" u="none" strike="noStrike" cap="none" normalizeH="0" baseline="0" err="1">
                          <a:ln>
                            <a:noFill/>
                          </a:ln>
                          <a:solidFill>
                            <a:schemeClr val="tx1"/>
                          </a:solidFill>
                          <a:effectLst/>
                          <a:latin typeface="+mn-lt"/>
                          <a:cs typeface="+mn-cs"/>
                          <a:sym typeface="+mn-lt"/>
                        </a:rPr>
                        <a:t>Vietcombank</a:t>
                      </a:r>
                      <a:r>
                        <a:rPr kumimoji="0" lang="en-US" sz="800" b="0" i="0" u="none" strike="noStrike" cap="none" normalizeH="0" baseline="0">
                          <a:ln>
                            <a:noFill/>
                          </a:ln>
                          <a:solidFill>
                            <a:schemeClr val="tx1"/>
                          </a:solidFill>
                          <a:effectLst/>
                          <a:latin typeface="+mn-lt"/>
                          <a:cs typeface="+mn-cs"/>
                          <a:sym typeface="+mn-lt"/>
                        </a:rPr>
                        <a:t> risk management enhancement projects, providing crucial information on credit risk rating methodology and structure for the Bank's credit risk rating system implementation. It is STRICTLY CONFIDENTIAL and for internal use only. </a:t>
                      </a:r>
                    </a:p>
                    <a:p>
                      <a:pPr marL="0" marR="0" lvl="0" indent="0" algn="l" defTabSz="914400" rtl="0" eaLnBrk="1" fontAlgn="base" latinLnBrk="0" hangingPunct="1">
                        <a:lnSpc>
                          <a:spcPct val="100000"/>
                        </a:lnSpc>
                        <a:spcBef>
                          <a:spcPct val="60000"/>
                        </a:spcBef>
                        <a:spcAft>
                          <a:spcPct val="0"/>
                        </a:spcAft>
                        <a:buClrTx/>
                        <a:buSzTx/>
                        <a:buFontTx/>
                        <a:buNone/>
                        <a:tabLst/>
                      </a:pPr>
                      <a:r>
                        <a:rPr kumimoji="0" lang="en-US" sz="800" b="0" i="0" u="none" strike="noStrike" cap="none" normalizeH="0" baseline="0">
                          <a:ln>
                            <a:noFill/>
                          </a:ln>
                          <a:solidFill>
                            <a:schemeClr val="tx1"/>
                          </a:solidFill>
                          <a:effectLst/>
                          <a:latin typeface="+mn-lt"/>
                          <a:cs typeface="+mn-cs"/>
                          <a:sym typeface="+mn-lt"/>
                        </a:rPr>
                        <a:t>@ </a:t>
                      </a:r>
                      <a:r>
                        <a:rPr kumimoji="0" lang="en-US" sz="800" b="0" i="0" u="none" strike="noStrike" cap="none" normalizeH="0" baseline="0" err="1">
                          <a:ln>
                            <a:noFill/>
                          </a:ln>
                          <a:solidFill>
                            <a:schemeClr val="tx1"/>
                          </a:solidFill>
                          <a:effectLst/>
                          <a:latin typeface="+mn-lt"/>
                          <a:cs typeface="+mn-cs"/>
                          <a:sym typeface="+mn-lt"/>
                        </a:rPr>
                        <a:t>Vietcombank</a:t>
                      </a:r>
                      <a:r>
                        <a:rPr kumimoji="0" lang="en-US" sz="800" b="0" i="0" u="none" strike="noStrike" cap="none" normalizeH="0" baseline="0">
                          <a:ln>
                            <a:noFill/>
                          </a:ln>
                          <a:solidFill>
                            <a:schemeClr val="tx1"/>
                          </a:solidFill>
                          <a:effectLst/>
                          <a:latin typeface="+mn-lt"/>
                          <a:cs typeface="+mn-cs"/>
                          <a:sym typeface="+mn-lt"/>
                        </a:rPr>
                        <a:t> 2017</a:t>
                      </a:r>
                    </a:p>
                  </a:txBody>
                  <a:tcPr marL="36576" marR="36576" marT="18288" marB="18288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596276873"/>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p:cSld name="Qualifica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681624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p:cSld name="Backcover">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3753645" y="2905125"/>
            <a:ext cx="2095500" cy="1047750"/>
          </a:xfrm>
          <a:prstGeom prst="rect">
            <a:avLst/>
          </a:prstGeom>
        </p:spPr>
      </p:pic>
    </p:spTree>
    <p:extLst>
      <p:ext uri="{BB962C8B-B14F-4D97-AF65-F5344CB8AC3E}">
        <p14:creationId xmlns:p14="http://schemas.microsoft.com/office/powerpoint/2010/main" val="680049180"/>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5567974"/>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rot="16200000">
            <a:off x="3105215" y="28535"/>
            <a:ext cx="3391985" cy="9602384"/>
          </a:xfrm>
          <a:prstGeom prst="rect">
            <a:avLst/>
          </a:prstGeom>
        </p:spPr>
      </p:pic>
      <p:sp>
        <p:nvSpPr>
          <p:cNvPr id="2" name="DTP_Attribute"/>
          <p:cNvSpPr txBox="1"/>
          <p:nvPr/>
        </p:nvSpPr>
        <p:spPr bwMode="gray">
          <a:xfrm>
            <a:off x="903302" y="6459538"/>
            <a:ext cx="65" cy="132344"/>
          </a:xfrm>
          <a:prstGeom prst="rect">
            <a:avLst/>
          </a:prstGeom>
          <a:noFill/>
        </p:spPr>
        <p:txBody>
          <a:bodyPr vert="horz" wrap="none" lIns="0" tIns="0" rIns="0" bIns="0" rtlCol="0" anchor="b">
            <a:spAutoFit/>
          </a:bodyPr>
          <a:lstStyle/>
          <a:p>
            <a:pPr algn="l"/>
            <a:endParaRPr lang="it-IT" b="1" cap="all">
              <a:solidFill>
                <a:srgbClr val="9BBD5E"/>
              </a:solidFill>
              <a:latin typeface="Arial"/>
              <a:sym typeface="+mn-lt"/>
            </a:endParaRPr>
          </a:p>
        </p:txBody>
      </p:sp>
      <p:sp>
        <p:nvSpPr>
          <p:cNvPr id="5" name="Date"/>
          <p:cNvSpPr>
            <a:spLocks noGrp="1"/>
          </p:cNvSpPr>
          <p:nvPr>
            <p:ph type="body" sz="quarter" idx="11" hasCustomPrompt="1"/>
          </p:nvPr>
        </p:nvSpPr>
        <p:spPr bwMode="gray">
          <a:xfrm>
            <a:off x="571505" y="2232463"/>
            <a:ext cx="4055906" cy="276999"/>
          </a:xfrm>
        </p:spPr>
        <p:txBody>
          <a:bodyPr wrap="square" lIns="0" tIns="0" rIns="0" bIns="0">
            <a:spAutoFit/>
          </a:bodyPr>
          <a:lstStyle>
            <a:lvl1pPr marL="0" indent="0" fontAlgn="base">
              <a:lnSpc>
                <a:spcPct val="100000"/>
              </a:lnSpc>
              <a:spcBef>
                <a:spcPct val="0"/>
              </a:spcBef>
              <a:spcAft>
                <a:spcPct val="0"/>
              </a:spcAft>
              <a:buNone/>
              <a:defRPr sz="1800" cap="all" baseline="0">
                <a:solidFill>
                  <a:schemeClr val="tx1">
                    <a:lumMod val="50000"/>
                    <a:lumOff val="50000"/>
                  </a:schemeClr>
                </a:solidFill>
                <a:latin typeface="+mn-lt"/>
                <a:sym typeface="+mn-lt"/>
              </a:defRPr>
            </a:lvl1pPr>
          </a:lstStyle>
          <a:p>
            <a:pPr lvl="0"/>
            <a:r>
              <a:rPr lang="en-US"/>
              <a:t>DATE</a:t>
            </a:r>
          </a:p>
        </p:txBody>
      </p:sp>
      <p:sp>
        <p:nvSpPr>
          <p:cNvPr id="3" name="Title"/>
          <p:cNvSpPr>
            <a:spLocks noGrp="1"/>
          </p:cNvSpPr>
          <p:nvPr>
            <p:ph type="body" sz="quarter" idx="10" hasCustomPrompt="1"/>
          </p:nvPr>
        </p:nvSpPr>
        <p:spPr bwMode="gray">
          <a:xfrm>
            <a:off x="571508" y="1126733"/>
            <a:ext cx="8569324" cy="704232"/>
          </a:xfrm>
          <a:ln>
            <a:noFill/>
          </a:ln>
        </p:spPr>
        <p:txBody>
          <a:bodyPr wrap="square" lIns="0" tIns="0" rIns="0" bIns="0">
            <a:spAutoFit/>
          </a:bodyPr>
          <a:lstStyle>
            <a:lvl1pPr marL="0" indent="0" fontAlgn="base">
              <a:lnSpc>
                <a:spcPct val="88000"/>
              </a:lnSpc>
              <a:spcBef>
                <a:spcPts val="0"/>
              </a:spcBef>
              <a:spcAft>
                <a:spcPct val="0"/>
              </a:spcAft>
              <a:buNone/>
              <a:defRPr sz="2800" cap="all" baseline="0">
                <a:solidFill>
                  <a:srgbClr val="005024"/>
                </a:solidFill>
                <a:latin typeface="+mn-lt"/>
                <a:sym typeface="+mn-lt"/>
              </a:defRPr>
            </a:lvl1pPr>
            <a:lvl2pPr marL="0" indent="0" fontAlgn="base">
              <a:lnSpc>
                <a:spcPct val="88000"/>
              </a:lnSpc>
              <a:spcBef>
                <a:spcPts val="0"/>
              </a:spcBef>
              <a:spcAft>
                <a:spcPct val="0"/>
              </a:spcAft>
              <a:buNone/>
              <a:defRPr sz="2400" cap="all" baseline="0">
                <a:solidFill>
                  <a:schemeClr val="tx1">
                    <a:lumMod val="50000"/>
                    <a:lumOff val="50000"/>
                  </a:schemeClr>
                </a:solidFill>
                <a:latin typeface="+mn-lt"/>
                <a:sym typeface="+mn-lt"/>
              </a:defRPr>
            </a:lvl2pPr>
          </a:lstStyle>
          <a:p>
            <a:pPr lvl="0"/>
            <a:r>
              <a:rPr lang="en-US"/>
              <a:t>TITLE</a:t>
            </a:r>
          </a:p>
          <a:p>
            <a:pPr lvl="1"/>
            <a:r>
              <a:rPr lang="en-US"/>
              <a:t>SUBTITLE</a:t>
            </a:r>
          </a:p>
        </p:txBody>
      </p:sp>
      <p:pic>
        <p:nvPicPr>
          <p:cNvPr id="10" name="Picture 9"/>
          <p:cNvPicPr>
            <a:picLocks noChangeAspect="1"/>
          </p:cNvPicPr>
          <p:nvPr userDrawn="1"/>
        </p:nvPicPr>
        <p:blipFill>
          <a:blip r:embed="rId3"/>
          <a:stretch>
            <a:fillRect/>
          </a:stretch>
        </p:blipFill>
        <p:spPr>
          <a:xfrm>
            <a:off x="571512" y="66703"/>
            <a:ext cx="1632711" cy="707217"/>
          </a:xfrm>
          <a:prstGeom prst="rect">
            <a:avLst/>
          </a:prstGeom>
        </p:spPr>
      </p:pic>
      <p:sp>
        <p:nvSpPr>
          <p:cNvPr id="24" name="DTP_Copyright"/>
          <p:cNvSpPr txBox="1">
            <a:spLocks noChangeArrowheads="1"/>
          </p:cNvSpPr>
          <p:nvPr userDrawn="1"/>
        </p:nvSpPr>
        <p:spPr bwMode="gray">
          <a:xfrm>
            <a:off x="571501" y="6573917"/>
            <a:ext cx="833562" cy="10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algn="l">
              <a:defRPr>
                <a:solidFill>
                  <a:schemeClr val="tx1"/>
                </a:solidFill>
                <a:latin typeface="Arial" charset="0"/>
              </a:defRPr>
            </a:lvl1pPr>
            <a:lvl2pPr marL="742950" indent="-285750" algn="l">
              <a:defRPr>
                <a:solidFill>
                  <a:schemeClr val="tx1"/>
                </a:solidFill>
                <a:latin typeface="Arial" charset="0"/>
              </a:defRPr>
            </a:lvl2pPr>
            <a:lvl3pPr marL="1143000" indent="-228600" algn="l">
              <a:defRPr>
                <a:solidFill>
                  <a:schemeClr val="tx1"/>
                </a:solidFill>
                <a:latin typeface="Arial" charset="0"/>
              </a:defRPr>
            </a:lvl3pPr>
            <a:lvl4pPr marL="1600200" indent="-228600" algn="l">
              <a:defRPr>
                <a:solidFill>
                  <a:schemeClr val="tx1"/>
                </a:solidFill>
                <a:latin typeface="Arial" charset="0"/>
              </a:defRPr>
            </a:lvl4pPr>
            <a:lvl5pPr marL="2057400" indent="-228600" algn="l">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nSpc>
                <a:spcPct val="100000"/>
              </a:lnSpc>
            </a:pPr>
            <a:r>
              <a:rPr lang="en-US" sz="700">
                <a:solidFill>
                  <a:srgbClr val="000000">
                    <a:lumMod val="50000"/>
                    <a:lumOff val="50000"/>
                  </a:srgbClr>
                </a:solidFill>
                <a:sym typeface="+mn-lt"/>
              </a:rPr>
              <a:t>© </a:t>
            </a:r>
            <a:r>
              <a:rPr lang="en-US" sz="700" err="1">
                <a:solidFill>
                  <a:srgbClr val="000000">
                    <a:lumMod val="50000"/>
                    <a:lumOff val="50000"/>
                  </a:srgbClr>
                </a:solidFill>
                <a:sym typeface="+mn-lt"/>
              </a:rPr>
              <a:t>Vietcombank</a:t>
            </a:r>
            <a:r>
              <a:rPr lang="en-US" sz="700">
                <a:solidFill>
                  <a:srgbClr val="000000">
                    <a:lumMod val="50000"/>
                    <a:lumOff val="50000"/>
                  </a:srgbClr>
                </a:solidFill>
                <a:sym typeface="+mn-lt"/>
              </a:rPr>
              <a:t> 2019</a:t>
            </a:r>
          </a:p>
        </p:txBody>
      </p:sp>
      <p:sp>
        <p:nvSpPr>
          <p:cNvPr id="25" name="Rectangle 24"/>
          <p:cNvSpPr/>
          <p:nvPr userDrawn="1"/>
        </p:nvSpPr>
        <p:spPr>
          <a:xfrm>
            <a:off x="504838" y="6040794"/>
            <a:ext cx="1245854" cy="224677"/>
          </a:xfrm>
          <a:prstGeom prst="rect">
            <a:avLst/>
          </a:prstGeom>
        </p:spPr>
        <p:txBody>
          <a:bodyPr wrap="none">
            <a:spAutoFit/>
          </a:bodyPr>
          <a:lstStyle/>
          <a:p>
            <a:pPr algn="l"/>
            <a:r>
              <a:rPr lang="en-GB" b="1">
                <a:solidFill>
                  <a:srgbClr val="FFFFFF"/>
                </a:solidFill>
              </a:rPr>
              <a:t>HANOI, VIETNAM</a:t>
            </a:r>
          </a:p>
        </p:txBody>
      </p:sp>
    </p:spTree>
    <p:extLst>
      <p:ext uri="{BB962C8B-B14F-4D97-AF65-F5344CB8AC3E}">
        <p14:creationId xmlns:p14="http://schemas.microsoft.com/office/powerpoint/2010/main" val="21605405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024" userDrawn="1">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rot="16200000">
            <a:off x="3105200" y="28525"/>
            <a:ext cx="3391985" cy="9602384"/>
          </a:xfrm>
          <a:prstGeom prst="rect">
            <a:avLst/>
          </a:prstGeom>
        </p:spPr>
      </p:pic>
      <p:sp>
        <p:nvSpPr>
          <p:cNvPr id="2" name="DTP_Attribute"/>
          <p:cNvSpPr txBox="1"/>
          <p:nvPr/>
        </p:nvSpPr>
        <p:spPr bwMode="gray">
          <a:xfrm>
            <a:off x="903288" y="6459538"/>
            <a:ext cx="65" cy="132344"/>
          </a:xfrm>
          <a:prstGeom prst="rect">
            <a:avLst/>
          </a:prstGeom>
          <a:noFill/>
        </p:spPr>
        <p:txBody>
          <a:bodyPr vert="horz" wrap="none" lIns="0" tIns="0" rIns="0" bIns="0" rtlCol="0" anchor="b">
            <a:spAutoFit/>
          </a:bodyPr>
          <a:lstStyle/>
          <a:p>
            <a:pPr algn="l"/>
            <a:endParaRPr lang="it-IT" b="1" cap="all">
              <a:solidFill>
                <a:srgbClr val="9BBD5E"/>
              </a:solidFill>
              <a:latin typeface="Arial"/>
              <a:sym typeface="+mn-lt"/>
            </a:endParaRPr>
          </a:p>
        </p:txBody>
      </p:sp>
      <p:sp>
        <p:nvSpPr>
          <p:cNvPr id="5" name="Date"/>
          <p:cNvSpPr>
            <a:spLocks noGrp="1"/>
          </p:cNvSpPr>
          <p:nvPr>
            <p:ph type="body" sz="quarter" idx="11" hasCustomPrompt="1"/>
          </p:nvPr>
        </p:nvSpPr>
        <p:spPr bwMode="gray">
          <a:xfrm>
            <a:off x="571501" y="2232435"/>
            <a:ext cx="4055906" cy="276999"/>
          </a:xfrm>
        </p:spPr>
        <p:txBody>
          <a:bodyPr wrap="square" lIns="0" tIns="0" rIns="0" bIns="0">
            <a:spAutoFit/>
          </a:bodyPr>
          <a:lstStyle>
            <a:lvl1pPr marL="0" indent="0" fontAlgn="base">
              <a:lnSpc>
                <a:spcPct val="100000"/>
              </a:lnSpc>
              <a:spcBef>
                <a:spcPct val="0"/>
              </a:spcBef>
              <a:spcAft>
                <a:spcPct val="0"/>
              </a:spcAft>
              <a:buNone/>
              <a:defRPr sz="1800" cap="all" baseline="0">
                <a:solidFill>
                  <a:schemeClr val="tx1">
                    <a:lumMod val="50000"/>
                    <a:lumOff val="50000"/>
                  </a:schemeClr>
                </a:solidFill>
                <a:latin typeface="+mn-lt"/>
                <a:sym typeface="+mn-lt"/>
              </a:defRPr>
            </a:lvl1pPr>
          </a:lstStyle>
          <a:p>
            <a:pPr lvl="0"/>
            <a:r>
              <a:rPr lang="en-US"/>
              <a:t>DATE</a:t>
            </a:r>
          </a:p>
        </p:txBody>
      </p:sp>
      <p:sp>
        <p:nvSpPr>
          <p:cNvPr id="3" name="Title"/>
          <p:cNvSpPr>
            <a:spLocks noGrp="1"/>
          </p:cNvSpPr>
          <p:nvPr>
            <p:ph type="body" sz="quarter" idx="10" hasCustomPrompt="1"/>
          </p:nvPr>
        </p:nvSpPr>
        <p:spPr bwMode="gray">
          <a:xfrm>
            <a:off x="571501" y="1126733"/>
            <a:ext cx="8569324" cy="704232"/>
          </a:xfrm>
          <a:ln>
            <a:noFill/>
          </a:ln>
        </p:spPr>
        <p:txBody>
          <a:bodyPr wrap="square" lIns="0" tIns="0" rIns="0" bIns="0">
            <a:spAutoFit/>
          </a:bodyPr>
          <a:lstStyle>
            <a:lvl1pPr marL="0" indent="0" fontAlgn="base">
              <a:lnSpc>
                <a:spcPct val="88000"/>
              </a:lnSpc>
              <a:spcBef>
                <a:spcPts val="0"/>
              </a:spcBef>
              <a:spcAft>
                <a:spcPct val="0"/>
              </a:spcAft>
              <a:buNone/>
              <a:defRPr sz="2800" cap="all" baseline="0">
                <a:solidFill>
                  <a:srgbClr val="005024"/>
                </a:solidFill>
                <a:latin typeface="+mn-lt"/>
                <a:sym typeface="+mn-lt"/>
              </a:defRPr>
            </a:lvl1pPr>
            <a:lvl2pPr marL="0" indent="0" fontAlgn="base">
              <a:lnSpc>
                <a:spcPct val="88000"/>
              </a:lnSpc>
              <a:spcBef>
                <a:spcPts val="0"/>
              </a:spcBef>
              <a:spcAft>
                <a:spcPct val="0"/>
              </a:spcAft>
              <a:buNone/>
              <a:defRPr sz="2400" cap="all" baseline="0">
                <a:solidFill>
                  <a:schemeClr val="tx1">
                    <a:lumMod val="50000"/>
                    <a:lumOff val="50000"/>
                  </a:schemeClr>
                </a:solidFill>
                <a:latin typeface="+mn-lt"/>
                <a:sym typeface="+mn-lt"/>
              </a:defRPr>
            </a:lvl2pPr>
          </a:lstStyle>
          <a:p>
            <a:pPr lvl="0"/>
            <a:r>
              <a:rPr lang="en-US"/>
              <a:t>TITLE</a:t>
            </a:r>
          </a:p>
          <a:p>
            <a:pPr lvl="1"/>
            <a:r>
              <a:rPr lang="en-US"/>
              <a:t>SUBTITLE</a:t>
            </a:r>
          </a:p>
        </p:txBody>
      </p:sp>
      <p:pic>
        <p:nvPicPr>
          <p:cNvPr id="10" name="Picture 9"/>
          <p:cNvPicPr>
            <a:picLocks noChangeAspect="1"/>
          </p:cNvPicPr>
          <p:nvPr userDrawn="1"/>
        </p:nvPicPr>
        <p:blipFill>
          <a:blip r:embed="rId3"/>
          <a:stretch>
            <a:fillRect/>
          </a:stretch>
        </p:blipFill>
        <p:spPr>
          <a:xfrm>
            <a:off x="571501" y="66675"/>
            <a:ext cx="1632711" cy="707217"/>
          </a:xfrm>
          <a:prstGeom prst="rect">
            <a:avLst/>
          </a:prstGeom>
        </p:spPr>
      </p:pic>
      <p:sp>
        <p:nvSpPr>
          <p:cNvPr id="24" name="DTP_Copyright"/>
          <p:cNvSpPr txBox="1">
            <a:spLocks noChangeArrowheads="1"/>
          </p:cNvSpPr>
          <p:nvPr userDrawn="1"/>
        </p:nvSpPr>
        <p:spPr bwMode="gray">
          <a:xfrm>
            <a:off x="571501" y="6573917"/>
            <a:ext cx="833562" cy="10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algn="l">
              <a:defRPr>
                <a:solidFill>
                  <a:schemeClr val="tx1"/>
                </a:solidFill>
                <a:latin typeface="Arial" charset="0"/>
              </a:defRPr>
            </a:lvl1pPr>
            <a:lvl2pPr marL="742950" indent="-285750" algn="l">
              <a:defRPr>
                <a:solidFill>
                  <a:schemeClr val="tx1"/>
                </a:solidFill>
                <a:latin typeface="Arial" charset="0"/>
              </a:defRPr>
            </a:lvl2pPr>
            <a:lvl3pPr marL="1143000" indent="-228600" algn="l">
              <a:defRPr>
                <a:solidFill>
                  <a:schemeClr val="tx1"/>
                </a:solidFill>
                <a:latin typeface="Arial" charset="0"/>
              </a:defRPr>
            </a:lvl3pPr>
            <a:lvl4pPr marL="1600200" indent="-228600" algn="l">
              <a:defRPr>
                <a:solidFill>
                  <a:schemeClr val="tx1"/>
                </a:solidFill>
                <a:latin typeface="Arial" charset="0"/>
              </a:defRPr>
            </a:lvl4pPr>
            <a:lvl5pPr marL="2057400" indent="-228600" algn="l">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nSpc>
                <a:spcPct val="100000"/>
              </a:lnSpc>
            </a:pPr>
            <a:r>
              <a:rPr lang="en-US" sz="700">
                <a:solidFill>
                  <a:srgbClr val="000000">
                    <a:lumMod val="50000"/>
                    <a:lumOff val="50000"/>
                  </a:srgbClr>
                </a:solidFill>
                <a:sym typeface="+mn-lt"/>
              </a:rPr>
              <a:t>© </a:t>
            </a:r>
            <a:r>
              <a:rPr lang="en-US" sz="700" err="1">
                <a:solidFill>
                  <a:srgbClr val="000000">
                    <a:lumMod val="50000"/>
                    <a:lumOff val="50000"/>
                  </a:srgbClr>
                </a:solidFill>
                <a:sym typeface="+mn-lt"/>
              </a:rPr>
              <a:t>Vietcombank</a:t>
            </a:r>
            <a:r>
              <a:rPr lang="en-US" sz="700">
                <a:solidFill>
                  <a:srgbClr val="000000">
                    <a:lumMod val="50000"/>
                    <a:lumOff val="50000"/>
                  </a:srgbClr>
                </a:solidFill>
                <a:sym typeface="+mn-lt"/>
              </a:rPr>
              <a:t> 2019</a:t>
            </a:r>
          </a:p>
        </p:txBody>
      </p:sp>
      <p:sp>
        <p:nvSpPr>
          <p:cNvPr id="25" name="Rectangle 24"/>
          <p:cNvSpPr/>
          <p:nvPr userDrawn="1"/>
        </p:nvSpPr>
        <p:spPr>
          <a:xfrm>
            <a:off x="504826" y="6040785"/>
            <a:ext cx="1245854" cy="224677"/>
          </a:xfrm>
          <a:prstGeom prst="rect">
            <a:avLst/>
          </a:prstGeom>
        </p:spPr>
        <p:txBody>
          <a:bodyPr wrap="none">
            <a:spAutoFit/>
          </a:bodyPr>
          <a:lstStyle/>
          <a:p>
            <a:pPr algn="l"/>
            <a:r>
              <a:rPr lang="en-GB" b="1">
                <a:solidFill>
                  <a:srgbClr val="FFFFFF"/>
                </a:solidFill>
              </a:rPr>
              <a:t>HANOI, VIETNAM</a:t>
            </a:r>
          </a:p>
        </p:txBody>
      </p:sp>
      <p:pic>
        <p:nvPicPr>
          <p:cNvPr id="11" name="DTP_CompanyLogo"/>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6963741" y="542454"/>
            <a:ext cx="2177084" cy="182809"/>
          </a:xfrm>
          <a:prstGeom prst="rect">
            <a:avLst/>
          </a:prstGeom>
        </p:spPr>
      </p:pic>
    </p:spTree>
    <p:extLst>
      <p:ext uri="{BB962C8B-B14F-4D97-AF65-F5344CB8AC3E}">
        <p14:creationId xmlns:p14="http://schemas.microsoft.com/office/powerpoint/2010/main" val="126415308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024" userDrawn="1">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p:cNvSpPr>
            <a:spLocks noGrp="1"/>
          </p:cNvSpPr>
          <p:nvPr>
            <p:ph type="title"/>
          </p:nvPr>
        </p:nvSpPr>
        <p:spPr bwMode="gray">
          <a:xfrm>
            <a:off x="457200"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68923673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cNvSpPr>
            <a:spLocks noGrp="1"/>
          </p:cNvSpPr>
          <p:nvPr>
            <p:ph idx="1"/>
          </p:nvPr>
        </p:nvSpPr>
        <p:spPr bwMode="gray">
          <a:xfrm>
            <a:off x="457200" y="1400400"/>
            <a:ext cx="8686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dirty="0" smtClean="0">
                <a:latin typeface="+mn-lt"/>
                <a:ea typeface="+mn-ea"/>
                <a:sym typeface="+mn-lt"/>
              </a:defRPr>
            </a:lvl1pPr>
            <a:lvl2pPr fontAlgn="base">
              <a:lnSpc>
                <a:spcPct val="100000"/>
              </a:lnSpc>
              <a:spcAft>
                <a:spcPts val="0"/>
              </a:spcAft>
              <a:defRPr lang="en-US" dirty="0" smtClean="0">
                <a:latin typeface="+mn-lt"/>
                <a:ea typeface="+mn-ea"/>
                <a:sym typeface="+mn-lt"/>
              </a:defRPr>
            </a:lvl2pPr>
            <a:lvl3pPr fontAlgn="base">
              <a:lnSpc>
                <a:spcPct val="100000"/>
              </a:lnSpc>
              <a:spcAft>
                <a:spcPts val="0"/>
              </a:spcAft>
              <a:defRPr lang="en-US" dirty="0" smtClean="0">
                <a:latin typeface="+mn-lt"/>
                <a:ea typeface="+mn-ea"/>
                <a:sym typeface="+mn-lt"/>
              </a:defRPr>
            </a:lvl3pPr>
            <a:lvl4pPr fontAlgn="base">
              <a:lnSpc>
                <a:spcPct val="100000"/>
              </a:lnSpc>
              <a:spcAft>
                <a:spcPts val="0"/>
              </a:spcAft>
              <a:defRPr lang="en-US" dirty="0" smtClean="0">
                <a:latin typeface="+mn-lt"/>
                <a:ea typeface="+mn-ea"/>
                <a:sym typeface="+mn-lt"/>
              </a:defRPr>
            </a:lvl4pPr>
            <a:lvl5pPr fontAlgn="base">
              <a:lnSpc>
                <a:spcPct val="100000"/>
              </a:lnSpc>
              <a:spcAft>
                <a:spcPts val="0"/>
              </a:spcAft>
              <a:defRPr lang="en-GB" dirty="0" smtClean="0">
                <a:latin typeface="+mn-lt"/>
                <a:ea typeface="+mn-ea"/>
                <a:sym typeface="+mn-lt"/>
              </a:defRPr>
            </a:lvl5pPr>
            <a:lvl6pPr fontAlgn="base">
              <a:lnSpc>
                <a:spcPct val="100000"/>
              </a:lnSpc>
              <a:spcAft>
                <a:spcPts val="0"/>
              </a:spcAft>
              <a:defRPr/>
            </a:lvl6pPr>
            <a:lvl7pPr fontAlgn="base">
              <a:lnSpc>
                <a:spcPct val="100000"/>
              </a:lnSpc>
              <a:spcAft>
                <a:spcPts val="0"/>
              </a:spcAft>
              <a:defRPr/>
            </a:lvl7pPr>
            <a:lvl8pPr fontAlgn="base">
              <a:lnSpc>
                <a:spcPct val="100000"/>
              </a:lnSpc>
              <a:spcAft>
                <a:spcPts val="0"/>
              </a:spcAft>
              <a:defRPr/>
            </a:lvl8pPr>
            <a:lvl9pPr fontAlgn="base">
              <a:lnSpc>
                <a:spcPct val="100000"/>
              </a:lnSpc>
              <a:spcAft>
                <a:spcPts val="0"/>
              </a:spcAft>
              <a:defRPr/>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2" name="Title"/>
          <p:cNvSpPr>
            <a:spLocks noGrp="1"/>
          </p:cNvSpPr>
          <p:nvPr>
            <p:ph type="title"/>
          </p:nvPr>
        </p:nvSpPr>
        <p:spPr bwMode="gray">
          <a:xfrm>
            <a:off x="457200"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144930471"/>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Heading">
    <p:spTree>
      <p:nvGrpSpPr>
        <p:cNvPr id="1" name=""/>
        <p:cNvGrpSpPr/>
        <p:nvPr/>
      </p:nvGrpSpPr>
      <p:grpSpPr>
        <a:xfrm>
          <a:off x="0" y="0"/>
          <a:ext cx="0" cy="0"/>
          <a:chOff x="0" y="0"/>
          <a:chExt cx="0" cy="0"/>
        </a:xfrm>
      </p:grpSpPr>
      <p:sp>
        <p:nvSpPr>
          <p:cNvPr id="8" name="Heading"/>
          <p:cNvSpPr>
            <a:spLocks noGrp="1"/>
          </p:cNvSpPr>
          <p:nvPr>
            <p:ph type="body" sz="quarter" idx="15" hasCustomPrompt="1"/>
          </p:nvPr>
        </p:nvSpPr>
        <p:spPr bwMode="gray">
          <a:xfrm>
            <a:off x="457200" y="1400400"/>
            <a:ext cx="8686800" cy="369332"/>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a:t>
            </a:r>
            <a:r>
              <a:rPr lang="pl-PL"/>
              <a:t>2</a:t>
            </a:r>
            <a:r>
              <a:rPr lang="en-US"/>
              <a:t> </a:t>
            </a:r>
            <a:r>
              <a:rPr lang="en-US" err="1"/>
              <a:t>pt</a:t>
            </a:r>
            <a:endParaRPr lang="en-US"/>
          </a:p>
          <a:p>
            <a:pPr lvl="1"/>
            <a:r>
              <a:rPr lang="en-US"/>
              <a:t>Subheading 1</a:t>
            </a:r>
            <a:r>
              <a:rPr lang="pl-PL"/>
              <a:t>2</a:t>
            </a:r>
            <a:r>
              <a:rPr lang="en-US"/>
              <a:t> </a:t>
            </a:r>
            <a:r>
              <a:rPr lang="en-US" err="1"/>
              <a:t>pt</a:t>
            </a:r>
            <a:endParaRPr lang="en-US"/>
          </a:p>
        </p:txBody>
      </p:sp>
      <p:sp>
        <p:nvSpPr>
          <p:cNvPr id="2" name="Title"/>
          <p:cNvSpPr>
            <a:spLocks noGrp="1"/>
          </p:cNvSpPr>
          <p:nvPr>
            <p:ph type="title"/>
          </p:nvPr>
        </p:nvSpPr>
        <p:spPr bwMode="gray">
          <a:xfrm>
            <a:off x="457200"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06074033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and Content with heading">
    <p:spTree>
      <p:nvGrpSpPr>
        <p:cNvPr id="1" name=""/>
        <p:cNvGrpSpPr/>
        <p:nvPr/>
      </p:nvGrpSpPr>
      <p:grpSpPr>
        <a:xfrm>
          <a:off x="0" y="0"/>
          <a:ext cx="0" cy="0"/>
          <a:chOff x="0" y="0"/>
          <a:chExt cx="0" cy="0"/>
        </a:xfrm>
      </p:grpSpPr>
      <p:sp>
        <p:nvSpPr>
          <p:cNvPr id="3" name="Content"/>
          <p:cNvSpPr>
            <a:spLocks noGrp="1"/>
          </p:cNvSpPr>
          <p:nvPr>
            <p:ph idx="1"/>
          </p:nvPr>
        </p:nvSpPr>
        <p:spPr bwMode="gray">
          <a:xfrm>
            <a:off x="457200" y="1886400"/>
            <a:ext cx="8686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dirty="0" smtClean="0">
                <a:latin typeface="+mn-lt"/>
                <a:ea typeface="+mn-ea"/>
                <a:sym typeface="+mn-lt"/>
              </a:defRPr>
            </a:lvl1pPr>
            <a:lvl2pPr fontAlgn="base">
              <a:lnSpc>
                <a:spcPct val="100000"/>
              </a:lnSpc>
              <a:spcAft>
                <a:spcPts val="0"/>
              </a:spcAft>
              <a:defRPr lang="en-US" dirty="0" smtClean="0">
                <a:latin typeface="+mn-lt"/>
                <a:ea typeface="+mn-ea"/>
                <a:sym typeface="+mn-lt"/>
              </a:defRPr>
            </a:lvl2pPr>
            <a:lvl3pPr fontAlgn="base">
              <a:lnSpc>
                <a:spcPct val="100000"/>
              </a:lnSpc>
              <a:spcAft>
                <a:spcPts val="0"/>
              </a:spcAft>
              <a:defRPr lang="en-US" dirty="0" smtClean="0">
                <a:latin typeface="+mn-lt"/>
                <a:ea typeface="+mn-ea"/>
                <a:sym typeface="+mn-lt"/>
              </a:defRPr>
            </a:lvl3pPr>
            <a:lvl4pPr fontAlgn="base">
              <a:lnSpc>
                <a:spcPct val="100000"/>
              </a:lnSpc>
              <a:spcAft>
                <a:spcPts val="0"/>
              </a:spcAft>
              <a:defRPr lang="en-US" dirty="0" smtClean="0">
                <a:latin typeface="+mn-lt"/>
                <a:ea typeface="+mn-ea"/>
                <a:sym typeface="+mn-lt"/>
              </a:defRPr>
            </a:lvl4pPr>
            <a:lvl5pPr fontAlgn="base">
              <a:lnSpc>
                <a:spcPct val="100000"/>
              </a:lnSpc>
              <a:spcAft>
                <a:spcPts val="0"/>
              </a:spcAft>
              <a:defRPr lang="en-GB" dirty="0" smtClean="0">
                <a:latin typeface="+mn-lt"/>
                <a:ea typeface="+mn-ea"/>
                <a:sym typeface="+mn-lt"/>
              </a:defRPr>
            </a:lvl5pPr>
            <a:lvl6pPr fontAlgn="base">
              <a:lnSpc>
                <a:spcPct val="100000"/>
              </a:lnSpc>
              <a:spcAft>
                <a:spcPts val="0"/>
              </a:spcAft>
              <a:defRPr/>
            </a:lvl6pPr>
            <a:lvl7pPr fontAlgn="base">
              <a:lnSpc>
                <a:spcPct val="100000"/>
              </a:lnSpc>
              <a:spcAft>
                <a:spcPts val="0"/>
              </a:spcAft>
              <a:defRPr/>
            </a:lvl7pPr>
            <a:lvl8pPr fontAlgn="base">
              <a:lnSpc>
                <a:spcPct val="100000"/>
              </a:lnSpc>
              <a:spcAft>
                <a:spcPts val="0"/>
              </a:spcAft>
              <a:defRPr/>
            </a:lvl8pPr>
            <a:lvl9pPr fontAlgn="base">
              <a:lnSpc>
                <a:spcPct val="100000"/>
              </a:lnSpc>
              <a:spcAft>
                <a:spcPts val="0"/>
              </a:spcAft>
              <a:defRPr/>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Heading "/>
          <p:cNvSpPr>
            <a:spLocks noGrp="1"/>
          </p:cNvSpPr>
          <p:nvPr>
            <p:ph type="body" sz="quarter" idx="15" hasCustomPrompt="1"/>
          </p:nvPr>
        </p:nvSpPr>
        <p:spPr bwMode="gray">
          <a:xfrm>
            <a:off x="457200" y="1400400"/>
            <a:ext cx="8686800" cy="431800"/>
          </a:xfrm>
        </p:spPr>
        <p:txBody>
          <a:bodyPr lIns="0" tIns="0" rIns="0" bIns="0">
            <a:spAutoFit/>
          </a:bodyPr>
          <a:lstStyle>
            <a:lvl1pPr marL="0" indent="0" fontAlgn="base">
              <a:lnSpc>
                <a:spcPct val="100000"/>
              </a:lnSpc>
              <a:spcBef>
                <a:spcPts val="0"/>
              </a:spcBef>
              <a:spcAft>
                <a:spcPct val="0"/>
              </a:spcAft>
              <a:buNone/>
              <a:defRPr sz="1400" b="1">
                <a:solidFill>
                  <a:schemeClr val="tx1"/>
                </a:solidFill>
                <a:latin typeface="+mn-lt"/>
                <a:sym typeface="+mn-lt"/>
              </a:defRPr>
            </a:lvl1pPr>
            <a:lvl2pPr marL="0" indent="0" fontAlgn="base">
              <a:lnSpc>
                <a:spcPct val="100000"/>
              </a:lnSpc>
              <a:spcBef>
                <a:spcPts val="0"/>
              </a:spcBef>
              <a:spcAft>
                <a:spcPct val="0"/>
              </a:spcAft>
              <a:buNone/>
              <a:defRPr sz="14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14 </a:t>
            </a:r>
            <a:r>
              <a:rPr lang="en-US" err="1"/>
              <a:t>pt</a:t>
            </a:r>
            <a:endParaRPr lang="en-US"/>
          </a:p>
          <a:p>
            <a:pPr lvl="1"/>
            <a:r>
              <a:rPr lang="en-US"/>
              <a:t>Subheading 14 </a:t>
            </a:r>
            <a:r>
              <a:rPr lang="en-US" err="1"/>
              <a:t>pt</a:t>
            </a:r>
            <a:endParaRPr lang="en-US"/>
          </a:p>
        </p:txBody>
      </p:sp>
      <p:sp>
        <p:nvSpPr>
          <p:cNvPr id="2" name="Title"/>
          <p:cNvSpPr>
            <a:spLocks noGrp="1"/>
          </p:cNvSpPr>
          <p:nvPr>
            <p:ph type="title"/>
          </p:nvPr>
        </p:nvSpPr>
        <p:spPr bwMode="gray">
          <a:xfrm>
            <a:off x="457200"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802908476"/>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and 2 Content with heading">
    <p:spTree>
      <p:nvGrpSpPr>
        <p:cNvPr id="1" name=""/>
        <p:cNvGrpSpPr/>
        <p:nvPr/>
      </p:nvGrpSpPr>
      <p:grpSpPr>
        <a:xfrm>
          <a:off x="0" y="0"/>
          <a:ext cx="0" cy="0"/>
          <a:chOff x="0" y="0"/>
          <a:chExt cx="0" cy="0"/>
        </a:xfrm>
      </p:grpSpPr>
      <p:sp>
        <p:nvSpPr>
          <p:cNvPr id="8" name="Content Bottom"/>
          <p:cNvSpPr>
            <a:spLocks noGrp="1"/>
          </p:cNvSpPr>
          <p:nvPr>
            <p:ph idx="21"/>
          </p:nvPr>
        </p:nvSpPr>
        <p:spPr bwMode="gray">
          <a:xfrm>
            <a:off x="457200" y="4489257"/>
            <a:ext cx="8686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Heading Bottom"/>
          <p:cNvSpPr>
            <a:spLocks noGrp="1"/>
          </p:cNvSpPr>
          <p:nvPr>
            <p:ph type="body" sz="quarter" idx="22" hasCustomPrompt="1"/>
          </p:nvPr>
        </p:nvSpPr>
        <p:spPr bwMode="gray">
          <a:xfrm>
            <a:off x="457200" y="4003257"/>
            <a:ext cx="8686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4" name="Content Top"/>
          <p:cNvSpPr>
            <a:spLocks noGrp="1"/>
          </p:cNvSpPr>
          <p:nvPr>
            <p:ph idx="1"/>
          </p:nvPr>
        </p:nvSpPr>
        <p:spPr bwMode="gray">
          <a:xfrm>
            <a:off x="457200" y="1886400"/>
            <a:ext cx="8686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6" name="Heading Top"/>
          <p:cNvSpPr>
            <a:spLocks noGrp="1"/>
          </p:cNvSpPr>
          <p:nvPr>
            <p:ph type="body" sz="quarter" idx="15" hasCustomPrompt="1"/>
          </p:nvPr>
        </p:nvSpPr>
        <p:spPr bwMode="gray">
          <a:xfrm>
            <a:off x="457200" y="1400400"/>
            <a:ext cx="8686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7" name="Title"/>
          <p:cNvSpPr>
            <a:spLocks noGrp="1"/>
          </p:cNvSpPr>
          <p:nvPr>
            <p:ph type="title"/>
          </p:nvPr>
        </p:nvSpPr>
        <p:spPr bwMode="gray">
          <a:xfrm>
            <a:off x="457200"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455844431"/>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Section">
    <p:spTree>
      <p:nvGrpSpPr>
        <p:cNvPr id="1" name=""/>
        <p:cNvGrpSpPr/>
        <p:nvPr/>
      </p:nvGrpSpPr>
      <p:grpSpPr>
        <a:xfrm>
          <a:off x="0" y="0"/>
          <a:ext cx="0" cy="0"/>
          <a:chOff x="0" y="0"/>
          <a:chExt cx="0" cy="0"/>
        </a:xfrm>
      </p:grpSpPr>
      <p:sp>
        <p:nvSpPr>
          <p:cNvPr id="13" name="SectionTitle"/>
          <p:cNvSpPr>
            <a:spLocks noGrp="1"/>
          </p:cNvSpPr>
          <p:nvPr>
            <p:ph type="body" sz="quarter" idx="11" hasCustomPrompt="1"/>
          </p:nvPr>
        </p:nvSpPr>
        <p:spPr bwMode="gray">
          <a:xfrm>
            <a:off x="3034146" y="2934392"/>
            <a:ext cx="6106679" cy="1007181"/>
          </a:xfrm>
          <a:blipFill dpi="0" rotWithShape="1">
            <a:blip r:embed="rId2"/>
            <a:srcRect/>
            <a:stretch>
              <a:fillRect/>
            </a:stretch>
          </a:blipFill>
          <a:ln>
            <a:noFill/>
          </a:ln>
          <a:effectLst/>
        </p:spPr>
        <p:txBody>
          <a:bodyPr vert="horz" wrap="square" lIns="144000" tIns="72000" rIns="0" bIns="72000" numCol="1" anchor="t" anchorCtr="0" compatLnSpc="1">
            <a:prstTxWarp prst="textNoShape">
              <a:avLst/>
            </a:prstTxWarp>
            <a:spAutoFit/>
          </a:bodyPr>
          <a:lstStyle>
            <a:lvl1pPr marL="0" indent="0" algn="l" fontAlgn="base">
              <a:lnSpc>
                <a:spcPct val="100000"/>
              </a:lnSpc>
              <a:spcBef>
                <a:spcPts val="0"/>
              </a:spcBef>
              <a:spcAft>
                <a:spcPct val="0"/>
              </a:spcAft>
              <a:buNone/>
              <a:defRPr lang="en-US" sz="2800" kern="0" baseline="0" dirty="0" smtClean="0">
                <a:solidFill>
                  <a:srgbClr val="005024"/>
                </a:solidFill>
                <a:latin typeface="+mn-lt"/>
                <a:sym typeface="+mn-lt"/>
              </a:defRPr>
            </a:lvl1pPr>
            <a:lvl2pPr marL="457200" indent="-457200" algn="l">
              <a:buNone/>
              <a:defRPr lang="en-US" sz="2800" kern="1200" dirty="0" smtClean="0">
                <a:solidFill>
                  <a:schemeClr val="accent1"/>
                </a:solidFill>
                <a:ea typeface="+mn-ea"/>
              </a:defRPr>
            </a:lvl2pPr>
          </a:lstStyle>
          <a:p>
            <a:pPr marL="0" lvl="0" indent="0">
              <a:lnSpc>
                <a:spcPct val="100000"/>
              </a:lnSpc>
              <a:spcBef>
                <a:spcPts val="0"/>
              </a:spcBef>
            </a:pPr>
            <a:r>
              <a:rPr lang="en-US"/>
              <a:t>Click to add text</a:t>
            </a:r>
          </a:p>
          <a:p>
            <a:pPr marL="0" lvl="0" indent="0">
              <a:lnSpc>
                <a:spcPct val="100000"/>
              </a:lnSpc>
              <a:spcBef>
                <a:spcPts val="0"/>
              </a:spcBef>
            </a:pPr>
            <a:endParaRPr lang="en-US"/>
          </a:p>
        </p:txBody>
      </p:sp>
      <p:sp>
        <p:nvSpPr>
          <p:cNvPr id="15" name="SectionNumber"/>
          <p:cNvSpPr>
            <a:spLocks noGrp="1"/>
          </p:cNvSpPr>
          <p:nvPr>
            <p:ph type="body" sz="quarter" idx="12" hasCustomPrompt="1"/>
          </p:nvPr>
        </p:nvSpPr>
        <p:spPr bwMode="gray">
          <a:xfrm>
            <a:off x="457200" y="2934392"/>
            <a:ext cx="2422179" cy="1008000"/>
          </a:xfrm>
        </p:spPr>
        <p:txBody>
          <a:bodyPr lIns="0" tIns="72000" rIns="0" bIns="72000"/>
          <a:lstStyle>
            <a:lvl1pPr marL="0" indent="0" algn="r" fontAlgn="base">
              <a:lnSpc>
                <a:spcPct val="100000"/>
              </a:lnSpc>
              <a:spcBef>
                <a:spcPct val="0"/>
              </a:spcBef>
              <a:spcAft>
                <a:spcPct val="0"/>
              </a:spcAft>
              <a:buNone/>
              <a:defRPr sz="2800">
                <a:solidFill>
                  <a:schemeClr val="tx1">
                    <a:lumMod val="50000"/>
                    <a:lumOff val="50000"/>
                  </a:schemeClr>
                </a:solidFill>
                <a:latin typeface="+mn-lt"/>
                <a:sym typeface="+mn-lt"/>
              </a:defRPr>
            </a:lvl1pPr>
          </a:lstStyle>
          <a:p>
            <a:pPr lvl="0"/>
            <a:r>
              <a:rPr lang="en-US"/>
              <a:t>Section #</a:t>
            </a:r>
          </a:p>
        </p:txBody>
      </p:sp>
    </p:spTree>
    <p:extLst>
      <p:ext uri="{BB962C8B-B14F-4D97-AF65-F5344CB8AC3E}">
        <p14:creationId xmlns:p14="http://schemas.microsoft.com/office/powerpoint/2010/main" val="348479568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6" name="Content Right"/>
          <p:cNvSpPr>
            <a:spLocks noGrp="1"/>
          </p:cNvSpPr>
          <p:nvPr>
            <p:ph idx="11"/>
          </p:nvPr>
        </p:nvSpPr>
        <p:spPr bwMode="gray">
          <a:xfrm>
            <a:off x="5029200" y="1400400"/>
            <a:ext cx="4114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5" name="Content Left"/>
          <p:cNvSpPr>
            <a:spLocks noGrp="1"/>
          </p:cNvSpPr>
          <p:nvPr>
            <p:ph idx="1"/>
          </p:nvPr>
        </p:nvSpPr>
        <p:spPr bwMode="gray">
          <a:xfrm>
            <a:off x="457200" y="1400400"/>
            <a:ext cx="4114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Title"/>
          <p:cNvSpPr>
            <a:spLocks noGrp="1"/>
          </p:cNvSpPr>
          <p:nvPr>
            <p:ph type="title"/>
          </p:nvPr>
        </p:nvSpPr>
        <p:spPr bwMode="gray">
          <a:xfrm>
            <a:off x="457200"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69487384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2 columns with heading">
    <p:spTree>
      <p:nvGrpSpPr>
        <p:cNvPr id="1" name=""/>
        <p:cNvGrpSpPr/>
        <p:nvPr/>
      </p:nvGrpSpPr>
      <p:grpSpPr>
        <a:xfrm>
          <a:off x="0" y="0"/>
          <a:ext cx="0" cy="0"/>
          <a:chOff x="0" y="0"/>
          <a:chExt cx="0" cy="0"/>
        </a:xfrm>
      </p:grpSpPr>
      <p:sp>
        <p:nvSpPr>
          <p:cNvPr id="16" name="Content Right"/>
          <p:cNvSpPr>
            <a:spLocks noGrp="1"/>
          </p:cNvSpPr>
          <p:nvPr>
            <p:ph idx="11"/>
          </p:nvPr>
        </p:nvSpPr>
        <p:spPr bwMode="gray">
          <a:xfrm>
            <a:off x="5029200" y="1886400"/>
            <a:ext cx="4114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5" name="Content Left"/>
          <p:cNvSpPr>
            <a:spLocks noGrp="1"/>
          </p:cNvSpPr>
          <p:nvPr>
            <p:ph idx="1"/>
          </p:nvPr>
        </p:nvSpPr>
        <p:spPr bwMode="gray">
          <a:xfrm>
            <a:off x="457200" y="1886400"/>
            <a:ext cx="4114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4" name="Heading Right"/>
          <p:cNvSpPr>
            <a:spLocks noGrp="1"/>
          </p:cNvSpPr>
          <p:nvPr>
            <p:ph type="body" sz="quarter" idx="16" hasCustomPrompt="1"/>
          </p:nvPr>
        </p:nvSpPr>
        <p:spPr bwMode="gray">
          <a:xfrm>
            <a:off x="5029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3" name="Heading Left"/>
          <p:cNvSpPr>
            <a:spLocks noGrp="1"/>
          </p:cNvSpPr>
          <p:nvPr>
            <p:ph type="body" sz="quarter" idx="15" hasCustomPrompt="1"/>
          </p:nvPr>
        </p:nvSpPr>
        <p:spPr bwMode="gray">
          <a:xfrm>
            <a:off x="457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2" name="Title"/>
          <p:cNvSpPr>
            <a:spLocks noGrp="1"/>
          </p:cNvSpPr>
          <p:nvPr>
            <p:ph type="title"/>
          </p:nvPr>
        </p:nvSpPr>
        <p:spPr bwMode="gray">
          <a:xfrm>
            <a:off x="457200"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4053724093"/>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2 headings">
    <p:spTree>
      <p:nvGrpSpPr>
        <p:cNvPr id="1" name=""/>
        <p:cNvGrpSpPr/>
        <p:nvPr/>
      </p:nvGrpSpPr>
      <p:grpSpPr>
        <a:xfrm>
          <a:off x="0" y="0"/>
          <a:ext cx="0" cy="0"/>
          <a:chOff x="0" y="0"/>
          <a:chExt cx="0" cy="0"/>
        </a:xfrm>
      </p:grpSpPr>
      <p:sp>
        <p:nvSpPr>
          <p:cNvPr id="14" name="Heading Right"/>
          <p:cNvSpPr>
            <a:spLocks noGrp="1"/>
          </p:cNvSpPr>
          <p:nvPr>
            <p:ph type="body" sz="quarter" idx="16" hasCustomPrompt="1"/>
          </p:nvPr>
        </p:nvSpPr>
        <p:spPr bwMode="gray">
          <a:xfrm>
            <a:off x="5029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3" name="Heading Left"/>
          <p:cNvSpPr>
            <a:spLocks noGrp="1"/>
          </p:cNvSpPr>
          <p:nvPr>
            <p:ph type="body" sz="quarter" idx="15" hasCustomPrompt="1"/>
          </p:nvPr>
        </p:nvSpPr>
        <p:spPr bwMode="gray">
          <a:xfrm>
            <a:off x="457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2" name="Title"/>
          <p:cNvSpPr>
            <a:spLocks noGrp="1"/>
          </p:cNvSpPr>
          <p:nvPr>
            <p:ph type="title"/>
          </p:nvPr>
        </p:nvSpPr>
        <p:spPr bwMode="gray">
          <a:xfrm>
            <a:off x="457200"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324669276"/>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4 textboxes">
    <p:spTree>
      <p:nvGrpSpPr>
        <p:cNvPr id="1" name=""/>
        <p:cNvGrpSpPr/>
        <p:nvPr/>
      </p:nvGrpSpPr>
      <p:grpSpPr>
        <a:xfrm>
          <a:off x="0" y="0"/>
          <a:ext cx="0" cy="0"/>
          <a:chOff x="0" y="0"/>
          <a:chExt cx="0" cy="0"/>
        </a:xfrm>
      </p:grpSpPr>
      <p:sp>
        <p:nvSpPr>
          <p:cNvPr id="6" name="Content Right Bottom"/>
          <p:cNvSpPr>
            <a:spLocks noGrp="1"/>
          </p:cNvSpPr>
          <p:nvPr>
            <p:ph idx="27"/>
          </p:nvPr>
        </p:nvSpPr>
        <p:spPr bwMode="gray">
          <a:xfrm>
            <a:off x="5029200" y="40032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4" name="Content Left Bottom"/>
          <p:cNvSpPr>
            <a:spLocks noGrp="1"/>
          </p:cNvSpPr>
          <p:nvPr>
            <p:ph idx="28"/>
          </p:nvPr>
        </p:nvSpPr>
        <p:spPr bwMode="gray">
          <a:xfrm>
            <a:off x="457200" y="40032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Content Right Top"/>
          <p:cNvSpPr>
            <a:spLocks noGrp="1"/>
          </p:cNvSpPr>
          <p:nvPr>
            <p:ph idx="26"/>
          </p:nvPr>
        </p:nvSpPr>
        <p:spPr bwMode="gray">
          <a:xfrm>
            <a:off x="5029200" y="14004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Content Left Top"/>
          <p:cNvSpPr>
            <a:spLocks noGrp="1"/>
          </p:cNvSpPr>
          <p:nvPr>
            <p:ph idx="1"/>
          </p:nvPr>
        </p:nvSpPr>
        <p:spPr bwMode="gray">
          <a:xfrm>
            <a:off x="457200" y="14004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7" name="Title"/>
          <p:cNvSpPr>
            <a:spLocks noGrp="1"/>
          </p:cNvSpPr>
          <p:nvPr>
            <p:ph type="title"/>
          </p:nvPr>
        </p:nvSpPr>
        <p:spPr bwMode="gray">
          <a:xfrm>
            <a:off x="457200"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835110367"/>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4 textboxes with heading">
    <p:spTree>
      <p:nvGrpSpPr>
        <p:cNvPr id="1" name=""/>
        <p:cNvGrpSpPr/>
        <p:nvPr/>
      </p:nvGrpSpPr>
      <p:grpSpPr>
        <a:xfrm>
          <a:off x="0" y="0"/>
          <a:ext cx="0" cy="0"/>
          <a:chOff x="0" y="0"/>
          <a:chExt cx="0" cy="0"/>
        </a:xfrm>
      </p:grpSpPr>
      <p:sp>
        <p:nvSpPr>
          <p:cNvPr id="6" name="Content Right Bottom"/>
          <p:cNvSpPr>
            <a:spLocks noGrp="1"/>
          </p:cNvSpPr>
          <p:nvPr>
            <p:ph idx="30"/>
          </p:nvPr>
        </p:nvSpPr>
        <p:spPr bwMode="gray">
          <a:xfrm>
            <a:off x="5029200" y="44892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4" name="Content Left Bottom"/>
          <p:cNvSpPr>
            <a:spLocks noGrp="1"/>
          </p:cNvSpPr>
          <p:nvPr>
            <p:ph idx="31"/>
          </p:nvPr>
        </p:nvSpPr>
        <p:spPr bwMode="gray">
          <a:xfrm>
            <a:off x="457200" y="44892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2" name="Heading Right Bottom"/>
          <p:cNvSpPr>
            <a:spLocks noGrp="1"/>
          </p:cNvSpPr>
          <p:nvPr>
            <p:ph type="body" sz="quarter" idx="18" hasCustomPrompt="1"/>
          </p:nvPr>
        </p:nvSpPr>
        <p:spPr bwMode="gray">
          <a:xfrm>
            <a:off x="5029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3" name="Heading Left Bottom"/>
          <p:cNvSpPr>
            <a:spLocks noGrp="1"/>
          </p:cNvSpPr>
          <p:nvPr>
            <p:ph type="body" sz="quarter" idx="20" hasCustomPrompt="1"/>
          </p:nvPr>
        </p:nvSpPr>
        <p:spPr bwMode="gray">
          <a:xfrm>
            <a:off x="457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8" name="Content Right Top"/>
          <p:cNvSpPr>
            <a:spLocks noGrp="1"/>
          </p:cNvSpPr>
          <p:nvPr>
            <p:ph idx="29"/>
          </p:nvPr>
        </p:nvSpPr>
        <p:spPr bwMode="gray">
          <a:xfrm>
            <a:off x="5029200" y="18864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Content Left Top"/>
          <p:cNvSpPr>
            <a:spLocks noGrp="1"/>
          </p:cNvSpPr>
          <p:nvPr>
            <p:ph idx="1"/>
          </p:nvPr>
        </p:nvSpPr>
        <p:spPr bwMode="gray">
          <a:xfrm>
            <a:off x="457200" y="18864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1" name="Heading Right Top"/>
          <p:cNvSpPr>
            <a:spLocks noGrp="1"/>
          </p:cNvSpPr>
          <p:nvPr>
            <p:ph type="body" sz="quarter" idx="16" hasCustomPrompt="1"/>
          </p:nvPr>
        </p:nvSpPr>
        <p:spPr bwMode="gray">
          <a:xfrm>
            <a:off x="5029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0" name="Heading Left Top"/>
          <p:cNvSpPr>
            <a:spLocks noGrp="1"/>
          </p:cNvSpPr>
          <p:nvPr>
            <p:ph type="body" sz="quarter" idx="15" hasCustomPrompt="1"/>
          </p:nvPr>
        </p:nvSpPr>
        <p:spPr bwMode="gray">
          <a:xfrm>
            <a:off x="457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7" name="Title"/>
          <p:cNvSpPr>
            <a:spLocks noGrp="1"/>
          </p:cNvSpPr>
          <p:nvPr>
            <p:ph type="title"/>
          </p:nvPr>
        </p:nvSpPr>
        <p:spPr bwMode="gray">
          <a:xfrm>
            <a:off x="457200"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655563869"/>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4 headings">
    <p:spTree>
      <p:nvGrpSpPr>
        <p:cNvPr id="1" name=""/>
        <p:cNvGrpSpPr/>
        <p:nvPr/>
      </p:nvGrpSpPr>
      <p:grpSpPr>
        <a:xfrm>
          <a:off x="0" y="0"/>
          <a:ext cx="0" cy="0"/>
          <a:chOff x="0" y="0"/>
          <a:chExt cx="0" cy="0"/>
        </a:xfrm>
      </p:grpSpPr>
      <p:sp>
        <p:nvSpPr>
          <p:cNvPr id="24" name="Heading Right Bottom"/>
          <p:cNvSpPr>
            <a:spLocks noGrp="1"/>
          </p:cNvSpPr>
          <p:nvPr>
            <p:ph type="body" sz="quarter" idx="18" hasCustomPrompt="1"/>
          </p:nvPr>
        </p:nvSpPr>
        <p:spPr bwMode="gray">
          <a:xfrm>
            <a:off x="5029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25" name="Heading Left Bottom"/>
          <p:cNvSpPr>
            <a:spLocks noGrp="1"/>
          </p:cNvSpPr>
          <p:nvPr>
            <p:ph type="body" sz="quarter" idx="20" hasCustomPrompt="1"/>
          </p:nvPr>
        </p:nvSpPr>
        <p:spPr bwMode="gray">
          <a:xfrm>
            <a:off x="457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8" name="Heading Right Top"/>
          <p:cNvSpPr>
            <a:spLocks noGrp="1"/>
          </p:cNvSpPr>
          <p:nvPr>
            <p:ph type="body" sz="quarter" idx="16" hasCustomPrompt="1"/>
          </p:nvPr>
        </p:nvSpPr>
        <p:spPr bwMode="gray">
          <a:xfrm>
            <a:off x="5029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7" name="Heading Left Top"/>
          <p:cNvSpPr>
            <a:spLocks noGrp="1"/>
          </p:cNvSpPr>
          <p:nvPr>
            <p:ph type="body" sz="quarter" idx="15" hasCustomPrompt="1"/>
          </p:nvPr>
        </p:nvSpPr>
        <p:spPr bwMode="gray">
          <a:xfrm>
            <a:off x="457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4" name="Title"/>
          <p:cNvSpPr>
            <a:spLocks noGrp="1"/>
          </p:cNvSpPr>
          <p:nvPr>
            <p:ph type="title"/>
          </p:nvPr>
        </p:nvSpPr>
        <p:spPr bwMode="gray">
          <a:xfrm>
            <a:off x="457200"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4769090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15" name="Content Right"/>
          <p:cNvSpPr>
            <a:spLocks noGrp="1"/>
          </p:cNvSpPr>
          <p:nvPr>
            <p:ph idx="27"/>
          </p:nvPr>
        </p:nvSpPr>
        <p:spPr bwMode="gray">
          <a:xfrm>
            <a:off x="6553200" y="1400400"/>
            <a:ext cx="2590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4" name="Content Middle"/>
          <p:cNvSpPr>
            <a:spLocks noGrp="1"/>
          </p:cNvSpPr>
          <p:nvPr>
            <p:ph idx="26"/>
          </p:nvPr>
        </p:nvSpPr>
        <p:spPr bwMode="gray">
          <a:xfrm>
            <a:off x="3505200" y="1400400"/>
            <a:ext cx="2590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3" name="Content Left"/>
          <p:cNvSpPr>
            <a:spLocks noGrp="1"/>
          </p:cNvSpPr>
          <p:nvPr>
            <p:ph idx="25"/>
          </p:nvPr>
        </p:nvSpPr>
        <p:spPr bwMode="gray">
          <a:xfrm>
            <a:off x="457200" y="1400400"/>
            <a:ext cx="2590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Title"/>
          <p:cNvSpPr>
            <a:spLocks noGrp="1"/>
          </p:cNvSpPr>
          <p:nvPr>
            <p:ph type="title"/>
          </p:nvPr>
        </p:nvSpPr>
        <p:spPr bwMode="gray">
          <a:xfrm>
            <a:off x="457200"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90906310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3 columns with heading">
    <p:spTree>
      <p:nvGrpSpPr>
        <p:cNvPr id="1" name=""/>
        <p:cNvGrpSpPr/>
        <p:nvPr/>
      </p:nvGrpSpPr>
      <p:grpSpPr>
        <a:xfrm>
          <a:off x="0" y="0"/>
          <a:ext cx="0" cy="0"/>
          <a:chOff x="0" y="0"/>
          <a:chExt cx="0" cy="0"/>
        </a:xfrm>
      </p:grpSpPr>
      <p:sp>
        <p:nvSpPr>
          <p:cNvPr id="18" name="Content Right"/>
          <p:cNvSpPr>
            <a:spLocks noGrp="1"/>
          </p:cNvSpPr>
          <p:nvPr>
            <p:ph idx="27"/>
          </p:nvPr>
        </p:nvSpPr>
        <p:spPr bwMode="gray">
          <a:xfrm>
            <a:off x="6553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7" name="Content Middle"/>
          <p:cNvSpPr>
            <a:spLocks noGrp="1"/>
          </p:cNvSpPr>
          <p:nvPr>
            <p:ph idx="26"/>
          </p:nvPr>
        </p:nvSpPr>
        <p:spPr bwMode="gray">
          <a:xfrm>
            <a:off x="3505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6" name="Content Left"/>
          <p:cNvSpPr>
            <a:spLocks noGrp="1"/>
          </p:cNvSpPr>
          <p:nvPr>
            <p:ph idx="25"/>
          </p:nvPr>
        </p:nvSpPr>
        <p:spPr bwMode="gray">
          <a:xfrm>
            <a:off x="457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21" name="Heading Right"/>
          <p:cNvSpPr>
            <a:spLocks noGrp="1"/>
          </p:cNvSpPr>
          <p:nvPr>
            <p:ph type="body" sz="quarter" idx="12" hasCustomPrompt="1"/>
          </p:nvPr>
        </p:nvSpPr>
        <p:spPr bwMode="gray">
          <a:xfrm>
            <a:off x="6553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2" name="Heading Middle"/>
          <p:cNvSpPr>
            <a:spLocks noGrp="1"/>
          </p:cNvSpPr>
          <p:nvPr>
            <p:ph type="body" sz="quarter" idx="13" hasCustomPrompt="1"/>
          </p:nvPr>
        </p:nvSpPr>
        <p:spPr bwMode="gray">
          <a:xfrm>
            <a:off x="3505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0" name="Heading Left"/>
          <p:cNvSpPr>
            <a:spLocks noGrp="1"/>
          </p:cNvSpPr>
          <p:nvPr>
            <p:ph type="body" sz="quarter" idx="11" hasCustomPrompt="1"/>
          </p:nvPr>
        </p:nvSpPr>
        <p:spPr bwMode="gray">
          <a:xfrm>
            <a:off x="457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13" name="Title"/>
          <p:cNvSpPr>
            <a:spLocks noGrp="1"/>
          </p:cNvSpPr>
          <p:nvPr>
            <p:ph type="title"/>
          </p:nvPr>
        </p:nvSpPr>
        <p:spPr bwMode="gray">
          <a:xfrm>
            <a:off x="457200"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93618249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3 headings">
    <p:spTree>
      <p:nvGrpSpPr>
        <p:cNvPr id="1" name=""/>
        <p:cNvGrpSpPr/>
        <p:nvPr/>
      </p:nvGrpSpPr>
      <p:grpSpPr>
        <a:xfrm>
          <a:off x="0" y="0"/>
          <a:ext cx="0" cy="0"/>
          <a:chOff x="0" y="0"/>
          <a:chExt cx="0" cy="0"/>
        </a:xfrm>
      </p:grpSpPr>
      <p:sp>
        <p:nvSpPr>
          <p:cNvPr id="21" name="Heading Right"/>
          <p:cNvSpPr>
            <a:spLocks noGrp="1"/>
          </p:cNvSpPr>
          <p:nvPr>
            <p:ph type="body" sz="quarter" idx="12" hasCustomPrompt="1"/>
          </p:nvPr>
        </p:nvSpPr>
        <p:spPr bwMode="gray">
          <a:xfrm>
            <a:off x="6553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2" name="Heading Middle"/>
          <p:cNvSpPr>
            <a:spLocks noGrp="1"/>
          </p:cNvSpPr>
          <p:nvPr>
            <p:ph type="body" sz="quarter" idx="13" hasCustomPrompt="1"/>
          </p:nvPr>
        </p:nvSpPr>
        <p:spPr bwMode="gray">
          <a:xfrm>
            <a:off x="3505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0" name="Heading Left"/>
          <p:cNvSpPr>
            <a:spLocks noGrp="1"/>
          </p:cNvSpPr>
          <p:nvPr>
            <p:ph type="body" sz="quarter" idx="11" hasCustomPrompt="1"/>
          </p:nvPr>
        </p:nvSpPr>
        <p:spPr bwMode="gray">
          <a:xfrm>
            <a:off x="457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13" name="Title"/>
          <p:cNvSpPr>
            <a:spLocks noGrp="1"/>
          </p:cNvSpPr>
          <p:nvPr>
            <p:ph type="title"/>
          </p:nvPr>
        </p:nvSpPr>
        <p:spPr bwMode="gray">
          <a:xfrm>
            <a:off x="457200"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36661557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6 textboxes">
    <p:spTree>
      <p:nvGrpSpPr>
        <p:cNvPr id="1" name=""/>
        <p:cNvGrpSpPr/>
        <p:nvPr/>
      </p:nvGrpSpPr>
      <p:grpSpPr>
        <a:xfrm>
          <a:off x="0" y="0"/>
          <a:ext cx="0" cy="0"/>
          <a:chOff x="0" y="0"/>
          <a:chExt cx="0" cy="0"/>
        </a:xfrm>
      </p:grpSpPr>
      <p:sp>
        <p:nvSpPr>
          <p:cNvPr id="8" name="Content Right Bottom"/>
          <p:cNvSpPr>
            <a:spLocks noGrp="1"/>
          </p:cNvSpPr>
          <p:nvPr>
            <p:ph idx="40"/>
          </p:nvPr>
        </p:nvSpPr>
        <p:spPr bwMode="gray">
          <a:xfrm>
            <a:off x="6553200" y="40032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6" name="Content Middle Bottom"/>
          <p:cNvSpPr>
            <a:spLocks noGrp="1"/>
          </p:cNvSpPr>
          <p:nvPr>
            <p:ph idx="41"/>
          </p:nvPr>
        </p:nvSpPr>
        <p:spPr bwMode="gray">
          <a:xfrm>
            <a:off x="3505200" y="40032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4" name="Content Left Bottom"/>
          <p:cNvSpPr>
            <a:spLocks noGrp="1"/>
          </p:cNvSpPr>
          <p:nvPr>
            <p:ph idx="42"/>
          </p:nvPr>
        </p:nvSpPr>
        <p:spPr bwMode="gray">
          <a:xfrm>
            <a:off x="457200" y="40032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Content Right Top"/>
          <p:cNvSpPr>
            <a:spLocks noGrp="1"/>
          </p:cNvSpPr>
          <p:nvPr>
            <p:ph idx="39"/>
          </p:nvPr>
        </p:nvSpPr>
        <p:spPr bwMode="gray">
          <a:xfrm>
            <a:off x="6553200" y="14004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0" name="Content Middle Top"/>
          <p:cNvSpPr>
            <a:spLocks noGrp="1"/>
          </p:cNvSpPr>
          <p:nvPr>
            <p:ph idx="38"/>
          </p:nvPr>
        </p:nvSpPr>
        <p:spPr bwMode="gray">
          <a:xfrm>
            <a:off x="3505200" y="14004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1" name="Content Left Top"/>
          <p:cNvSpPr>
            <a:spLocks noGrp="1"/>
          </p:cNvSpPr>
          <p:nvPr>
            <p:ph idx="1"/>
          </p:nvPr>
        </p:nvSpPr>
        <p:spPr bwMode="gray">
          <a:xfrm>
            <a:off x="457200" y="14004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7" name="Title"/>
          <p:cNvSpPr>
            <a:spLocks noGrp="1"/>
          </p:cNvSpPr>
          <p:nvPr>
            <p:ph type="title"/>
          </p:nvPr>
        </p:nvSpPr>
        <p:spPr bwMode="gray">
          <a:xfrm>
            <a:off x="457200"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89087120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6 textboxes with heading">
    <p:spTree>
      <p:nvGrpSpPr>
        <p:cNvPr id="1" name=""/>
        <p:cNvGrpSpPr/>
        <p:nvPr/>
      </p:nvGrpSpPr>
      <p:grpSpPr>
        <a:xfrm>
          <a:off x="0" y="0"/>
          <a:ext cx="0" cy="0"/>
          <a:chOff x="0" y="0"/>
          <a:chExt cx="0" cy="0"/>
        </a:xfrm>
      </p:grpSpPr>
      <p:sp>
        <p:nvSpPr>
          <p:cNvPr id="4" name="Content Right Bottom"/>
          <p:cNvSpPr>
            <a:spLocks noGrp="1"/>
          </p:cNvSpPr>
          <p:nvPr>
            <p:ph idx="40"/>
          </p:nvPr>
        </p:nvSpPr>
        <p:spPr bwMode="gray">
          <a:xfrm>
            <a:off x="6553200" y="44892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6" name="Content Middle Bottom"/>
          <p:cNvSpPr>
            <a:spLocks noGrp="1"/>
          </p:cNvSpPr>
          <p:nvPr>
            <p:ph idx="41"/>
          </p:nvPr>
        </p:nvSpPr>
        <p:spPr bwMode="gray">
          <a:xfrm>
            <a:off x="3505200" y="44892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Content Left Bottom"/>
          <p:cNvSpPr>
            <a:spLocks noGrp="1"/>
          </p:cNvSpPr>
          <p:nvPr>
            <p:ph idx="42"/>
          </p:nvPr>
        </p:nvSpPr>
        <p:spPr bwMode="gray">
          <a:xfrm>
            <a:off x="457200" y="44892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5" name="Heading Right Bottom"/>
          <p:cNvSpPr>
            <a:spLocks noGrp="1"/>
          </p:cNvSpPr>
          <p:nvPr>
            <p:ph type="body" sz="quarter" idx="22" hasCustomPrompt="1"/>
          </p:nvPr>
        </p:nvSpPr>
        <p:spPr bwMode="gray">
          <a:xfrm>
            <a:off x="6553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7" name="Heading Middle Bottom"/>
          <p:cNvSpPr>
            <a:spLocks noGrp="1"/>
          </p:cNvSpPr>
          <p:nvPr>
            <p:ph type="body" sz="quarter" idx="26" hasCustomPrompt="1"/>
          </p:nvPr>
        </p:nvSpPr>
        <p:spPr bwMode="gray">
          <a:xfrm>
            <a:off x="3505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6" name="Heading Left Bottom"/>
          <p:cNvSpPr>
            <a:spLocks noGrp="1"/>
          </p:cNvSpPr>
          <p:nvPr>
            <p:ph type="body" sz="quarter" idx="24" hasCustomPrompt="1"/>
          </p:nvPr>
        </p:nvSpPr>
        <p:spPr bwMode="gray">
          <a:xfrm>
            <a:off x="457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9" name="Content Right Top"/>
          <p:cNvSpPr>
            <a:spLocks noGrp="1"/>
          </p:cNvSpPr>
          <p:nvPr>
            <p:ph idx="39"/>
          </p:nvPr>
        </p:nvSpPr>
        <p:spPr bwMode="gray">
          <a:xfrm>
            <a:off x="6553200" y="18864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0" name="Content Middle Top"/>
          <p:cNvSpPr>
            <a:spLocks noGrp="1"/>
          </p:cNvSpPr>
          <p:nvPr>
            <p:ph idx="38"/>
          </p:nvPr>
        </p:nvSpPr>
        <p:spPr bwMode="gray">
          <a:xfrm>
            <a:off x="3505200" y="18864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1" name="Content Left Top"/>
          <p:cNvSpPr>
            <a:spLocks noGrp="1"/>
          </p:cNvSpPr>
          <p:nvPr>
            <p:ph idx="1"/>
          </p:nvPr>
        </p:nvSpPr>
        <p:spPr bwMode="gray">
          <a:xfrm>
            <a:off x="457200" y="18864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3" name="Heading Right Top"/>
          <p:cNvSpPr>
            <a:spLocks noGrp="1"/>
          </p:cNvSpPr>
          <p:nvPr>
            <p:ph type="body" sz="quarter" idx="16" hasCustomPrompt="1"/>
          </p:nvPr>
        </p:nvSpPr>
        <p:spPr bwMode="gray">
          <a:xfrm>
            <a:off x="6553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4" name="Heading Middle Top"/>
          <p:cNvSpPr>
            <a:spLocks noGrp="1"/>
          </p:cNvSpPr>
          <p:nvPr>
            <p:ph type="body" sz="quarter" idx="17" hasCustomPrompt="1"/>
          </p:nvPr>
        </p:nvSpPr>
        <p:spPr bwMode="gray">
          <a:xfrm>
            <a:off x="3505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2" name="Heading Left Top"/>
          <p:cNvSpPr>
            <a:spLocks noGrp="1"/>
          </p:cNvSpPr>
          <p:nvPr>
            <p:ph type="body" sz="quarter" idx="15" hasCustomPrompt="1"/>
          </p:nvPr>
        </p:nvSpPr>
        <p:spPr bwMode="gray">
          <a:xfrm>
            <a:off x="457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7" name="Title"/>
          <p:cNvSpPr>
            <a:spLocks noGrp="1"/>
          </p:cNvSpPr>
          <p:nvPr>
            <p:ph type="title"/>
          </p:nvPr>
        </p:nvSpPr>
        <p:spPr bwMode="gray">
          <a:xfrm>
            <a:off x="457200"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51399315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6 headings">
    <p:spTree>
      <p:nvGrpSpPr>
        <p:cNvPr id="1" name=""/>
        <p:cNvGrpSpPr/>
        <p:nvPr/>
      </p:nvGrpSpPr>
      <p:grpSpPr>
        <a:xfrm>
          <a:off x="0" y="0"/>
          <a:ext cx="0" cy="0"/>
          <a:chOff x="0" y="0"/>
          <a:chExt cx="0" cy="0"/>
        </a:xfrm>
      </p:grpSpPr>
      <p:sp>
        <p:nvSpPr>
          <p:cNvPr id="9" name="Heading Right Bottom"/>
          <p:cNvSpPr>
            <a:spLocks noGrp="1"/>
          </p:cNvSpPr>
          <p:nvPr>
            <p:ph type="body" sz="quarter" idx="22" hasCustomPrompt="1"/>
          </p:nvPr>
        </p:nvSpPr>
        <p:spPr bwMode="gray">
          <a:xfrm>
            <a:off x="6553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1" name="Heading Middle Bottom"/>
          <p:cNvSpPr>
            <a:spLocks noGrp="1"/>
          </p:cNvSpPr>
          <p:nvPr>
            <p:ph type="body" sz="quarter" idx="26" hasCustomPrompt="1"/>
          </p:nvPr>
        </p:nvSpPr>
        <p:spPr bwMode="gray">
          <a:xfrm>
            <a:off x="3505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0" name="Heading Left Bottom"/>
          <p:cNvSpPr>
            <a:spLocks noGrp="1"/>
          </p:cNvSpPr>
          <p:nvPr>
            <p:ph type="body" sz="quarter" idx="24" hasCustomPrompt="1"/>
          </p:nvPr>
        </p:nvSpPr>
        <p:spPr bwMode="gray">
          <a:xfrm>
            <a:off x="457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6" name="Heading Right Top"/>
          <p:cNvSpPr>
            <a:spLocks noGrp="1"/>
          </p:cNvSpPr>
          <p:nvPr>
            <p:ph type="body" sz="quarter" idx="16" hasCustomPrompt="1"/>
          </p:nvPr>
        </p:nvSpPr>
        <p:spPr bwMode="gray">
          <a:xfrm>
            <a:off x="6553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8" name="Heading Middle Top"/>
          <p:cNvSpPr>
            <a:spLocks noGrp="1"/>
          </p:cNvSpPr>
          <p:nvPr>
            <p:ph type="body" sz="quarter" idx="17" hasCustomPrompt="1"/>
          </p:nvPr>
        </p:nvSpPr>
        <p:spPr bwMode="gray">
          <a:xfrm>
            <a:off x="3505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4" name="Heading Left Top"/>
          <p:cNvSpPr>
            <a:spLocks noGrp="1"/>
          </p:cNvSpPr>
          <p:nvPr>
            <p:ph type="body" sz="quarter" idx="15" hasCustomPrompt="1"/>
          </p:nvPr>
        </p:nvSpPr>
        <p:spPr bwMode="gray">
          <a:xfrm>
            <a:off x="457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7" name="Title"/>
          <p:cNvSpPr>
            <a:spLocks noGrp="1"/>
          </p:cNvSpPr>
          <p:nvPr>
            <p:ph type="title"/>
          </p:nvPr>
        </p:nvSpPr>
        <p:spPr bwMode="gray">
          <a:xfrm>
            <a:off x="457200"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943842940"/>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 columns 1/3 split">
    <p:spTree>
      <p:nvGrpSpPr>
        <p:cNvPr id="1" name=""/>
        <p:cNvGrpSpPr/>
        <p:nvPr/>
      </p:nvGrpSpPr>
      <p:grpSpPr>
        <a:xfrm>
          <a:off x="0" y="0"/>
          <a:ext cx="0" cy="0"/>
          <a:chOff x="0" y="0"/>
          <a:chExt cx="0" cy="0"/>
        </a:xfrm>
      </p:grpSpPr>
      <p:sp>
        <p:nvSpPr>
          <p:cNvPr id="15" name="Content Right"/>
          <p:cNvSpPr>
            <a:spLocks noGrp="1"/>
          </p:cNvSpPr>
          <p:nvPr>
            <p:ph idx="28"/>
          </p:nvPr>
        </p:nvSpPr>
        <p:spPr bwMode="gray">
          <a:xfrm>
            <a:off x="3505200" y="1886400"/>
            <a:ext cx="5638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6" name="Content Left"/>
          <p:cNvSpPr>
            <a:spLocks noGrp="1"/>
          </p:cNvSpPr>
          <p:nvPr>
            <p:ph idx="27"/>
          </p:nvPr>
        </p:nvSpPr>
        <p:spPr bwMode="gray">
          <a:xfrm>
            <a:off x="457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9" name="Heading Right"/>
          <p:cNvSpPr>
            <a:spLocks noGrp="1"/>
          </p:cNvSpPr>
          <p:nvPr>
            <p:ph type="body" sz="quarter" idx="17" hasCustomPrompt="1"/>
          </p:nvPr>
        </p:nvSpPr>
        <p:spPr bwMode="gray">
          <a:xfrm>
            <a:off x="3505200" y="1400400"/>
            <a:ext cx="5638800" cy="368300"/>
          </a:xfrm>
        </p:spPr>
        <p:txBody>
          <a:bodyPr lIns="0" tIns="0" rIns="0" bIns="0">
            <a:no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7" name="Heading Left"/>
          <p:cNvSpPr>
            <a:spLocks noGrp="1"/>
          </p:cNvSpPr>
          <p:nvPr>
            <p:ph type="body" sz="quarter" idx="15" hasCustomPrompt="1"/>
          </p:nvPr>
        </p:nvSpPr>
        <p:spPr bwMode="gray">
          <a:xfrm>
            <a:off x="457200" y="1400400"/>
            <a:ext cx="2590800" cy="368300"/>
          </a:xfrm>
        </p:spPr>
        <p:txBody>
          <a:bodyPr lIns="0" tIns="0" rIns="0" bIns="0">
            <a:no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1" name="Title"/>
          <p:cNvSpPr>
            <a:spLocks noGrp="1"/>
          </p:cNvSpPr>
          <p:nvPr>
            <p:ph type="title"/>
          </p:nvPr>
        </p:nvSpPr>
        <p:spPr bwMode="gray">
          <a:xfrm>
            <a:off x="457200"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33262521"/>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2 columns 2/3 split">
    <p:spTree>
      <p:nvGrpSpPr>
        <p:cNvPr id="1" name=""/>
        <p:cNvGrpSpPr/>
        <p:nvPr/>
      </p:nvGrpSpPr>
      <p:grpSpPr>
        <a:xfrm>
          <a:off x="0" y="0"/>
          <a:ext cx="0" cy="0"/>
          <a:chOff x="0" y="0"/>
          <a:chExt cx="0" cy="0"/>
        </a:xfrm>
      </p:grpSpPr>
      <p:sp>
        <p:nvSpPr>
          <p:cNvPr id="15" name="Content Right"/>
          <p:cNvSpPr>
            <a:spLocks noGrp="1"/>
          </p:cNvSpPr>
          <p:nvPr>
            <p:ph idx="28"/>
          </p:nvPr>
        </p:nvSpPr>
        <p:spPr bwMode="gray">
          <a:xfrm>
            <a:off x="6553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6" name="Content Left"/>
          <p:cNvSpPr>
            <a:spLocks noGrp="1"/>
          </p:cNvSpPr>
          <p:nvPr>
            <p:ph idx="27"/>
          </p:nvPr>
        </p:nvSpPr>
        <p:spPr bwMode="gray">
          <a:xfrm>
            <a:off x="457200" y="1886400"/>
            <a:ext cx="5638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9" name="Heading Right"/>
          <p:cNvSpPr>
            <a:spLocks noGrp="1"/>
          </p:cNvSpPr>
          <p:nvPr>
            <p:ph type="body" sz="quarter" idx="17" hasCustomPrompt="1"/>
          </p:nvPr>
        </p:nvSpPr>
        <p:spPr bwMode="gray">
          <a:xfrm>
            <a:off x="6553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7" name="Heading Left"/>
          <p:cNvSpPr>
            <a:spLocks noGrp="1"/>
          </p:cNvSpPr>
          <p:nvPr>
            <p:ph type="body" sz="quarter" idx="15" hasCustomPrompt="1"/>
          </p:nvPr>
        </p:nvSpPr>
        <p:spPr bwMode="gray">
          <a:xfrm>
            <a:off x="457200" y="1400400"/>
            <a:ext cx="5638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1" name="Title"/>
          <p:cNvSpPr>
            <a:spLocks noGrp="1"/>
          </p:cNvSpPr>
          <p:nvPr>
            <p:ph type="title"/>
          </p:nvPr>
        </p:nvSpPr>
        <p:spPr bwMode="gray">
          <a:xfrm>
            <a:off x="457200"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622045415"/>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CV – Small Portrait">
    <p:spTree>
      <p:nvGrpSpPr>
        <p:cNvPr id="1" name=""/>
        <p:cNvGrpSpPr/>
        <p:nvPr/>
      </p:nvGrpSpPr>
      <p:grpSpPr>
        <a:xfrm>
          <a:off x="0" y="0"/>
          <a:ext cx="0" cy="0"/>
          <a:chOff x="0" y="0"/>
          <a:chExt cx="0" cy="0"/>
        </a:xfrm>
      </p:grpSpPr>
      <p:sp>
        <p:nvSpPr>
          <p:cNvPr id="6" name="Picture"/>
          <p:cNvSpPr>
            <a:spLocks noGrp="1"/>
          </p:cNvSpPr>
          <p:nvPr>
            <p:ph type="pic" sz="quarter" idx="11"/>
          </p:nvPr>
        </p:nvSpPr>
        <p:spPr bwMode="gray">
          <a:xfrm>
            <a:off x="8382000" y="381000"/>
            <a:ext cx="762000" cy="762000"/>
          </a:xfrm>
          <a:noFill/>
          <a:ln>
            <a:noFill/>
          </a:ln>
        </p:spPr>
        <p:txBody>
          <a:bodyPr lIns="0" tIns="0" rIns="0" bIns="0" anchor="ctr" anchorCtr="0"/>
          <a:lstStyle>
            <a:lvl1pPr marL="0" indent="0" algn="ctr" fontAlgn="base">
              <a:lnSpc>
                <a:spcPct val="100000"/>
              </a:lnSpc>
              <a:spcBef>
                <a:spcPct val="0"/>
              </a:spcBef>
              <a:spcAft>
                <a:spcPct val="0"/>
              </a:spcAft>
              <a:buFontTx/>
              <a:buNone/>
              <a:defRPr sz="1000" b="1">
                <a:solidFill>
                  <a:schemeClr val="accent4"/>
                </a:solidFill>
              </a:defRPr>
            </a:lvl1pPr>
          </a:lstStyle>
          <a:p>
            <a:r>
              <a:rPr lang="en-US" altLang="ja-JP"/>
              <a:t>Click icon to add picture</a:t>
            </a:r>
            <a:endParaRPr lang="en-US"/>
          </a:p>
        </p:txBody>
      </p:sp>
      <p:sp>
        <p:nvSpPr>
          <p:cNvPr id="9" name="Content"/>
          <p:cNvSpPr>
            <a:spLocks noGrp="1"/>
          </p:cNvSpPr>
          <p:nvPr>
            <p:ph type="body" sz="quarter" idx="12"/>
          </p:nvPr>
        </p:nvSpPr>
        <p:spPr bwMode="gray">
          <a:xfrm>
            <a:off x="457200" y="1400400"/>
            <a:ext cx="8686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400" dirty="0" smtClean="0">
                <a:latin typeface="+mn-lt"/>
                <a:ea typeface="+mn-ea"/>
                <a:sym typeface="+mn-lt"/>
              </a:defRPr>
            </a:lvl1pPr>
            <a:lvl2pPr fontAlgn="base">
              <a:lnSpc>
                <a:spcPct val="100000"/>
              </a:lnSpc>
              <a:spcAft>
                <a:spcPts val="0"/>
              </a:spcAft>
              <a:defRPr lang="en-US" sz="1400" dirty="0" smtClean="0">
                <a:latin typeface="+mn-lt"/>
                <a:ea typeface="+mn-ea"/>
                <a:sym typeface="+mn-lt"/>
              </a:defRPr>
            </a:lvl2pPr>
            <a:lvl3pPr fontAlgn="base">
              <a:lnSpc>
                <a:spcPct val="100000"/>
              </a:lnSpc>
              <a:spcAft>
                <a:spcPts val="0"/>
              </a:spcAft>
              <a:defRPr lang="en-US" sz="1400" dirty="0" smtClean="0">
                <a:latin typeface="+mn-lt"/>
                <a:ea typeface="+mn-ea"/>
                <a:sym typeface="+mn-lt"/>
              </a:defRPr>
            </a:lvl3pPr>
            <a:lvl4pPr fontAlgn="base">
              <a:lnSpc>
                <a:spcPct val="100000"/>
              </a:lnSpc>
              <a:spcAft>
                <a:spcPts val="0"/>
              </a:spcAft>
              <a:defRPr lang="en-US" sz="1400" dirty="0" smtClean="0">
                <a:latin typeface="+mn-lt"/>
                <a:ea typeface="+mn-ea"/>
                <a:sym typeface="+mn-lt"/>
              </a:defRPr>
            </a:lvl4pPr>
            <a:lvl5pPr fontAlgn="base">
              <a:lnSpc>
                <a:spcPct val="100000"/>
              </a:lnSpc>
              <a:spcAft>
                <a:spcPts val="0"/>
              </a:spcAft>
              <a:defRPr lang="en-GB" sz="1400" dirty="0" smtClean="0">
                <a:latin typeface="+mn-lt"/>
                <a:ea typeface="+mn-ea"/>
                <a:sym typeface="+mn-lt"/>
              </a:defRPr>
            </a:lvl5pPr>
            <a:lvl6pPr fontAlgn="base">
              <a:lnSpc>
                <a:spcPct val="100000"/>
              </a:lnSpc>
              <a:spcAft>
                <a:spcPts val="0"/>
              </a:spcAft>
              <a:defRPr/>
            </a:lvl6pPr>
            <a:lvl7pPr fontAlgn="base">
              <a:lnSpc>
                <a:spcPct val="100000"/>
              </a:lnSpc>
              <a:spcAft>
                <a:spcPts val="0"/>
              </a:spcAft>
              <a:defRPr/>
            </a:lvl7pPr>
            <a:lvl8pPr fontAlgn="base">
              <a:lnSpc>
                <a:spcPct val="100000"/>
              </a:lnSpc>
              <a:spcAft>
                <a:spcPts val="0"/>
              </a:spcAft>
              <a:defRPr/>
            </a:lvl8pPr>
            <a:lvl9pPr fontAlgn="base">
              <a:lnSpc>
                <a:spcPct val="100000"/>
              </a:lnSpc>
              <a:spcAft>
                <a:spcPts val="0"/>
              </a:spcAft>
              <a:defRPr/>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Title"/>
          <p:cNvSpPr>
            <a:spLocks noGrp="1"/>
          </p:cNvSpPr>
          <p:nvPr>
            <p:ph type="title"/>
          </p:nvPr>
        </p:nvSpPr>
        <p:spPr bwMode="gray">
          <a:xfrm>
            <a:off x="457200" y="381000"/>
            <a:ext cx="7820025"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708266976"/>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Contents">
    <p:spTree>
      <p:nvGrpSpPr>
        <p:cNvPr id="1" name=""/>
        <p:cNvGrpSpPr/>
        <p:nvPr/>
      </p:nvGrpSpPr>
      <p:grpSpPr>
        <a:xfrm>
          <a:off x="0" y="0"/>
          <a:ext cx="0" cy="0"/>
          <a:chOff x="0" y="0"/>
          <a:chExt cx="0" cy="0"/>
        </a:xfrm>
      </p:grpSpPr>
      <p:sp>
        <p:nvSpPr>
          <p:cNvPr id="3" name="Title"/>
          <p:cNvSpPr>
            <a:spLocks noGrp="1"/>
          </p:cNvSpPr>
          <p:nvPr>
            <p:ph type="title" hasCustomPrompt="1"/>
          </p:nvPr>
        </p:nvSpPr>
        <p:spPr bwMode="gray">
          <a:xfrm>
            <a:off x="457200"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pl-PL" altLang="ja-JP"/>
              <a:t>Contents</a:t>
            </a:r>
            <a:endParaRPr lang="en-US"/>
          </a:p>
        </p:txBody>
      </p:sp>
    </p:spTree>
    <p:extLst>
      <p:ext uri="{BB962C8B-B14F-4D97-AF65-F5344CB8AC3E}">
        <p14:creationId xmlns:p14="http://schemas.microsoft.com/office/powerpoint/2010/main" val="612926671"/>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p:cSld name="Confidentiality">
    <p:spTree>
      <p:nvGrpSpPr>
        <p:cNvPr id="1" name=""/>
        <p:cNvGrpSpPr/>
        <p:nvPr/>
      </p:nvGrpSpPr>
      <p:grpSpPr>
        <a:xfrm>
          <a:off x="0" y="0"/>
          <a:ext cx="0" cy="0"/>
          <a:chOff x="0" y="0"/>
          <a:chExt cx="0" cy="0"/>
        </a:xfrm>
      </p:grpSpPr>
      <p:graphicFrame>
        <p:nvGraphicFramePr>
          <p:cNvPr id="7" name="DTP_Confidentiality"/>
          <p:cNvGraphicFramePr>
            <a:graphicFrameLocks noGrp="1"/>
          </p:cNvGraphicFramePr>
          <p:nvPr userDrawn="1">
            <p:extLst>
              <p:ext uri="{D42A27DB-BD31-4B8C-83A1-F6EECF244321}">
                <p14:modId xmlns:p14="http://schemas.microsoft.com/office/powerpoint/2010/main" val="1601665923"/>
              </p:ext>
            </p:extLst>
          </p:nvPr>
        </p:nvGraphicFramePr>
        <p:xfrm>
          <a:off x="457200" y="2828544"/>
          <a:ext cx="8686800" cy="1079500"/>
        </p:xfrm>
        <a:graphic>
          <a:graphicData uri="http://schemas.openxmlformats.org/drawingml/2006/table">
            <a:tbl>
              <a:tblPr/>
              <a:tblGrid>
                <a:gridCol w="2774759">
                  <a:extLst>
                    <a:ext uri="{9D8B030D-6E8A-4147-A177-3AD203B41FA5}">
                      <a16:colId xmlns:a16="http://schemas.microsoft.com/office/drawing/2014/main" val="20000"/>
                    </a:ext>
                  </a:extLst>
                </a:gridCol>
                <a:gridCol w="5912041">
                  <a:extLst>
                    <a:ext uri="{9D8B030D-6E8A-4147-A177-3AD203B41FA5}">
                      <a16:colId xmlns:a16="http://schemas.microsoft.com/office/drawing/2014/main" val="20001"/>
                    </a:ext>
                  </a:extLst>
                </a:gridCol>
              </a:tblGrid>
              <a:tr h="1079500">
                <a:tc>
                  <a:txBody>
                    <a:bodyPr/>
                    <a:lstStyle/>
                    <a:p>
                      <a:pPr marL="0" marR="0" lvl="0" indent="0" algn="r" defTabSz="914400" rtl="0" eaLnBrk="1" fontAlgn="base" latinLnBrk="0" hangingPunct="1">
                        <a:lnSpc>
                          <a:spcPct val="100000"/>
                        </a:lnSpc>
                        <a:spcBef>
                          <a:spcPts val="0"/>
                        </a:spcBef>
                        <a:spcAft>
                          <a:spcPct val="0"/>
                        </a:spcAft>
                        <a:buClrTx/>
                        <a:buSzTx/>
                        <a:buFontTx/>
                        <a:buNone/>
                        <a:tabLst/>
                      </a:pPr>
                      <a:r>
                        <a:rPr kumimoji="0" lang="en-US" sz="1400" b="0" i="0" u="none" strike="noStrike" cap="none" normalizeH="0" baseline="0">
                          <a:ln>
                            <a:noFill/>
                          </a:ln>
                          <a:solidFill>
                            <a:srgbClr val="005024"/>
                          </a:solidFill>
                          <a:effectLst/>
                          <a:latin typeface="+mn-lt"/>
                          <a:cs typeface="+mn-cs"/>
                          <a:sym typeface="+mn-lt"/>
                        </a:rPr>
                        <a:t>CONFIDENTIALITY</a:t>
                      </a:r>
                      <a:endParaRPr kumimoji="0" lang="en-GB" sz="1400" b="0" i="0" u="none" strike="noStrike" cap="none" normalizeH="0" baseline="0">
                        <a:ln>
                          <a:noFill/>
                        </a:ln>
                        <a:solidFill>
                          <a:srgbClr val="005024"/>
                        </a:solidFill>
                        <a:effectLst/>
                        <a:latin typeface="+mn-lt"/>
                        <a:cs typeface="+mn-cs"/>
                        <a:sym typeface="+mn-lt"/>
                      </a:endParaRPr>
                    </a:p>
                  </a:txBody>
                  <a:tcPr marL="0" marR="228600" marT="18288" marB="18288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60000"/>
                        </a:spcBef>
                        <a:spcAft>
                          <a:spcPct val="0"/>
                        </a:spcAft>
                        <a:buClrTx/>
                        <a:buSzTx/>
                        <a:buFontTx/>
                        <a:buNone/>
                        <a:tabLst/>
                      </a:pPr>
                      <a:r>
                        <a:rPr kumimoji="0" lang="en-US" sz="800" b="0" i="0" u="none" strike="noStrike" cap="none" normalizeH="0" baseline="0">
                          <a:ln>
                            <a:noFill/>
                          </a:ln>
                          <a:solidFill>
                            <a:schemeClr val="tx1"/>
                          </a:solidFill>
                          <a:effectLst/>
                          <a:latin typeface="+mn-lt"/>
                          <a:cs typeface="+mn-cs"/>
                          <a:sym typeface="+mn-lt"/>
                        </a:rPr>
                        <a:t>This document is among the outputs of </a:t>
                      </a:r>
                      <a:r>
                        <a:rPr kumimoji="0" lang="en-US" sz="800" b="0" i="0" u="none" strike="noStrike" cap="none" normalizeH="0" baseline="0" err="1">
                          <a:ln>
                            <a:noFill/>
                          </a:ln>
                          <a:solidFill>
                            <a:schemeClr val="tx1"/>
                          </a:solidFill>
                          <a:effectLst/>
                          <a:latin typeface="+mn-lt"/>
                          <a:cs typeface="+mn-cs"/>
                          <a:sym typeface="+mn-lt"/>
                        </a:rPr>
                        <a:t>Vietcombank</a:t>
                      </a:r>
                      <a:r>
                        <a:rPr kumimoji="0" lang="en-US" sz="800" b="0" i="0" u="none" strike="noStrike" cap="none" normalizeH="0" baseline="0">
                          <a:ln>
                            <a:noFill/>
                          </a:ln>
                          <a:solidFill>
                            <a:schemeClr val="tx1"/>
                          </a:solidFill>
                          <a:effectLst/>
                          <a:latin typeface="+mn-lt"/>
                          <a:cs typeface="+mn-cs"/>
                          <a:sym typeface="+mn-lt"/>
                        </a:rPr>
                        <a:t> risk management enhancement projects, providing crucial information on credit risk rating methodology and structure for the Bank's credit risk rating system implementation. It is STRICTLY CONFIDENTIAL and for internal use only. </a:t>
                      </a:r>
                    </a:p>
                    <a:p>
                      <a:pPr marL="0" marR="0" lvl="0" indent="0" algn="l" defTabSz="914400" rtl="0" eaLnBrk="1" fontAlgn="base" latinLnBrk="0" hangingPunct="1">
                        <a:lnSpc>
                          <a:spcPct val="100000"/>
                        </a:lnSpc>
                        <a:spcBef>
                          <a:spcPct val="60000"/>
                        </a:spcBef>
                        <a:spcAft>
                          <a:spcPct val="0"/>
                        </a:spcAft>
                        <a:buClrTx/>
                        <a:buSzTx/>
                        <a:buFontTx/>
                        <a:buNone/>
                        <a:tabLst/>
                      </a:pPr>
                      <a:r>
                        <a:rPr kumimoji="0" lang="en-US" sz="800" b="0" i="0" u="none" strike="noStrike" cap="none" normalizeH="0" baseline="0">
                          <a:ln>
                            <a:noFill/>
                          </a:ln>
                          <a:solidFill>
                            <a:schemeClr val="tx1"/>
                          </a:solidFill>
                          <a:effectLst/>
                          <a:latin typeface="+mn-lt"/>
                          <a:cs typeface="+mn-cs"/>
                          <a:sym typeface="+mn-lt"/>
                        </a:rPr>
                        <a:t>@ </a:t>
                      </a:r>
                      <a:r>
                        <a:rPr kumimoji="0" lang="en-US" sz="800" b="0" i="0" u="none" strike="noStrike" cap="none" normalizeH="0" baseline="0" err="1">
                          <a:ln>
                            <a:noFill/>
                          </a:ln>
                          <a:solidFill>
                            <a:schemeClr val="tx1"/>
                          </a:solidFill>
                          <a:effectLst/>
                          <a:latin typeface="+mn-lt"/>
                          <a:cs typeface="+mn-cs"/>
                          <a:sym typeface="+mn-lt"/>
                        </a:rPr>
                        <a:t>Vietcombank</a:t>
                      </a:r>
                      <a:r>
                        <a:rPr kumimoji="0" lang="en-US" sz="800" b="0" i="0" u="none" strike="noStrike" cap="none" normalizeH="0" baseline="0">
                          <a:ln>
                            <a:noFill/>
                          </a:ln>
                          <a:solidFill>
                            <a:schemeClr val="tx1"/>
                          </a:solidFill>
                          <a:effectLst/>
                          <a:latin typeface="+mn-lt"/>
                          <a:cs typeface="+mn-cs"/>
                          <a:sym typeface="+mn-lt"/>
                        </a:rPr>
                        <a:t> 2017</a:t>
                      </a:r>
                    </a:p>
                  </a:txBody>
                  <a:tcPr marL="36576" marR="36576" marT="18288" marB="18288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67000540"/>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p:cSld name="Qualifica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0455925"/>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p:cSld name="Backcover">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3753644" y="2905125"/>
            <a:ext cx="2095500" cy="1047750"/>
          </a:xfrm>
          <a:prstGeom prst="rect">
            <a:avLst/>
          </a:prstGeom>
        </p:spPr>
      </p:pic>
    </p:spTree>
    <p:extLst>
      <p:ext uri="{BB962C8B-B14F-4D97-AF65-F5344CB8AC3E}">
        <p14:creationId xmlns:p14="http://schemas.microsoft.com/office/powerpoint/2010/main" val="2009417383"/>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445216"/>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rot="16200000">
            <a:off x="3105204" y="28525"/>
            <a:ext cx="3391985" cy="9602384"/>
          </a:xfrm>
          <a:prstGeom prst="rect">
            <a:avLst/>
          </a:prstGeom>
        </p:spPr>
      </p:pic>
      <p:sp>
        <p:nvSpPr>
          <p:cNvPr id="2" name="DTP_Attribute"/>
          <p:cNvSpPr txBox="1"/>
          <p:nvPr/>
        </p:nvSpPr>
        <p:spPr bwMode="gray">
          <a:xfrm>
            <a:off x="903292" y="6459538"/>
            <a:ext cx="65" cy="132344"/>
          </a:xfrm>
          <a:prstGeom prst="rect">
            <a:avLst/>
          </a:prstGeom>
          <a:noFill/>
        </p:spPr>
        <p:txBody>
          <a:bodyPr vert="horz" wrap="none" lIns="0" tIns="0" rIns="0" bIns="0" rtlCol="0" anchor="b">
            <a:spAutoFit/>
          </a:bodyPr>
          <a:lstStyle/>
          <a:p>
            <a:pPr algn="l"/>
            <a:endParaRPr lang="it-IT" b="1" cap="all">
              <a:solidFill>
                <a:srgbClr val="9BBD5E"/>
              </a:solidFill>
              <a:latin typeface="Arial"/>
              <a:sym typeface="+mn-lt"/>
            </a:endParaRPr>
          </a:p>
        </p:txBody>
      </p:sp>
      <p:sp>
        <p:nvSpPr>
          <p:cNvPr id="5" name="Date"/>
          <p:cNvSpPr>
            <a:spLocks noGrp="1"/>
          </p:cNvSpPr>
          <p:nvPr>
            <p:ph type="body" sz="quarter" idx="11" hasCustomPrompt="1"/>
          </p:nvPr>
        </p:nvSpPr>
        <p:spPr bwMode="gray">
          <a:xfrm>
            <a:off x="571505" y="2232443"/>
            <a:ext cx="4055906" cy="276999"/>
          </a:xfrm>
        </p:spPr>
        <p:txBody>
          <a:bodyPr wrap="square" lIns="0" tIns="0" rIns="0" bIns="0">
            <a:spAutoFit/>
          </a:bodyPr>
          <a:lstStyle>
            <a:lvl1pPr marL="0" indent="0" fontAlgn="base">
              <a:lnSpc>
                <a:spcPct val="100000"/>
              </a:lnSpc>
              <a:spcBef>
                <a:spcPct val="0"/>
              </a:spcBef>
              <a:spcAft>
                <a:spcPct val="0"/>
              </a:spcAft>
              <a:buNone/>
              <a:defRPr sz="1800" cap="all" baseline="0">
                <a:solidFill>
                  <a:schemeClr val="tx1">
                    <a:lumMod val="50000"/>
                    <a:lumOff val="50000"/>
                  </a:schemeClr>
                </a:solidFill>
                <a:latin typeface="+mn-lt"/>
                <a:sym typeface="+mn-lt"/>
              </a:defRPr>
            </a:lvl1pPr>
          </a:lstStyle>
          <a:p>
            <a:pPr lvl="0"/>
            <a:r>
              <a:rPr lang="en-US"/>
              <a:t>DATE</a:t>
            </a:r>
          </a:p>
        </p:txBody>
      </p:sp>
      <p:sp>
        <p:nvSpPr>
          <p:cNvPr id="3" name="Title"/>
          <p:cNvSpPr>
            <a:spLocks noGrp="1"/>
          </p:cNvSpPr>
          <p:nvPr>
            <p:ph type="body" sz="quarter" idx="10" hasCustomPrompt="1"/>
          </p:nvPr>
        </p:nvSpPr>
        <p:spPr bwMode="gray">
          <a:xfrm>
            <a:off x="571501" y="1126733"/>
            <a:ext cx="8569324" cy="704232"/>
          </a:xfrm>
          <a:ln>
            <a:noFill/>
          </a:ln>
        </p:spPr>
        <p:txBody>
          <a:bodyPr wrap="square" lIns="0" tIns="0" rIns="0" bIns="0">
            <a:spAutoFit/>
          </a:bodyPr>
          <a:lstStyle>
            <a:lvl1pPr marL="0" indent="0" fontAlgn="base">
              <a:lnSpc>
                <a:spcPct val="88000"/>
              </a:lnSpc>
              <a:spcBef>
                <a:spcPts val="0"/>
              </a:spcBef>
              <a:spcAft>
                <a:spcPct val="0"/>
              </a:spcAft>
              <a:buNone/>
              <a:defRPr sz="2800" cap="all" baseline="0">
                <a:solidFill>
                  <a:srgbClr val="005024"/>
                </a:solidFill>
                <a:latin typeface="+mn-lt"/>
                <a:sym typeface="+mn-lt"/>
              </a:defRPr>
            </a:lvl1pPr>
            <a:lvl2pPr marL="0" indent="0" fontAlgn="base">
              <a:lnSpc>
                <a:spcPct val="88000"/>
              </a:lnSpc>
              <a:spcBef>
                <a:spcPts val="0"/>
              </a:spcBef>
              <a:spcAft>
                <a:spcPct val="0"/>
              </a:spcAft>
              <a:buNone/>
              <a:defRPr sz="2400" cap="all" baseline="0">
                <a:solidFill>
                  <a:schemeClr val="tx1">
                    <a:lumMod val="50000"/>
                    <a:lumOff val="50000"/>
                  </a:schemeClr>
                </a:solidFill>
                <a:latin typeface="+mn-lt"/>
                <a:sym typeface="+mn-lt"/>
              </a:defRPr>
            </a:lvl2pPr>
          </a:lstStyle>
          <a:p>
            <a:pPr lvl="0"/>
            <a:r>
              <a:rPr lang="en-US"/>
              <a:t>TITLE</a:t>
            </a:r>
          </a:p>
          <a:p>
            <a:pPr lvl="1"/>
            <a:r>
              <a:rPr lang="en-US"/>
              <a:t>SUBTITLE</a:t>
            </a:r>
          </a:p>
        </p:txBody>
      </p:sp>
      <p:pic>
        <p:nvPicPr>
          <p:cNvPr id="10" name="Picture 9"/>
          <p:cNvPicPr>
            <a:picLocks noChangeAspect="1"/>
          </p:cNvPicPr>
          <p:nvPr userDrawn="1"/>
        </p:nvPicPr>
        <p:blipFill>
          <a:blip r:embed="rId3"/>
          <a:stretch>
            <a:fillRect/>
          </a:stretch>
        </p:blipFill>
        <p:spPr>
          <a:xfrm>
            <a:off x="571505" y="66683"/>
            <a:ext cx="1632711" cy="707217"/>
          </a:xfrm>
          <a:prstGeom prst="rect">
            <a:avLst/>
          </a:prstGeom>
        </p:spPr>
      </p:pic>
      <p:sp>
        <p:nvSpPr>
          <p:cNvPr id="24" name="DTP_Copyright"/>
          <p:cNvSpPr txBox="1">
            <a:spLocks noChangeArrowheads="1"/>
          </p:cNvSpPr>
          <p:nvPr userDrawn="1"/>
        </p:nvSpPr>
        <p:spPr bwMode="gray">
          <a:xfrm>
            <a:off x="571501" y="6573917"/>
            <a:ext cx="833562" cy="10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lvl1pPr algn="l">
              <a:defRPr>
                <a:solidFill>
                  <a:schemeClr val="tx1"/>
                </a:solidFill>
                <a:latin typeface="Arial" charset="0"/>
              </a:defRPr>
            </a:lvl1pPr>
            <a:lvl2pPr marL="742950" indent="-285750" algn="l">
              <a:defRPr>
                <a:solidFill>
                  <a:schemeClr val="tx1"/>
                </a:solidFill>
                <a:latin typeface="Arial" charset="0"/>
              </a:defRPr>
            </a:lvl2pPr>
            <a:lvl3pPr marL="1143000" indent="-228600" algn="l">
              <a:defRPr>
                <a:solidFill>
                  <a:schemeClr val="tx1"/>
                </a:solidFill>
                <a:latin typeface="Arial" charset="0"/>
              </a:defRPr>
            </a:lvl3pPr>
            <a:lvl4pPr marL="1600200" indent="-228600" algn="l">
              <a:defRPr>
                <a:solidFill>
                  <a:schemeClr val="tx1"/>
                </a:solidFill>
                <a:latin typeface="Arial" charset="0"/>
              </a:defRPr>
            </a:lvl4pPr>
            <a:lvl5pPr marL="2057400" indent="-228600" algn="l">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nSpc>
                <a:spcPct val="100000"/>
              </a:lnSpc>
            </a:pPr>
            <a:r>
              <a:rPr lang="en-US" sz="700">
                <a:solidFill>
                  <a:srgbClr val="000000">
                    <a:lumMod val="50000"/>
                    <a:lumOff val="50000"/>
                  </a:srgbClr>
                </a:solidFill>
                <a:sym typeface="+mn-lt"/>
              </a:rPr>
              <a:t>© </a:t>
            </a:r>
            <a:r>
              <a:rPr lang="en-US" sz="700" err="1">
                <a:solidFill>
                  <a:srgbClr val="000000">
                    <a:lumMod val="50000"/>
                    <a:lumOff val="50000"/>
                  </a:srgbClr>
                </a:solidFill>
                <a:sym typeface="+mn-lt"/>
              </a:rPr>
              <a:t>Vietcombank</a:t>
            </a:r>
            <a:r>
              <a:rPr lang="en-US" sz="700">
                <a:solidFill>
                  <a:srgbClr val="000000">
                    <a:lumMod val="50000"/>
                    <a:lumOff val="50000"/>
                  </a:srgbClr>
                </a:solidFill>
                <a:sym typeface="+mn-lt"/>
              </a:rPr>
              <a:t> 2019</a:t>
            </a:r>
          </a:p>
        </p:txBody>
      </p:sp>
      <p:sp>
        <p:nvSpPr>
          <p:cNvPr id="25" name="Rectangle 24"/>
          <p:cNvSpPr/>
          <p:nvPr userDrawn="1"/>
        </p:nvSpPr>
        <p:spPr>
          <a:xfrm>
            <a:off x="504826" y="6040793"/>
            <a:ext cx="1245854" cy="224677"/>
          </a:xfrm>
          <a:prstGeom prst="rect">
            <a:avLst/>
          </a:prstGeom>
        </p:spPr>
        <p:txBody>
          <a:bodyPr wrap="none">
            <a:spAutoFit/>
          </a:bodyPr>
          <a:lstStyle/>
          <a:p>
            <a:pPr algn="l"/>
            <a:r>
              <a:rPr lang="en-GB" b="1">
                <a:solidFill>
                  <a:srgbClr val="FFFFFF"/>
                </a:solidFill>
              </a:rPr>
              <a:t>HANOI, VIETNAM</a:t>
            </a:r>
          </a:p>
        </p:txBody>
      </p:sp>
      <p:pic>
        <p:nvPicPr>
          <p:cNvPr id="11" name="DTP_CompanyLogo"/>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6963741" y="542462"/>
            <a:ext cx="2177084" cy="182809"/>
          </a:xfrm>
          <a:prstGeom prst="rect">
            <a:avLst/>
          </a:prstGeom>
        </p:spPr>
      </p:pic>
    </p:spTree>
    <p:extLst>
      <p:ext uri="{BB962C8B-B14F-4D97-AF65-F5344CB8AC3E}">
        <p14:creationId xmlns:p14="http://schemas.microsoft.com/office/powerpoint/2010/main" val="20304677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024" userDrawn="1">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515188157"/>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cNvSpPr>
            <a:spLocks noGrp="1"/>
          </p:cNvSpPr>
          <p:nvPr>
            <p:ph idx="1"/>
          </p:nvPr>
        </p:nvSpPr>
        <p:spPr bwMode="gray">
          <a:xfrm>
            <a:off x="457204" y="1400400"/>
            <a:ext cx="8686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dirty="0" smtClean="0">
                <a:latin typeface="+mn-lt"/>
                <a:ea typeface="+mn-ea"/>
                <a:sym typeface="+mn-lt"/>
              </a:defRPr>
            </a:lvl1pPr>
            <a:lvl2pPr fontAlgn="base">
              <a:lnSpc>
                <a:spcPct val="100000"/>
              </a:lnSpc>
              <a:spcAft>
                <a:spcPts val="0"/>
              </a:spcAft>
              <a:defRPr lang="en-US" dirty="0" smtClean="0">
                <a:latin typeface="+mn-lt"/>
                <a:ea typeface="+mn-ea"/>
                <a:sym typeface="+mn-lt"/>
              </a:defRPr>
            </a:lvl2pPr>
            <a:lvl3pPr fontAlgn="base">
              <a:lnSpc>
                <a:spcPct val="100000"/>
              </a:lnSpc>
              <a:spcAft>
                <a:spcPts val="0"/>
              </a:spcAft>
              <a:defRPr lang="en-US" dirty="0" smtClean="0">
                <a:latin typeface="+mn-lt"/>
                <a:ea typeface="+mn-ea"/>
                <a:sym typeface="+mn-lt"/>
              </a:defRPr>
            </a:lvl3pPr>
            <a:lvl4pPr fontAlgn="base">
              <a:lnSpc>
                <a:spcPct val="100000"/>
              </a:lnSpc>
              <a:spcAft>
                <a:spcPts val="0"/>
              </a:spcAft>
              <a:defRPr lang="en-US" dirty="0" smtClean="0">
                <a:latin typeface="+mn-lt"/>
                <a:ea typeface="+mn-ea"/>
                <a:sym typeface="+mn-lt"/>
              </a:defRPr>
            </a:lvl4pPr>
            <a:lvl5pPr fontAlgn="base">
              <a:lnSpc>
                <a:spcPct val="100000"/>
              </a:lnSpc>
              <a:spcAft>
                <a:spcPts val="0"/>
              </a:spcAft>
              <a:defRPr lang="en-GB" dirty="0" smtClean="0">
                <a:latin typeface="+mn-lt"/>
                <a:ea typeface="+mn-ea"/>
                <a:sym typeface="+mn-lt"/>
              </a:defRPr>
            </a:lvl5pPr>
            <a:lvl6pPr fontAlgn="base">
              <a:lnSpc>
                <a:spcPct val="100000"/>
              </a:lnSpc>
              <a:spcAft>
                <a:spcPts val="0"/>
              </a:spcAft>
              <a:defRPr/>
            </a:lvl6pPr>
            <a:lvl7pPr fontAlgn="base">
              <a:lnSpc>
                <a:spcPct val="100000"/>
              </a:lnSpc>
              <a:spcAft>
                <a:spcPts val="0"/>
              </a:spcAft>
              <a:defRPr/>
            </a:lvl7pPr>
            <a:lvl8pPr fontAlgn="base">
              <a:lnSpc>
                <a:spcPct val="100000"/>
              </a:lnSpc>
              <a:spcAft>
                <a:spcPts val="0"/>
              </a:spcAft>
              <a:defRPr/>
            </a:lvl8pPr>
            <a:lvl9pPr fontAlgn="base">
              <a:lnSpc>
                <a:spcPct val="100000"/>
              </a:lnSpc>
              <a:spcAft>
                <a:spcPts val="0"/>
              </a:spcAft>
              <a:defRPr/>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88074184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Heading">
    <p:spTree>
      <p:nvGrpSpPr>
        <p:cNvPr id="1" name=""/>
        <p:cNvGrpSpPr/>
        <p:nvPr/>
      </p:nvGrpSpPr>
      <p:grpSpPr>
        <a:xfrm>
          <a:off x="0" y="0"/>
          <a:ext cx="0" cy="0"/>
          <a:chOff x="0" y="0"/>
          <a:chExt cx="0" cy="0"/>
        </a:xfrm>
      </p:grpSpPr>
      <p:sp>
        <p:nvSpPr>
          <p:cNvPr id="8" name="Heading"/>
          <p:cNvSpPr>
            <a:spLocks noGrp="1"/>
          </p:cNvSpPr>
          <p:nvPr>
            <p:ph type="body" sz="quarter" idx="15" hasCustomPrompt="1"/>
          </p:nvPr>
        </p:nvSpPr>
        <p:spPr bwMode="gray">
          <a:xfrm>
            <a:off x="457204" y="1400400"/>
            <a:ext cx="8686800" cy="369332"/>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a:t>
            </a:r>
            <a:r>
              <a:rPr lang="pl-PL"/>
              <a:t>2</a:t>
            </a:r>
            <a:r>
              <a:rPr lang="en-US"/>
              <a:t> </a:t>
            </a:r>
            <a:r>
              <a:rPr lang="en-US" err="1"/>
              <a:t>pt</a:t>
            </a:r>
            <a:endParaRPr lang="en-US"/>
          </a:p>
          <a:p>
            <a:pPr lvl="1"/>
            <a:r>
              <a:rPr lang="en-US"/>
              <a:t>Subheading 1</a:t>
            </a:r>
            <a:r>
              <a:rPr lang="pl-PL"/>
              <a:t>2</a:t>
            </a:r>
            <a:r>
              <a:rPr lang="en-US"/>
              <a:t> </a:t>
            </a:r>
            <a:r>
              <a:rPr lang="en-US" err="1"/>
              <a:t>pt</a:t>
            </a:r>
            <a:endParaRPr lang="en-US"/>
          </a:p>
        </p:txBody>
      </p:sp>
      <p:sp>
        <p:nvSpPr>
          <p:cNvPr id="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862449564"/>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itle and Content with heading">
    <p:spTree>
      <p:nvGrpSpPr>
        <p:cNvPr id="1" name=""/>
        <p:cNvGrpSpPr/>
        <p:nvPr/>
      </p:nvGrpSpPr>
      <p:grpSpPr>
        <a:xfrm>
          <a:off x="0" y="0"/>
          <a:ext cx="0" cy="0"/>
          <a:chOff x="0" y="0"/>
          <a:chExt cx="0" cy="0"/>
        </a:xfrm>
      </p:grpSpPr>
      <p:sp>
        <p:nvSpPr>
          <p:cNvPr id="3" name="Content"/>
          <p:cNvSpPr>
            <a:spLocks noGrp="1"/>
          </p:cNvSpPr>
          <p:nvPr>
            <p:ph idx="1"/>
          </p:nvPr>
        </p:nvSpPr>
        <p:spPr bwMode="gray">
          <a:xfrm>
            <a:off x="457204" y="1886400"/>
            <a:ext cx="8686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dirty="0" smtClean="0">
                <a:latin typeface="+mn-lt"/>
                <a:ea typeface="+mn-ea"/>
                <a:sym typeface="+mn-lt"/>
              </a:defRPr>
            </a:lvl1pPr>
            <a:lvl2pPr fontAlgn="base">
              <a:lnSpc>
                <a:spcPct val="100000"/>
              </a:lnSpc>
              <a:spcAft>
                <a:spcPts val="0"/>
              </a:spcAft>
              <a:defRPr lang="en-US" dirty="0" smtClean="0">
                <a:latin typeface="+mn-lt"/>
                <a:ea typeface="+mn-ea"/>
                <a:sym typeface="+mn-lt"/>
              </a:defRPr>
            </a:lvl2pPr>
            <a:lvl3pPr fontAlgn="base">
              <a:lnSpc>
                <a:spcPct val="100000"/>
              </a:lnSpc>
              <a:spcAft>
                <a:spcPts val="0"/>
              </a:spcAft>
              <a:defRPr lang="en-US" dirty="0" smtClean="0">
                <a:latin typeface="+mn-lt"/>
                <a:ea typeface="+mn-ea"/>
                <a:sym typeface="+mn-lt"/>
              </a:defRPr>
            </a:lvl3pPr>
            <a:lvl4pPr fontAlgn="base">
              <a:lnSpc>
                <a:spcPct val="100000"/>
              </a:lnSpc>
              <a:spcAft>
                <a:spcPts val="0"/>
              </a:spcAft>
              <a:defRPr lang="en-US" dirty="0" smtClean="0">
                <a:latin typeface="+mn-lt"/>
                <a:ea typeface="+mn-ea"/>
                <a:sym typeface="+mn-lt"/>
              </a:defRPr>
            </a:lvl4pPr>
            <a:lvl5pPr fontAlgn="base">
              <a:lnSpc>
                <a:spcPct val="100000"/>
              </a:lnSpc>
              <a:spcAft>
                <a:spcPts val="0"/>
              </a:spcAft>
              <a:defRPr lang="en-GB" dirty="0" smtClean="0">
                <a:latin typeface="+mn-lt"/>
                <a:ea typeface="+mn-ea"/>
                <a:sym typeface="+mn-lt"/>
              </a:defRPr>
            </a:lvl5pPr>
            <a:lvl6pPr fontAlgn="base">
              <a:lnSpc>
                <a:spcPct val="100000"/>
              </a:lnSpc>
              <a:spcAft>
                <a:spcPts val="0"/>
              </a:spcAft>
              <a:defRPr/>
            </a:lvl6pPr>
            <a:lvl7pPr fontAlgn="base">
              <a:lnSpc>
                <a:spcPct val="100000"/>
              </a:lnSpc>
              <a:spcAft>
                <a:spcPts val="0"/>
              </a:spcAft>
              <a:defRPr/>
            </a:lvl7pPr>
            <a:lvl8pPr fontAlgn="base">
              <a:lnSpc>
                <a:spcPct val="100000"/>
              </a:lnSpc>
              <a:spcAft>
                <a:spcPts val="0"/>
              </a:spcAft>
              <a:defRPr/>
            </a:lvl8pPr>
            <a:lvl9pPr fontAlgn="base">
              <a:lnSpc>
                <a:spcPct val="100000"/>
              </a:lnSpc>
              <a:spcAft>
                <a:spcPts val="0"/>
              </a:spcAft>
              <a:defRPr/>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Heading "/>
          <p:cNvSpPr>
            <a:spLocks noGrp="1"/>
          </p:cNvSpPr>
          <p:nvPr>
            <p:ph type="body" sz="quarter" idx="15" hasCustomPrompt="1"/>
          </p:nvPr>
        </p:nvSpPr>
        <p:spPr bwMode="gray">
          <a:xfrm>
            <a:off x="457204" y="1400400"/>
            <a:ext cx="8686800" cy="431800"/>
          </a:xfrm>
        </p:spPr>
        <p:txBody>
          <a:bodyPr lIns="0" tIns="0" rIns="0" bIns="0">
            <a:spAutoFit/>
          </a:bodyPr>
          <a:lstStyle>
            <a:lvl1pPr marL="0" indent="0" fontAlgn="base">
              <a:lnSpc>
                <a:spcPct val="100000"/>
              </a:lnSpc>
              <a:spcBef>
                <a:spcPts val="0"/>
              </a:spcBef>
              <a:spcAft>
                <a:spcPct val="0"/>
              </a:spcAft>
              <a:buNone/>
              <a:defRPr sz="1400" b="1">
                <a:solidFill>
                  <a:schemeClr val="tx1"/>
                </a:solidFill>
                <a:latin typeface="+mn-lt"/>
                <a:sym typeface="+mn-lt"/>
              </a:defRPr>
            </a:lvl1pPr>
            <a:lvl2pPr marL="0" indent="0" fontAlgn="base">
              <a:lnSpc>
                <a:spcPct val="100000"/>
              </a:lnSpc>
              <a:spcBef>
                <a:spcPts val="0"/>
              </a:spcBef>
              <a:spcAft>
                <a:spcPct val="0"/>
              </a:spcAft>
              <a:buNone/>
              <a:defRPr sz="14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14 </a:t>
            </a:r>
            <a:r>
              <a:rPr lang="en-US" err="1"/>
              <a:t>pt</a:t>
            </a:r>
            <a:endParaRPr lang="en-US"/>
          </a:p>
          <a:p>
            <a:pPr lvl="1"/>
            <a:r>
              <a:rPr lang="en-US"/>
              <a:t>Subheading 14 </a:t>
            </a:r>
            <a:r>
              <a:rPr lang="en-US" err="1"/>
              <a:t>pt</a:t>
            </a:r>
            <a:endParaRPr lang="en-US"/>
          </a:p>
        </p:txBody>
      </p:sp>
      <p:sp>
        <p:nvSpPr>
          <p:cNvPr id="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602776254"/>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Title and 2 Content with heading">
    <p:spTree>
      <p:nvGrpSpPr>
        <p:cNvPr id="1" name=""/>
        <p:cNvGrpSpPr/>
        <p:nvPr/>
      </p:nvGrpSpPr>
      <p:grpSpPr>
        <a:xfrm>
          <a:off x="0" y="0"/>
          <a:ext cx="0" cy="0"/>
          <a:chOff x="0" y="0"/>
          <a:chExt cx="0" cy="0"/>
        </a:xfrm>
      </p:grpSpPr>
      <p:sp>
        <p:nvSpPr>
          <p:cNvPr id="8" name="Content Bottom"/>
          <p:cNvSpPr>
            <a:spLocks noGrp="1"/>
          </p:cNvSpPr>
          <p:nvPr>
            <p:ph idx="21"/>
          </p:nvPr>
        </p:nvSpPr>
        <p:spPr bwMode="gray">
          <a:xfrm>
            <a:off x="457204" y="4489257"/>
            <a:ext cx="8686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Heading Bottom"/>
          <p:cNvSpPr>
            <a:spLocks noGrp="1"/>
          </p:cNvSpPr>
          <p:nvPr>
            <p:ph type="body" sz="quarter" idx="22" hasCustomPrompt="1"/>
          </p:nvPr>
        </p:nvSpPr>
        <p:spPr bwMode="gray">
          <a:xfrm>
            <a:off x="457204" y="4003257"/>
            <a:ext cx="8686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4" name="Content Top"/>
          <p:cNvSpPr>
            <a:spLocks noGrp="1"/>
          </p:cNvSpPr>
          <p:nvPr>
            <p:ph idx="1"/>
          </p:nvPr>
        </p:nvSpPr>
        <p:spPr bwMode="gray">
          <a:xfrm>
            <a:off x="457204" y="1886400"/>
            <a:ext cx="8686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6" name="Heading Top"/>
          <p:cNvSpPr>
            <a:spLocks noGrp="1"/>
          </p:cNvSpPr>
          <p:nvPr>
            <p:ph type="body" sz="quarter" idx="15" hasCustomPrompt="1"/>
          </p:nvPr>
        </p:nvSpPr>
        <p:spPr bwMode="gray">
          <a:xfrm>
            <a:off x="457204" y="1400400"/>
            <a:ext cx="8686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408932987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Section">
    <p:spTree>
      <p:nvGrpSpPr>
        <p:cNvPr id="1" name=""/>
        <p:cNvGrpSpPr/>
        <p:nvPr/>
      </p:nvGrpSpPr>
      <p:grpSpPr>
        <a:xfrm>
          <a:off x="0" y="0"/>
          <a:ext cx="0" cy="0"/>
          <a:chOff x="0" y="0"/>
          <a:chExt cx="0" cy="0"/>
        </a:xfrm>
      </p:grpSpPr>
      <p:sp>
        <p:nvSpPr>
          <p:cNvPr id="13" name="SectionTitle"/>
          <p:cNvSpPr>
            <a:spLocks noGrp="1"/>
          </p:cNvSpPr>
          <p:nvPr>
            <p:ph type="body" sz="quarter" idx="11" hasCustomPrompt="1"/>
          </p:nvPr>
        </p:nvSpPr>
        <p:spPr bwMode="gray">
          <a:xfrm>
            <a:off x="3034150" y="2934396"/>
            <a:ext cx="6106679" cy="1007181"/>
          </a:xfrm>
          <a:blipFill dpi="0" rotWithShape="1">
            <a:blip r:embed="rId2"/>
            <a:srcRect/>
            <a:stretch>
              <a:fillRect/>
            </a:stretch>
          </a:blipFill>
          <a:ln>
            <a:noFill/>
          </a:ln>
          <a:effectLst/>
        </p:spPr>
        <p:txBody>
          <a:bodyPr vert="horz" wrap="square" lIns="144000" tIns="72000" rIns="0" bIns="72000" numCol="1" anchor="t" anchorCtr="0" compatLnSpc="1">
            <a:prstTxWarp prst="textNoShape">
              <a:avLst/>
            </a:prstTxWarp>
            <a:spAutoFit/>
          </a:bodyPr>
          <a:lstStyle>
            <a:lvl1pPr marL="0" indent="0" algn="l" fontAlgn="base">
              <a:lnSpc>
                <a:spcPct val="100000"/>
              </a:lnSpc>
              <a:spcBef>
                <a:spcPts val="0"/>
              </a:spcBef>
              <a:spcAft>
                <a:spcPct val="0"/>
              </a:spcAft>
              <a:buNone/>
              <a:defRPr lang="en-US" sz="2800" kern="0" baseline="0" dirty="0" smtClean="0">
                <a:solidFill>
                  <a:srgbClr val="005024"/>
                </a:solidFill>
                <a:latin typeface="+mn-lt"/>
                <a:sym typeface="+mn-lt"/>
              </a:defRPr>
            </a:lvl1pPr>
            <a:lvl2pPr marL="457200" indent="-457200" algn="l">
              <a:buNone/>
              <a:defRPr lang="en-US" sz="2800" kern="1200" dirty="0" smtClean="0">
                <a:solidFill>
                  <a:schemeClr val="accent1"/>
                </a:solidFill>
                <a:ea typeface="+mn-ea"/>
              </a:defRPr>
            </a:lvl2pPr>
          </a:lstStyle>
          <a:p>
            <a:pPr marL="0" lvl="0" indent="0">
              <a:lnSpc>
                <a:spcPct val="100000"/>
              </a:lnSpc>
              <a:spcBef>
                <a:spcPts val="0"/>
              </a:spcBef>
            </a:pPr>
            <a:r>
              <a:rPr lang="en-US"/>
              <a:t>Click to add text</a:t>
            </a:r>
          </a:p>
          <a:p>
            <a:pPr marL="0" lvl="0" indent="0">
              <a:lnSpc>
                <a:spcPct val="100000"/>
              </a:lnSpc>
              <a:spcBef>
                <a:spcPts val="0"/>
              </a:spcBef>
            </a:pPr>
            <a:endParaRPr lang="en-US"/>
          </a:p>
        </p:txBody>
      </p:sp>
      <p:sp>
        <p:nvSpPr>
          <p:cNvPr id="15" name="SectionNumber"/>
          <p:cNvSpPr>
            <a:spLocks noGrp="1"/>
          </p:cNvSpPr>
          <p:nvPr>
            <p:ph type="body" sz="quarter" idx="12" hasCustomPrompt="1"/>
          </p:nvPr>
        </p:nvSpPr>
        <p:spPr bwMode="gray">
          <a:xfrm>
            <a:off x="457200" y="2934392"/>
            <a:ext cx="2422179" cy="1008000"/>
          </a:xfrm>
        </p:spPr>
        <p:txBody>
          <a:bodyPr lIns="0" tIns="72000" rIns="0" bIns="72000"/>
          <a:lstStyle>
            <a:lvl1pPr marL="0" indent="0" algn="r" fontAlgn="base">
              <a:lnSpc>
                <a:spcPct val="100000"/>
              </a:lnSpc>
              <a:spcBef>
                <a:spcPct val="0"/>
              </a:spcBef>
              <a:spcAft>
                <a:spcPct val="0"/>
              </a:spcAft>
              <a:buNone/>
              <a:defRPr sz="2800">
                <a:solidFill>
                  <a:schemeClr val="tx1">
                    <a:lumMod val="50000"/>
                    <a:lumOff val="50000"/>
                  </a:schemeClr>
                </a:solidFill>
                <a:latin typeface="+mn-lt"/>
                <a:sym typeface="+mn-lt"/>
              </a:defRPr>
            </a:lvl1pPr>
          </a:lstStyle>
          <a:p>
            <a:pPr lvl="0"/>
            <a:r>
              <a:rPr lang="en-US"/>
              <a:t>Section #</a:t>
            </a:r>
          </a:p>
        </p:txBody>
      </p:sp>
    </p:spTree>
    <p:extLst>
      <p:ext uri="{BB962C8B-B14F-4D97-AF65-F5344CB8AC3E}">
        <p14:creationId xmlns:p14="http://schemas.microsoft.com/office/powerpoint/2010/main" val="1445604694"/>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6" name="Content Right"/>
          <p:cNvSpPr>
            <a:spLocks noGrp="1"/>
          </p:cNvSpPr>
          <p:nvPr>
            <p:ph idx="11"/>
          </p:nvPr>
        </p:nvSpPr>
        <p:spPr bwMode="gray">
          <a:xfrm>
            <a:off x="5029200" y="1400400"/>
            <a:ext cx="4114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5" name="Content Left"/>
          <p:cNvSpPr>
            <a:spLocks noGrp="1"/>
          </p:cNvSpPr>
          <p:nvPr>
            <p:ph idx="1"/>
          </p:nvPr>
        </p:nvSpPr>
        <p:spPr bwMode="gray">
          <a:xfrm>
            <a:off x="457200" y="1400400"/>
            <a:ext cx="4114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554853489"/>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2 columns with heading">
    <p:spTree>
      <p:nvGrpSpPr>
        <p:cNvPr id="1" name=""/>
        <p:cNvGrpSpPr/>
        <p:nvPr/>
      </p:nvGrpSpPr>
      <p:grpSpPr>
        <a:xfrm>
          <a:off x="0" y="0"/>
          <a:ext cx="0" cy="0"/>
          <a:chOff x="0" y="0"/>
          <a:chExt cx="0" cy="0"/>
        </a:xfrm>
      </p:grpSpPr>
      <p:sp>
        <p:nvSpPr>
          <p:cNvPr id="16" name="Content Right"/>
          <p:cNvSpPr>
            <a:spLocks noGrp="1"/>
          </p:cNvSpPr>
          <p:nvPr>
            <p:ph idx="11"/>
          </p:nvPr>
        </p:nvSpPr>
        <p:spPr bwMode="gray">
          <a:xfrm>
            <a:off x="5029200" y="1886400"/>
            <a:ext cx="4114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5" name="Content Left"/>
          <p:cNvSpPr>
            <a:spLocks noGrp="1"/>
          </p:cNvSpPr>
          <p:nvPr>
            <p:ph idx="1"/>
          </p:nvPr>
        </p:nvSpPr>
        <p:spPr bwMode="gray">
          <a:xfrm>
            <a:off x="457200" y="1886400"/>
            <a:ext cx="4114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4" name="Heading Right"/>
          <p:cNvSpPr>
            <a:spLocks noGrp="1"/>
          </p:cNvSpPr>
          <p:nvPr>
            <p:ph type="body" sz="quarter" idx="16" hasCustomPrompt="1"/>
          </p:nvPr>
        </p:nvSpPr>
        <p:spPr bwMode="gray">
          <a:xfrm>
            <a:off x="5029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3" name="Heading Left"/>
          <p:cNvSpPr>
            <a:spLocks noGrp="1"/>
          </p:cNvSpPr>
          <p:nvPr>
            <p:ph type="body" sz="quarter" idx="15" hasCustomPrompt="1"/>
          </p:nvPr>
        </p:nvSpPr>
        <p:spPr bwMode="gray">
          <a:xfrm>
            <a:off x="457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774205404"/>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 headings">
    <p:spTree>
      <p:nvGrpSpPr>
        <p:cNvPr id="1" name=""/>
        <p:cNvGrpSpPr/>
        <p:nvPr/>
      </p:nvGrpSpPr>
      <p:grpSpPr>
        <a:xfrm>
          <a:off x="0" y="0"/>
          <a:ext cx="0" cy="0"/>
          <a:chOff x="0" y="0"/>
          <a:chExt cx="0" cy="0"/>
        </a:xfrm>
      </p:grpSpPr>
      <p:sp>
        <p:nvSpPr>
          <p:cNvPr id="14" name="Heading Right"/>
          <p:cNvSpPr>
            <a:spLocks noGrp="1"/>
          </p:cNvSpPr>
          <p:nvPr>
            <p:ph type="body" sz="quarter" idx="16" hasCustomPrompt="1"/>
          </p:nvPr>
        </p:nvSpPr>
        <p:spPr bwMode="gray">
          <a:xfrm>
            <a:off x="5029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3" name="Heading Left"/>
          <p:cNvSpPr>
            <a:spLocks noGrp="1"/>
          </p:cNvSpPr>
          <p:nvPr>
            <p:ph type="body" sz="quarter" idx="15" hasCustomPrompt="1"/>
          </p:nvPr>
        </p:nvSpPr>
        <p:spPr bwMode="gray">
          <a:xfrm>
            <a:off x="457200" y="1400400"/>
            <a:ext cx="4114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2"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249452055"/>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4 textboxes">
    <p:spTree>
      <p:nvGrpSpPr>
        <p:cNvPr id="1" name=""/>
        <p:cNvGrpSpPr/>
        <p:nvPr/>
      </p:nvGrpSpPr>
      <p:grpSpPr>
        <a:xfrm>
          <a:off x="0" y="0"/>
          <a:ext cx="0" cy="0"/>
          <a:chOff x="0" y="0"/>
          <a:chExt cx="0" cy="0"/>
        </a:xfrm>
      </p:grpSpPr>
      <p:sp>
        <p:nvSpPr>
          <p:cNvPr id="6" name="Content Right Bottom"/>
          <p:cNvSpPr>
            <a:spLocks noGrp="1"/>
          </p:cNvSpPr>
          <p:nvPr>
            <p:ph idx="27"/>
          </p:nvPr>
        </p:nvSpPr>
        <p:spPr bwMode="gray">
          <a:xfrm>
            <a:off x="5029200" y="40032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4" name="Content Left Bottom"/>
          <p:cNvSpPr>
            <a:spLocks noGrp="1"/>
          </p:cNvSpPr>
          <p:nvPr>
            <p:ph idx="28"/>
          </p:nvPr>
        </p:nvSpPr>
        <p:spPr bwMode="gray">
          <a:xfrm>
            <a:off x="457200" y="40032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Content Right Top"/>
          <p:cNvSpPr>
            <a:spLocks noGrp="1"/>
          </p:cNvSpPr>
          <p:nvPr>
            <p:ph idx="26"/>
          </p:nvPr>
        </p:nvSpPr>
        <p:spPr bwMode="gray">
          <a:xfrm>
            <a:off x="5029200" y="14004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Content Left Top"/>
          <p:cNvSpPr>
            <a:spLocks noGrp="1"/>
          </p:cNvSpPr>
          <p:nvPr>
            <p:ph idx="1"/>
          </p:nvPr>
        </p:nvSpPr>
        <p:spPr bwMode="gray">
          <a:xfrm>
            <a:off x="457200" y="1400400"/>
            <a:ext cx="4114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34719466"/>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4 textboxes with heading">
    <p:spTree>
      <p:nvGrpSpPr>
        <p:cNvPr id="1" name=""/>
        <p:cNvGrpSpPr/>
        <p:nvPr/>
      </p:nvGrpSpPr>
      <p:grpSpPr>
        <a:xfrm>
          <a:off x="0" y="0"/>
          <a:ext cx="0" cy="0"/>
          <a:chOff x="0" y="0"/>
          <a:chExt cx="0" cy="0"/>
        </a:xfrm>
      </p:grpSpPr>
      <p:sp>
        <p:nvSpPr>
          <p:cNvPr id="6" name="Content Right Bottom"/>
          <p:cNvSpPr>
            <a:spLocks noGrp="1"/>
          </p:cNvSpPr>
          <p:nvPr>
            <p:ph idx="30"/>
          </p:nvPr>
        </p:nvSpPr>
        <p:spPr bwMode="gray">
          <a:xfrm>
            <a:off x="5029200" y="44892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4" name="Content Left Bottom"/>
          <p:cNvSpPr>
            <a:spLocks noGrp="1"/>
          </p:cNvSpPr>
          <p:nvPr>
            <p:ph idx="31"/>
          </p:nvPr>
        </p:nvSpPr>
        <p:spPr bwMode="gray">
          <a:xfrm>
            <a:off x="457200" y="44892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2" name="Heading Right Bottom"/>
          <p:cNvSpPr>
            <a:spLocks noGrp="1"/>
          </p:cNvSpPr>
          <p:nvPr>
            <p:ph type="body" sz="quarter" idx="18" hasCustomPrompt="1"/>
          </p:nvPr>
        </p:nvSpPr>
        <p:spPr bwMode="gray">
          <a:xfrm>
            <a:off x="5029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3" name="Heading Left Bottom"/>
          <p:cNvSpPr>
            <a:spLocks noGrp="1"/>
          </p:cNvSpPr>
          <p:nvPr>
            <p:ph type="body" sz="quarter" idx="20" hasCustomPrompt="1"/>
          </p:nvPr>
        </p:nvSpPr>
        <p:spPr bwMode="gray">
          <a:xfrm>
            <a:off x="457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8" name="Content Right Top"/>
          <p:cNvSpPr>
            <a:spLocks noGrp="1"/>
          </p:cNvSpPr>
          <p:nvPr>
            <p:ph idx="29"/>
          </p:nvPr>
        </p:nvSpPr>
        <p:spPr bwMode="gray">
          <a:xfrm>
            <a:off x="5029200" y="18864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Content Left Top"/>
          <p:cNvSpPr>
            <a:spLocks noGrp="1"/>
          </p:cNvSpPr>
          <p:nvPr>
            <p:ph idx="1"/>
          </p:nvPr>
        </p:nvSpPr>
        <p:spPr bwMode="gray">
          <a:xfrm>
            <a:off x="457200" y="1886400"/>
            <a:ext cx="4114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1" name="Heading Right Top"/>
          <p:cNvSpPr>
            <a:spLocks noGrp="1"/>
          </p:cNvSpPr>
          <p:nvPr>
            <p:ph type="body" sz="quarter" idx="16" hasCustomPrompt="1"/>
          </p:nvPr>
        </p:nvSpPr>
        <p:spPr bwMode="gray">
          <a:xfrm>
            <a:off x="5029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0" name="Heading Left Top"/>
          <p:cNvSpPr>
            <a:spLocks noGrp="1"/>
          </p:cNvSpPr>
          <p:nvPr>
            <p:ph type="body" sz="quarter" idx="15" hasCustomPrompt="1"/>
          </p:nvPr>
        </p:nvSpPr>
        <p:spPr bwMode="gray">
          <a:xfrm>
            <a:off x="457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711252668"/>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4 headings">
    <p:spTree>
      <p:nvGrpSpPr>
        <p:cNvPr id="1" name=""/>
        <p:cNvGrpSpPr/>
        <p:nvPr/>
      </p:nvGrpSpPr>
      <p:grpSpPr>
        <a:xfrm>
          <a:off x="0" y="0"/>
          <a:ext cx="0" cy="0"/>
          <a:chOff x="0" y="0"/>
          <a:chExt cx="0" cy="0"/>
        </a:xfrm>
      </p:grpSpPr>
      <p:sp>
        <p:nvSpPr>
          <p:cNvPr id="24" name="Heading Right Bottom"/>
          <p:cNvSpPr>
            <a:spLocks noGrp="1"/>
          </p:cNvSpPr>
          <p:nvPr>
            <p:ph type="body" sz="quarter" idx="18" hasCustomPrompt="1"/>
          </p:nvPr>
        </p:nvSpPr>
        <p:spPr bwMode="gray">
          <a:xfrm>
            <a:off x="5029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25" name="Heading Left Bottom"/>
          <p:cNvSpPr>
            <a:spLocks noGrp="1"/>
          </p:cNvSpPr>
          <p:nvPr>
            <p:ph type="body" sz="quarter" idx="20" hasCustomPrompt="1"/>
          </p:nvPr>
        </p:nvSpPr>
        <p:spPr bwMode="gray">
          <a:xfrm>
            <a:off x="457200" y="40032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8" name="Heading Right Top"/>
          <p:cNvSpPr>
            <a:spLocks noGrp="1"/>
          </p:cNvSpPr>
          <p:nvPr>
            <p:ph type="body" sz="quarter" idx="16" hasCustomPrompt="1"/>
          </p:nvPr>
        </p:nvSpPr>
        <p:spPr bwMode="gray">
          <a:xfrm>
            <a:off x="5029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7" name="Heading Left Top"/>
          <p:cNvSpPr>
            <a:spLocks noGrp="1"/>
          </p:cNvSpPr>
          <p:nvPr>
            <p:ph type="body" sz="quarter" idx="15" hasCustomPrompt="1"/>
          </p:nvPr>
        </p:nvSpPr>
        <p:spPr bwMode="gray">
          <a:xfrm>
            <a:off x="457200" y="1400400"/>
            <a:ext cx="4114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4"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419526274"/>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15" name="Content Right"/>
          <p:cNvSpPr>
            <a:spLocks noGrp="1"/>
          </p:cNvSpPr>
          <p:nvPr>
            <p:ph idx="27"/>
          </p:nvPr>
        </p:nvSpPr>
        <p:spPr bwMode="gray">
          <a:xfrm>
            <a:off x="6553200" y="1400400"/>
            <a:ext cx="2590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4" name="Content Middle"/>
          <p:cNvSpPr>
            <a:spLocks noGrp="1"/>
          </p:cNvSpPr>
          <p:nvPr>
            <p:ph idx="26"/>
          </p:nvPr>
        </p:nvSpPr>
        <p:spPr bwMode="gray">
          <a:xfrm>
            <a:off x="3505200" y="1400400"/>
            <a:ext cx="2590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3" name="Content Left"/>
          <p:cNvSpPr>
            <a:spLocks noGrp="1"/>
          </p:cNvSpPr>
          <p:nvPr>
            <p:ph idx="25"/>
          </p:nvPr>
        </p:nvSpPr>
        <p:spPr bwMode="gray">
          <a:xfrm>
            <a:off x="457200" y="1400400"/>
            <a:ext cx="2590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325261325"/>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3 columns with heading">
    <p:spTree>
      <p:nvGrpSpPr>
        <p:cNvPr id="1" name=""/>
        <p:cNvGrpSpPr/>
        <p:nvPr/>
      </p:nvGrpSpPr>
      <p:grpSpPr>
        <a:xfrm>
          <a:off x="0" y="0"/>
          <a:ext cx="0" cy="0"/>
          <a:chOff x="0" y="0"/>
          <a:chExt cx="0" cy="0"/>
        </a:xfrm>
      </p:grpSpPr>
      <p:sp>
        <p:nvSpPr>
          <p:cNvPr id="18" name="Content Right"/>
          <p:cNvSpPr>
            <a:spLocks noGrp="1"/>
          </p:cNvSpPr>
          <p:nvPr>
            <p:ph idx="27"/>
          </p:nvPr>
        </p:nvSpPr>
        <p:spPr bwMode="gray">
          <a:xfrm>
            <a:off x="6553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7" name="Content Middle"/>
          <p:cNvSpPr>
            <a:spLocks noGrp="1"/>
          </p:cNvSpPr>
          <p:nvPr>
            <p:ph idx="26"/>
          </p:nvPr>
        </p:nvSpPr>
        <p:spPr bwMode="gray">
          <a:xfrm>
            <a:off x="3505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6" name="Content Left"/>
          <p:cNvSpPr>
            <a:spLocks noGrp="1"/>
          </p:cNvSpPr>
          <p:nvPr>
            <p:ph idx="25"/>
          </p:nvPr>
        </p:nvSpPr>
        <p:spPr bwMode="gray">
          <a:xfrm>
            <a:off x="457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21" name="Heading Right"/>
          <p:cNvSpPr>
            <a:spLocks noGrp="1"/>
          </p:cNvSpPr>
          <p:nvPr>
            <p:ph type="body" sz="quarter" idx="12" hasCustomPrompt="1"/>
          </p:nvPr>
        </p:nvSpPr>
        <p:spPr bwMode="gray">
          <a:xfrm>
            <a:off x="6553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2" name="Heading Middle"/>
          <p:cNvSpPr>
            <a:spLocks noGrp="1"/>
          </p:cNvSpPr>
          <p:nvPr>
            <p:ph type="body" sz="quarter" idx="13" hasCustomPrompt="1"/>
          </p:nvPr>
        </p:nvSpPr>
        <p:spPr bwMode="gray">
          <a:xfrm>
            <a:off x="3505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0" name="Heading Left"/>
          <p:cNvSpPr>
            <a:spLocks noGrp="1"/>
          </p:cNvSpPr>
          <p:nvPr>
            <p:ph type="body" sz="quarter" idx="11" hasCustomPrompt="1"/>
          </p:nvPr>
        </p:nvSpPr>
        <p:spPr bwMode="gray">
          <a:xfrm>
            <a:off x="457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13"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413538947"/>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3 headings">
    <p:spTree>
      <p:nvGrpSpPr>
        <p:cNvPr id="1" name=""/>
        <p:cNvGrpSpPr/>
        <p:nvPr/>
      </p:nvGrpSpPr>
      <p:grpSpPr>
        <a:xfrm>
          <a:off x="0" y="0"/>
          <a:ext cx="0" cy="0"/>
          <a:chOff x="0" y="0"/>
          <a:chExt cx="0" cy="0"/>
        </a:xfrm>
      </p:grpSpPr>
      <p:sp>
        <p:nvSpPr>
          <p:cNvPr id="21" name="Heading Right"/>
          <p:cNvSpPr>
            <a:spLocks noGrp="1"/>
          </p:cNvSpPr>
          <p:nvPr>
            <p:ph type="body" sz="quarter" idx="12" hasCustomPrompt="1"/>
          </p:nvPr>
        </p:nvSpPr>
        <p:spPr bwMode="gray">
          <a:xfrm>
            <a:off x="6553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2" name="Heading Middle"/>
          <p:cNvSpPr>
            <a:spLocks noGrp="1"/>
          </p:cNvSpPr>
          <p:nvPr>
            <p:ph type="body" sz="quarter" idx="13" hasCustomPrompt="1"/>
          </p:nvPr>
        </p:nvSpPr>
        <p:spPr bwMode="gray">
          <a:xfrm>
            <a:off x="3505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20" name="Heading Left"/>
          <p:cNvSpPr>
            <a:spLocks noGrp="1"/>
          </p:cNvSpPr>
          <p:nvPr>
            <p:ph type="body" sz="quarter" idx="11" hasCustomPrompt="1"/>
          </p:nvPr>
        </p:nvSpPr>
        <p:spPr bwMode="gray">
          <a:xfrm>
            <a:off x="457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b="0" baseline="0">
                <a:solidFill>
                  <a:schemeClr val="tx1"/>
                </a:solidFill>
                <a:latin typeface="+mn-lt"/>
                <a:sym typeface="+mn-lt"/>
              </a:defRPr>
            </a:lvl2pPr>
          </a:lstStyle>
          <a:p>
            <a:pPr lvl="0"/>
            <a:r>
              <a:rPr lang="en-US"/>
              <a:t>Heading 12 </a:t>
            </a:r>
            <a:r>
              <a:rPr lang="en-US" err="1"/>
              <a:t>pt</a:t>
            </a:r>
            <a:endParaRPr lang="en-US"/>
          </a:p>
          <a:p>
            <a:pPr lvl="1"/>
            <a:r>
              <a:rPr lang="en-US"/>
              <a:t>Subheading 12 </a:t>
            </a:r>
            <a:r>
              <a:rPr lang="en-US" err="1"/>
              <a:t>pt</a:t>
            </a:r>
            <a:endParaRPr lang="en-US"/>
          </a:p>
        </p:txBody>
      </p:sp>
      <p:sp>
        <p:nvSpPr>
          <p:cNvPr id="13"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526035923"/>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6 textboxes">
    <p:spTree>
      <p:nvGrpSpPr>
        <p:cNvPr id="1" name=""/>
        <p:cNvGrpSpPr/>
        <p:nvPr/>
      </p:nvGrpSpPr>
      <p:grpSpPr>
        <a:xfrm>
          <a:off x="0" y="0"/>
          <a:ext cx="0" cy="0"/>
          <a:chOff x="0" y="0"/>
          <a:chExt cx="0" cy="0"/>
        </a:xfrm>
      </p:grpSpPr>
      <p:sp>
        <p:nvSpPr>
          <p:cNvPr id="8" name="Content Right Bottom"/>
          <p:cNvSpPr>
            <a:spLocks noGrp="1"/>
          </p:cNvSpPr>
          <p:nvPr>
            <p:ph idx="40"/>
          </p:nvPr>
        </p:nvSpPr>
        <p:spPr bwMode="gray">
          <a:xfrm>
            <a:off x="6553200" y="40032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6" name="Content Middle Bottom"/>
          <p:cNvSpPr>
            <a:spLocks noGrp="1"/>
          </p:cNvSpPr>
          <p:nvPr>
            <p:ph idx="41"/>
          </p:nvPr>
        </p:nvSpPr>
        <p:spPr bwMode="gray">
          <a:xfrm>
            <a:off x="3505200" y="40032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4" name="Content Left Bottom"/>
          <p:cNvSpPr>
            <a:spLocks noGrp="1"/>
          </p:cNvSpPr>
          <p:nvPr>
            <p:ph idx="42"/>
          </p:nvPr>
        </p:nvSpPr>
        <p:spPr bwMode="gray">
          <a:xfrm>
            <a:off x="457200" y="40032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9" name="Content Right Top"/>
          <p:cNvSpPr>
            <a:spLocks noGrp="1"/>
          </p:cNvSpPr>
          <p:nvPr>
            <p:ph idx="39"/>
          </p:nvPr>
        </p:nvSpPr>
        <p:spPr bwMode="gray">
          <a:xfrm>
            <a:off x="6553200" y="14004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0" name="Content Middle Top"/>
          <p:cNvSpPr>
            <a:spLocks noGrp="1"/>
          </p:cNvSpPr>
          <p:nvPr>
            <p:ph idx="38"/>
          </p:nvPr>
        </p:nvSpPr>
        <p:spPr bwMode="gray">
          <a:xfrm>
            <a:off x="3505200" y="14004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1" name="Content Left Top"/>
          <p:cNvSpPr>
            <a:spLocks noGrp="1"/>
          </p:cNvSpPr>
          <p:nvPr>
            <p:ph idx="1"/>
          </p:nvPr>
        </p:nvSpPr>
        <p:spPr bwMode="gray">
          <a:xfrm>
            <a:off x="457200" y="1400400"/>
            <a:ext cx="2590800" cy="23292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latin typeface="+mn-lt"/>
                <a:ea typeface="+mn-ea"/>
                <a:sym typeface="+mn-lt"/>
              </a:defRPr>
            </a:lvl1pPr>
            <a:lvl2pPr marL="216000" indent="-108000" fontAlgn="base">
              <a:lnSpc>
                <a:spcPct val="100000"/>
              </a:lnSpc>
              <a:spcBef>
                <a:spcPts val="200"/>
              </a:spcBef>
              <a:spcAft>
                <a:spcPts val="0"/>
              </a:spcAft>
              <a:defRPr lang="en-US" sz="1000" dirty="0" smtClean="0">
                <a:latin typeface="+mn-lt"/>
                <a:ea typeface="+mn-ea"/>
                <a:sym typeface="+mn-lt"/>
              </a:defRPr>
            </a:lvl2pPr>
            <a:lvl3pPr marL="324000" indent="-108000" fontAlgn="base">
              <a:lnSpc>
                <a:spcPct val="100000"/>
              </a:lnSpc>
              <a:spcBef>
                <a:spcPts val="200"/>
              </a:spcBef>
              <a:spcAft>
                <a:spcPts val="0"/>
              </a:spcAft>
              <a:defRPr lang="en-US" sz="1000" dirty="0" smtClean="0">
                <a:latin typeface="+mn-lt"/>
                <a:ea typeface="+mn-ea"/>
                <a:sym typeface="+mn-lt"/>
              </a:defRPr>
            </a:lvl3pPr>
            <a:lvl4pPr marL="432000" indent="-108000" fontAlgn="base">
              <a:lnSpc>
                <a:spcPct val="100000"/>
              </a:lnSpc>
              <a:spcBef>
                <a:spcPts val="200"/>
              </a:spcBef>
              <a:spcAft>
                <a:spcPts val="0"/>
              </a:spcAft>
              <a:defRPr lang="en-US" sz="1000" dirty="0" smtClean="0">
                <a:latin typeface="+mn-lt"/>
                <a:ea typeface="+mn-ea"/>
                <a:sym typeface="+mn-lt"/>
              </a:defRPr>
            </a:lvl4pPr>
            <a:lvl5pPr marL="540000" indent="-108000" fontAlgn="base">
              <a:lnSpc>
                <a:spcPct val="100000"/>
              </a:lnSpc>
              <a:spcBef>
                <a:spcPts val="200"/>
              </a:spcBef>
              <a:spcAft>
                <a:spcPts val="0"/>
              </a:spcAft>
              <a:defRPr lang="en-GB" sz="1000" dirty="0" smtClean="0">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1647377237"/>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6 textboxes with heading">
    <p:spTree>
      <p:nvGrpSpPr>
        <p:cNvPr id="1" name=""/>
        <p:cNvGrpSpPr/>
        <p:nvPr/>
      </p:nvGrpSpPr>
      <p:grpSpPr>
        <a:xfrm>
          <a:off x="0" y="0"/>
          <a:ext cx="0" cy="0"/>
          <a:chOff x="0" y="0"/>
          <a:chExt cx="0" cy="0"/>
        </a:xfrm>
      </p:grpSpPr>
      <p:sp>
        <p:nvSpPr>
          <p:cNvPr id="4" name="Content Right Bottom"/>
          <p:cNvSpPr>
            <a:spLocks noGrp="1"/>
          </p:cNvSpPr>
          <p:nvPr>
            <p:ph idx="40"/>
          </p:nvPr>
        </p:nvSpPr>
        <p:spPr bwMode="gray">
          <a:xfrm>
            <a:off x="6553200" y="44892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6" name="Content Middle Bottom"/>
          <p:cNvSpPr>
            <a:spLocks noGrp="1"/>
          </p:cNvSpPr>
          <p:nvPr>
            <p:ph idx="41"/>
          </p:nvPr>
        </p:nvSpPr>
        <p:spPr bwMode="gray">
          <a:xfrm>
            <a:off x="3505200" y="44892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Content Left Bottom"/>
          <p:cNvSpPr>
            <a:spLocks noGrp="1"/>
          </p:cNvSpPr>
          <p:nvPr>
            <p:ph idx="42"/>
          </p:nvPr>
        </p:nvSpPr>
        <p:spPr bwMode="gray">
          <a:xfrm>
            <a:off x="457200" y="44892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5" name="Heading Right Bottom"/>
          <p:cNvSpPr>
            <a:spLocks noGrp="1"/>
          </p:cNvSpPr>
          <p:nvPr>
            <p:ph type="body" sz="quarter" idx="22" hasCustomPrompt="1"/>
          </p:nvPr>
        </p:nvSpPr>
        <p:spPr bwMode="gray">
          <a:xfrm>
            <a:off x="6553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7" name="Heading Middle Bottom"/>
          <p:cNvSpPr>
            <a:spLocks noGrp="1"/>
          </p:cNvSpPr>
          <p:nvPr>
            <p:ph type="body" sz="quarter" idx="26" hasCustomPrompt="1"/>
          </p:nvPr>
        </p:nvSpPr>
        <p:spPr bwMode="gray">
          <a:xfrm>
            <a:off x="3505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6" name="Heading Left Bottom"/>
          <p:cNvSpPr>
            <a:spLocks noGrp="1"/>
          </p:cNvSpPr>
          <p:nvPr>
            <p:ph type="body" sz="quarter" idx="24" hasCustomPrompt="1"/>
          </p:nvPr>
        </p:nvSpPr>
        <p:spPr bwMode="gray">
          <a:xfrm>
            <a:off x="457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9" name="Content Right Top"/>
          <p:cNvSpPr>
            <a:spLocks noGrp="1"/>
          </p:cNvSpPr>
          <p:nvPr>
            <p:ph idx="39"/>
          </p:nvPr>
        </p:nvSpPr>
        <p:spPr bwMode="gray">
          <a:xfrm>
            <a:off x="6553200" y="18864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0" name="Content Middle Top"/>
          <p:cNvSpPr>
            <a:spLocks noGrp="1"/>
          </p:cNvSpPr>
          <p:nvPr>
            <p:ph idx="38"/>
          </p:nvPr>
        </p:nvSpPr>
        <p:spPr bwMode="gray">
          <a:xfrm>
            <a:off x="3505200" y="18864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1" name="Content Left Top"/>
          <p:cNvSpPr>
            <a:spLocks noGrp="1"/>
          </p:cNvSpPr>
          <p:nvPr>
            <p:ph idx="1"/>
          </p:nvPr>
        </p:nvSpPr>
        <p:spPr bwMode="gray">
          <a:xfrm>
            <a:off x="457200" y="1886400"/>
            <a:ext cx="2590800" cy="18415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108000" indent="-108000" fontAlgn="base">
              <a:lnSpc>
                <a:spcPct val="100000"/>
              </a:lnSpc>
              <a:spcBef>
                <a:spcPts val="600"/>
              </a:spcBef>
              <a:spcAft>
                <a:spcPts val="0"/>
              </a:spcAft>
              <a:defRPr lang="en-US" sz="1000" dirty="0" smtClean="0">
                <a:solidFill>
                  <a:schemeClr val="tx1"/>
                </a:solidFill>
                <a:latin typeface="+mn-lt"/>
                <a:ea typeface="+mn-ea"/>
                <a:sym typeface="+mn-lt"/>
              </a:defRPr>
            </a:lvl1pPr>
            <a:lvl2pPr marL="216000" indent="-108000" fontAlgn="base">
              <a:lnSpc>
                <a:spcPct val="100000"/>
              </a:lnSpc>
              <a:spcBef>
                <a:spcPts val="200"/>
              </a:spcBef>
              <a:spcAft>
                <a:spcPts val="0"/>
              </a:spcAft>
              <a:defRPr lang="en-US" sz="1000" dirty="0" smtClean="0">
                <a:solidFill>
                  <a:schemeClr val="tx1"/>
                </a:solidFill>
                <a:latin typeface="+mn-lt"/>
                <a:ea typeface="+mn-ea"/>
                <a:sym typeface="+mn-lt"/>
              </a:defRPr>
            </a:lvl2pPr>
            <a:lvl3pPr marL="324000" indent="-108000" fontAlgn="base">
              <a:lnSpc>
                <a:spcPct val="100000"/>
              </a:lnSpc>
              <a:spcBef>
                <a:spcPts val="200"/>
              </a:spcBef>
              <a:spcAft>
                <a:spcPts val="0"/>
              </a:spcAft>
              <a:defRPr lang="en-US" sz="1000" dirty="0" smtClean="0">
                <a:solidFill>
                  <a:schemeClr val="tx1"/>
                </a:solidFill>
                <a:latin typeface="+mn-lt"/>
                <a:ea typeface="+mn-ea"/>
                <a:sym typeface="+mn-lt"/>
              </a:defRPr>
            </a:lvl3pPr>
            <a:lvl4pPr marL="432000" indent="-108000" fontAlgn="base">
              <a:lnSpc>
                <a:spcPct val="100000"/>
              </a:lnSpc>
              <a:spcBef>
                <a:spcPts val="200"/>
              </a:spcBef>
              <a:spcAft>
                <a:spcPts val="0"/>
              </a:spcAft>
              <a:defRPr lang="en-US" sz="1000" dirty="0" smtClean="0">
                <a:solidFill>
                  <a:schemeClr val="tx1"/>
                </a:solidFill>
                <a:latin typeface="+mn-lt"/>
                <a:ea typeface="+mn-ea"/>
                <a:sym typeface="+mn-lt"/>
              </a:defRPr>
            </a:lvl4pPr>
            <a:lvl5pPr marL="540000" indent="-108000" fontAlgn="base">
              <a:lnSpc>
                <a:spcPct val="100000"/>
              </a:lnSpc>
              <a:spcBef>
                <a:spcPts val="200"/>
              </a:spcBef>
              <a:spcAft>
                <a:spcPts val="0"/>
              </a:spcAft>
              <a:defRPr lang="en-GB" sz="1000" dirty="0" smtClean="0">
                <a:solidFill>
                  <a:schemeClr val="tx1"/>
                </a:solidFill>
                <a:latin typeface="+mn-lt"/>
                <a:ea typeface="+mn-ea"/>
                <a:sym typeface="+mn-lt"/>
              </a:defRPr>
            </a:lvl5pPr>
            <a:lvl6pPr marL="648000" indent="-108000" fontAlgn="base">
              <a:lnSpc>
                <a:spcPct val="100000"/>
              </a:lnSpc>
              <a:spcBef>
                <a:spcPts val="200"/>
              </a:spcBef>
              <a:spcAft>
                <a:spcPts val="0"/>
              </a:spcAft>
              <a:defRPr sz="1000"/>
            </a:lvl6pPr>
            <a:lvl7pPr marL="756000" indent="-108000" fontAlgn="base">
              <a:lnSpc>
                <a:spcPct val="100000"/>
              </a:lnSpc>
              <a:spcBef>
                <a:spcPts val="200"/>
              </a:spcBef>
              <a:spcAft>
                <a:spcPts val="0"/>
              </a:spcAft>
              <a:defRPr sz="1000" baseline="0"/>
            </a:lvl7pPr>
            <a:lvl8pPr marL="864000" indent="-108000" fontAlgn="base">
              <a:lnSpc>
                <a:spcPct val="100000"/>
              </a:lnSpc>
              <a:spcBef>
                <a:spcPts val="200"/>
              </a:spcBef>
              <a:spcAft>
                <a:spcPts val="0"/>
              </a:spcAft>
              <a:defRPr sz="1000" baseline="0"/>
            </a:lvl8pPr>
            <a:lvl9pPr marL="972000" indent="-108000" fontAlgn="base">
              <a:lnSpc>
                <a:spcPct val="100000"/>
              </a:lnSpc>
              <a:spcBef>
                <a:spcPts val="200"/>
              </a:spcBef>
              <a:spcAft>
                <a:spcPts val="0"/>
              </a:spcAft>
              <a:defRPr sz="1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3" name="Heading Right Top"/>
          <p:cNvSpPr>
            <a:spLocks noGrp="1"/>
          </p:cNvSpPr>
          <p:nvPr>
            <p:ph type="body" sz="quarter" idx="16" hasCustomPrompt="1"/>
          </p:nvPr>
        </p:nvSpPr>
        <p:spPr bwMode="gray">
          <a:xfrm>
            <a:off x="6553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4" name="Heading Middle Top"/>
          <p:cNvSpPr>
            <a:spLocks noGrp="1"/>
          </p:cNvSpPr>
          <p:nvPr>
            <p:ph type="body" sz="quarter" idx="17" hasCustomPrompt="1"/>
          </p:nvPr>
        </p:nvSpPr>
        <p:spPr bwMode="gray">
          <a:xfrm>
            <a:off x="3505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2" name="Heading Left Top"/>
          <p:cNvSpPr>
            <a:spLocks noGrp="1"/>
          </p:cNvSpPr>
          <p:nvPr>
            <p:ph type="body" sz="quarter" idx="15" hasCustomPrompt="1"/>
          </p:nvPr>
        </p:nvSpPr>
        <p:spPr bwMode="gray">
          <a:xfrm>
            <a:off x="457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824695577"/>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6 headings">
    <p:spTree>
      <p:nvGrpSpPr>
        <p:cNvPr id="1" name=""/>
        <p:cNvGrpSpPr/>
        <p:nvPr/>
      </p:nvGrpSpPr>
      <p:grpSpPr>
        <a:xfrm>
          <a:off x="0" y="0"/>
          <a:ext cx="0" cy="0"/>
          <a:chOff x="0" y="0"/>
          <a:chExt cx="0" cy="0"/>
        </a:xfrm>
      </p:grpSpPr>
      <p:sp>
        <p:nvSpPr>
          <p:cNvPr id="9" name="Heading Right Bottom"/>
          <p:cNvSpPr>
            <a:spLocks noGrp="1"/>
          </p:cNvSpPr>
          <p:nvPr>
            <p:ph type="body" sz="quarter" idx="22" hasCustomPrompt="1"/>
          </p:nvPr>
        </p:nvSpPr>
        <p:spPr bwMode="gray">
          <a:xfrm>
            <a:off x="6553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1" name="Heading Middle Bottom"/>
          <p:cNvSpPr>
            <a:spLocks noGrp="1"/>
          </p:cNvSpPr>
          <p:nvPr>
            <p:ph type="body" sz="quarter" idx="26" hasCustomPrompt="1"/>
          </p:nvPr>
        </p:nvSpPr>
        <p:spPr bwMode="gray">
          <a:xfrm>
            <a:off x="3505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10" name="Heading Left Bottom"/>
          <p:cNvSpPr>
            <a:spLocks noGrp="1"/>
          </p:cNvSpPr>
          <p:nvPr>
            <p:ph type="body" sz="quarter" idx="24" hasCustomPrompt="1"/>
          </p:nvPr>
        </p:nvSpPr>
        <p:spPr bwMode="gray">
          <a:xfrm>
            <a:off x="457200" y="40032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6" name="Heading Right Top"/>
          <p:cNvSpPr>
            <a:spLocks noGrp="1"/>
          </p:cNvSpPr>
          <p:nvPr>
            <p:ph type="body" sz="quarter" idx="16" hasCustomPrompt="1"/>
          </p:nvPr>
        </p:nvSpPr>
        <p:spPr bwMode="gray">
          <a:xfrm>
            <a:off x="6553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8" name="Heading Middle Top"/>
          <p:cNvSpPr>
            <a:spLocks noGrp="1"/>
          </p:cNvSpPr>
          <p:nvPr>
            <p:ph type="body" sz="quarter" idx="17" hasCustomPrompt="1"/>
          </p:nvPr>
        </p:nvSpPr>
        <p:spPr bwMode="gray">
          <a:xfrm>
            <a:off x="3505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4" name="Heading Left Top"/>
          <p:cNvSpPr>
            <a:spLocks noGrp="1"/>
          </p:cNvSpPr>
          <p:nvPr>
            <p:ph type="body" sz="quarter" idx="15" hasCustomPrompt="1"/>
          </p:nvPr>
        </p:nvSpPr>
        <p:spPr bwMode="gray">
          <a:xfrm>
            <a:off x="457200" y="1400400"/>
            <a:ext cx="2590800" cy="304800"/>
          </a:xfrm>
        </p:spPr>
        <p:txBody>
          <a:bodyPr lIns="0" tIns="0" rIns="0" bIns="0">
            <a:spAutoFit/>
          </a:bodyPr>
          <a:lstStyle>
            <a:lvl1pPr marL="0" indent="0" fontAlgn="base">
              <a:lnSpc>
                <a:spcPct val="100000"/>
              </a:lnSpc>
              <a:spcBef>
                <a:spcPts val="0"/>
              </a:spcBef>
              <a:spcAft>
                <a:spcPct val="0"/>
              </a:spcAft>
              <a:buNone/>
              <a:defRPr sz="1000" b="1">
                <a:solidFill>
                  <a:schemeClr val="tx1"/>
                </a:solidFill>
                <a:latin typeface="+mn-lt"/>
                <a:sym typeface="+mn-lt"/>
              </a:defRPr>
            </a:lvl1pPr>
            <a:lvl2pPr marL="0" indent="0" fontAlgn="base">
              <a:lnSpc>
                <a:spcPct val="100000"/>
              </a:lnSpc>
              <a:spcBef>
                <a:spcPts val="0"/>
              </a:spcBef>
              <a:spcAft>
                <a:spcPct val="0"/>
              </a:spcAft>
              <a:buNone/>
              <a:defRPr sz="10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10 </a:t>
            </a:r>
            <a:r>
              <a:rPr lang="en-US" err="1"/>
              <a:t>pt</a:t>
            </a:r>
            <a:endParaRPr lang="en-US"/>
          </a:p>
          <a:p>
            <a:pPr lvl="1"/>
            <a:r>
              <a:rPr lang="en-US"/>
              <a:t>Subheading 10 </a:t>
            </a:r>
            <a:r>
              <a:rPr lang="en-US" err="1"/>
              <a:t>pt</a:t>
            </a:r>
            <a:endParaRPr lang="en-US"/>
          </a:p>
        </p:txBody>
      </p:sp>
      <p:sp>
        <p:nvSpPr>
          <p:cNvPr id="7"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41993998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2 columns 1/3 split">
    <p:spTree>
      <p:nvGrpSpPr>
        <p:cNvPr id="1" name=""/>
        <p:cNvGrpSpPr/>
        <p:nvPr/>
      </p:nvGrpSpPr>
      <p:grpSpPr>
        <a:xfrm>
          <a:off x="0" y="0"/>
          <a:ext cx="0" cy="0"/>
          <a:chOff x="0" y="0"/>
          <a:chExt cx="0" cy="0"/>
        </a:xfrm>
      </p:grpSpPr>
      <p:sp>
        <p:nvSpPr>
          <p:cNvPr id="15" name="Content Right"/>
          <p:cNvSpPr>
            <a:spLocks noGrp="1"/>
          </p:cNvSpPr>
          <p:nvPr>
            <p:ph idx="28"/>
          </p:nvPr>
        </p:nvSpPr>
        <p:spPr bwMode="gray">
          <a:xfrm>
            <a:off x="3505200" y="1886400"/>
            <a:ext cx="5638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6" name="Content Left"/>
          <p:cNvSpPr>
            <a:spLocks noGrp="1"/>
          </p:cNvSpPr>
          <p:nvPr>
            <p:ph idx="27"/>
          </p:nvPr>
        </p:nvSpPr>
        <p:spPr bwMode="gray">
          <a:xfrm>
            <a:off x="457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9" name="Heading Right"/>
          <p:cNvSpPr>
            <a:spLocks noGrp="1"/>
          </p:cNvSpPr>
          <p:nvPr>
            <p:ph type="body" sz="quarter" idx="17" hasCustomPrompt="1"/>
          </p:nvPr>
        </p:nvSpPr>
        <p:spPr bwMode="gray">
          <a:xfrm>
            <a:off x="3505200" y="1400400"/>
            <a:ext cx="5638800" cy="368300"/>
          </a:xfrm>
        </p:spPr>
        <p:txBody>
          <a:bodyPr lIns="0" tIns="0" rIns="0" bIns="0">
            <a:no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7" name="Heading Left"/>
          <p:cNvSpPr>
            <a:spLocks noGrp="1"/>
          </p:cNvSpPr>
          <p:nvPr>
            <p:ph type="body" sz="quarter" idx="15" hasCustomPrompt="1"/>
          </p:nvPr>
        </p:nvSpPr>
        <p:spPr bwMode="gray">
          <a:xfrm>
            <a:off x="457200" y="1400400"/>
            <a:ext cx="2590800" cy="368300"/>
          </a:xfrm>
        </p:spPr>
        <p:txBody>
          <a:bodyPr lIns="0" tIns="0" rIns="0" bIns="0">
            <a:no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1"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895581484"/>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2 columns 2/3 split">
    <p:spTree>
      <p:nvGrpSpPr>
        <p:cNvPr id="1" name=""/>
        <p:cNvGrpSpPr/>
        <p:nvPr/>
      </p:nvGrpSpPr>
      <p:grpSpPr>
        <a:xfrm>
          <a:off x="0" y="0"/>
          <a:ext cx="0" cy="0"/>
          <a:chOff x="0" y="0"/>
          <a:chExt cx="0" cy="0"/>
        </a:xfrm>
      </p:grpSpPr>
      <p:sp>
        <p:nvSpPr>
          <p:cNvPr id="15" name="Content Right"/>
          <p:cNvSpPr>
            <a:spLocks noGrp="1"/>
          </p:cNvSpPr>
          <p:nvPr>
            <p:ph idx="28"/>
          </p:nvPr>
        </p:nvSpPr>
        <p:spPr bwMode="gray">
          <a:xfrm>
            <a:off x="6553200" y="1886400"/>
            <a:ext cx="2590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dirty="0" smtClean="0">
                <a:latin typeface="+mn-lt"/>
                <a:ea typeface="+mn-ea"/>
                <a:sym typeface="+mn-lt"/>
              </a:defRPr>
            </a:lvl1pPr>
            <a:lvl2pPr fontAlgn="base">
              <a:lnSpc>
                <a:spcPct val="100000"/>
              </a:lnSpc>
              <a:spcAft>
                <a:spcPts val="0"/>
              </a:spcAft>
              <a:defRPr lang="en-US" sz="1200" dirty="0" smtClean="0">
                <a:latin typeface="+mn-lt"/>
                <a:ea typeface="+mn-ea"/>
                <a:sym typeface="+mn-lt"/>
              </a:defRPr>
            </a:lvl2pPr>
            <a:lvl3pPr fontAlgn="base">
              <a:lnSpc>
                <a:spcPct val="100000"/>
              </a:lnSpc>
              <a:spcAft>
                <a:spcPts val="0"/>
              </a:spcAft>
              <a:defRPr lang="en-US" sz="1200" dirty="0" smtClean="0">
                <a:latin typeface="+mn-lt"/>
                <a:ea typeface="+mn-ea"/>
                <a:sym typeface="+mn-lt"/>
              </a:defRPr>
            </a:lvl3pPr>
            <a:lvl4pPr fontAlgn="base">
              <a:lnSpc>
                <a:spcPct val="100000"/>
              </a:lnSpc>
              <a:spcAft>
                <a:spcPts val="0"/>
              </a:spcAft>
              <a:defRPr lang="en-US" sz="1200" dirty="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6" name="Content Left"/>
          <p:cNvSpPr>
            <a:spLocks noGrp="1"/>
          </p:cNvSpPr>
          <p:nvPr>
            <p:ph idx="27"/>
          </p:nvPr>
        </p:nvSpPr>
        <p:spPr bwMode="gray">
          <a:xfrm>
            <a:off x="457200" y="1886400"/>
            <a:ext cx="5638800" cy="4445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200" smtClean="0">
                <a:latin typeface="+mn-lt"/>
                <a:ea typeface="+mn-ea"/>
                <a:sym typeface="+mn-lt"/>
              </a:defRPr>
            </a:lvl1pPr>
            <a:lvl2pPr fontAlgn="base">
              <a:lnSpc>
                <a:spcPct val="100000"/>
              </a:lnSpc>
              <a:spcAft>
                <a:spcPts val="0"/>
              </a:spcAft>
              <a:defRPr lang="en-US" sz="1200" smtClean="0">
                <a:latin typeface="+mn-lt"/>
                <a:ea typeface="+mn-ea"/>
                <a:sym typeface="+mn-lt"/>
              </a:defRPr>
            </a:lvl2pPr>
            <a:lvl3pPr fontAlgn="base">
              <a:lnSpc>
                <a:spcPct val="100000"/>
              </a:lnSpc>
              <a:spcAft>
                <a:spcPts val="0"/>
              </a:spcAft>
              <a:defRPr lang="en-US" sz="1200" smtClean="0">
                <a:latin typeface="+mn-lt"/>
                <a:ea typeface="+mn-ea"/>
                <a:sym typeface="+mn-lt"/>
              </a:defRPr>
            </a:lvl3pPr>
            <a:lvl4pPr fontAlgn="base">
              <a:lnSpc>
                <a:spcPct val="100000"/>
              </a:lnSpc>
              <a:spcAft>
                <a:spcPts val="0"/>
              </a:spcAft>
              <a:defRPr lang="en-US" sz="1200" smtClean="0">
                <a:latin typeface="+mn-lt"/>
                <a:ea typeface="+mn-ea"/>
                <a:sym typeface="+mn-lt"/>
              </a:defRPr>
            </a:lvl4pPr>
            <a:lvl5pPr fontAlgn="base">
              <a:lnSpc>
                <a:spcPct val="100000"/>
              </a:lnSpc>
              <a:spcAft>
                <a:spcPts val="0"/>
              </a:spcAft>
              <a:defRPr lang="en-GB" sz="1200" dirty="0" smtClean="0">
                <a:latin typeface="+mn-lt"/>
                <a:ea typeface="+mn-ea"/>
                <a:sym typeface="+mn-lt"/>
              </a:defRPr>
            </a:lvl5pPr>
            <a:lvl6pPr fontAlgn="base">
              <a:lnSpc>
                <a:spcPct val="100000"/>
              </a:lnSpc>
              <a:spcAft>
                <a:spcPts val="0"/>
              </a:spcAft>
              <a:defRPr sz="1200"/>
            </a:lvl6pPr>
            <a:lvl7pPr fontAlgn="base">
              <a:lnSpc>
                <a:spcPct val="100000"/>
              </a:lnSpc>
              <a:spcAft>
                <a:spcPts val="0"/>
              </a:spcAft>
              <a:defRPr sz="1200"/>
            </a:lvl7pPr>
            <a:lvl8pPr fontAlgn="base">
              <a:lnSpc>
                <a:spcPct val="100000"/>
              </a:lnSpc>
              <a:spcAft>
                <a:spcPts val="0"/>
              </a:spcAft>
              <a:defRPr sz="1200"/>
            </a:lvl8pPr>
            <a:lvl9pPr fontAlgn="base">
              <a:lnSpc>
                <a:spcPct val="100000"/>
              </a:lnSpc>
              <a:spcAft>
                <a:spcPts val="0"/>
              </a:spcAft>
              <a:defRPr sz="12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19" name="Heading Right"/>
          <p:cNvSpPr>
            <a:spLocks noGrp="1"/>
          </p:cNvSpPr>
          <p:nvPr>
            <p:ph type="body" sz="quarter" idx="17" hasCustomPrompt="1"/>
          </p:nvPr>
        </p:nvSpPr>
        <p:spPr bwMode="gray">
          <a:xfrm>
            <a:off x="6553200" y="1400400"/>
            <a:ext cx="2590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7" name="Heading Left"/>
          <p:cNvSpPr>
            <a:spLocks noGrp="1"/>
          </p:cNvSpPr>
          <p:nvPr>
            <p:ph type="body" sz="quarter" idx="15" hasCustomPrompt="1"/>
          </p:nvPr>
        </p:nvSpPr>
        <p:spPr bwMode="gray">
          <a:xfrm>
            <a:off x="457200" y="1400400"/>
            <a:ext cx="5638800" cy="368300"/>
          </a:xfrm>
        </p:spPr>
        <p:txBody>
          <a:bodyPr lIns="0" tIns="0" rIns="0" bIns="0">
            <a:spAutoFit/>
          </a:bodyPr>
          <a:lstStyle>
            <a:lvl1pPr marL="0" indent="0" fontAlgn="base">
              <a:lnSpc>
                <a:spcPct val="100000"/>
              </a:lnSpc>
              <a:spcBef>
                <a:spcPts val="0"/>
              </a:spcBef>
              <a:spcAft>
                <a:spcPct val="0"/>
              </a:spcAft>
              <a:buNone/>
              <a:defRPr sz="1200" b="1">
                <a:solidFill>
                  <a:schemeClr val="tx1"/>
                </a:solidFill>
                <a:latin typeface="+mn-lt"/>
                <a:sym typeface="+mn-lt"/>
              </a:defRPr>
            </a:lvl1pPr>
            <a:lvl2pPr marL="0" indent="0" fontAlgn="base">
              <a:lnSpc>
                <a:spcPct val="100000"/>
              </a:lnSpc>
              <a:spcBef>
                <a:spcPts val="0"/>
              </a:spcBef>
              <a:spcAft>
                <a:spcPct val="0"/>
              </a:spcAft>
              <a:buNone/>
              <a:defRPr sz="1200">
                <a:solidFill>
                  <a:schemeClr val="tx1"/>
                </a:solidFill>
                <a:latin typeface="+mn-lt"/>
                <a:sym typeface="+mn-lt"/>
              </a:defRPr>
            </a:lvl2pPr>
            <a:lvl3pPr>
              <a:defRPr sz="1000">
                <a:solidFill>
                  <a:schemeClr val="accent2"/>
                </a:solidFill>
              </a:defRPr>
            </a:lvl3pPr>
            <a:lvl4pPr>
              <a:defRPr sz="1000">
                <a:solidFill>
                  <a:schemeClr val="accent2"/>
                </a:solidFill>
              </a:defRPr>
            </a:lvl4pPr>
            <a:lvl5pPr>
              <a:defRPr sz="1000">
                <a:solidFill>
                  <a:schemeClr val="accent2"/>
                </a:solidFill>
              </a:defRPr>
            </a:lvl5pPr>
          </a:lstStyle>
          <a:p>
            <a:pPr lvl="0"/>
            <a:r>
              <a:rPr lang="en-US"/>
              <a:t>Heading 12 </a:t>
            </a:r>
            <a:r>
              <a:rPr lang="en-US" err="1"/>
              <a:t>pt</a:t>
            </a:r>
            <a:endParaRPr lang="en-US"/>
          </a:p>
          <a:p>
            <a:pPr lvl="1"/>
            <a:r>
              <a:rPr lang="en-US"/>
              <a:t>Subheading 12 </a:t>
            </a:r>
            <a:r>
              <a:rPr lang="en-US" err="1"/>
              <a:t>pt</a:t>
            </a:r>
            <a:endParaRPr lang="en-US"/>
          </a:p>
        </p:txBody>
      </p:sp>
      <p:sp>
        <p:nvSpPr>
          <p:cNvPr id="11" name="Title"/>
          <p:cNvSpPr>
            <a:spLocks noGrp="1"/>
          </p:cNvSpPr>
          <p:nvPr>
            <p:ph type="title"/>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2913598262"/>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CV – Small Portrait">
    <p:spTree>
      <p:nvGrpSpPr>
        <p:cNvPr id="1" name=""/>
        <p:cNvGrpSpPr/>
        <p:nvPr/>
      </p:nvGrpSpPr>
      <p:grpSpPr>
        <a:xfrm>
          <a:off x="0" y="0"/>
          <a:ext cx="0" cy="0"/>
          <a:chOff x="0" y="0"/>
          <a:chExt cx="0" cy="0"/>
        </a:xfrm>
      </p:grpSpPr>
      <p:sp>
        <p:nvSpPr>
          <p:cNvPr id="6" name="Picture"/>
          <p:cNvSpPr>
            <a:spLocks noGrp="1"/>
          </p:cNvSpPr>
          <p:nvPr>
            <p:ph type="pic" sz="quarter" idx="11"/>
          </p:nvPr>
        </p:nvSpPr>
        <p:spPr bwMode="gray">
          <a:xfrm>
            <a:off x="8382000" y="381000"/>
            <a:ext cx="762000" cy="762000"/>
          </a:xfrm>
          <a:noFill/>
          <a:ln>
            <a:noFill/>
          </a:ln>
        </p:spPr>
        <p:txBody>
          <a:bodyPr lIns="0" tIns="0" rIns="0" bIns="0" anchor="ctr" anchorCtr="0"/>
          <a:lstStyle>
            <a:lvl1pPr marL="0" indent="0" algn="ctr" fontAlgn="base">
              <a:lnSpc>
                <a:spcPct val="100000"/>
              </a:lnSpc>
              <a:spcBef>
                <a:spcPct val="0"/>
              </a:spcBef>
              <a:spcAft>
                <a:spcPct val="0"/>
              </a:spcAft>
              <a:buFontTx/>
              <a:buNone/>
              <a:defRPr sz="1000" b="1">
                <a:solidFill>
                  <a:schemeClr val="accent4"/>
                </a:solidFill>
              </a:defRPr>
            </a:lvl1pPr>
          </a:lstStyle>
          <a:p>
            <a:r>
              <a:rPr lang="en-US" altLang="ja-JP"/>
              <a:t>Click icon to add picture</a:t>
            </a:r>
            <a:endParaRPr lang="en-US"/>
          </a:p>
        </p:txBody>
      </p:sp>
      <p:sp>
        <p:nvSpPr>
          <p:cNvPr id="9" name="Content"/>
          <p:cNvSpPr>
            <a:spLocks noGrp="1"/>
          </p:cNvSpPr>
          <p:nvPr>
            <p:ph type="body" sz="quarter" idx="12"/>
          </p:nvPr>
        </p:nvSpPr>
        <p:spPr bwMode="gray">
          <a:xfrm>
            <a:off x="457204" y="1400400"/>
            <a:ext cx="8686800" cy="49320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fontAlgn="base">
              <a:lnSpc>
                <a:spcPct val="100000"/>
              </a:lnSpc>
              <a:spcAft>
                <a:spcPts val="0"/>
              </a:spcAft>
              <a:defRPr lang="en-US" sz="1400" dirty="0" smtClean="0">
                <a:latin typeface="+mn-lt"/>
                <a:ea typeface="+mn-ea"/>
                <a:sym typeface="+mn-lt"/>
              </a:defRPr>
            </a:lvl1pPr>
            <a:lvl2pPr fontAlgn="base">
              <a:lnSpc>
                <a:spcPct val="100000"/>
              </a:lnSpc>
              <a:spcAft>
                <a:spcPts val="0"/>
              </a:spcAft>
              <a:defRPr lang="en-US" sz="1400" dirty="0" smtClean="0">
                <a:latin typeface="+mn-lt"/>
                <a:ea typeface="+mn-ea"/>
                <a:sym typeface="+mn-lt"/>
              </a:defRPr>
            </a:lvl2pPr>
            <a:lvl3pPr fontAlgn="base">
              <a:lnSpc>
                <a:spcPct val="100000"/>
              </a:lnSpc>
              <a:spcAft>
                <a:spcPts val="0"/>
              </a:spcAft>
              <a:defRPr lang="en-US" sz="1400" dirty="0" smtClean="0">
                <a:latin typeface="+mn-lt"/>
                <a:ea typeface="+mn-ea"/>
                <a:sym typeface="+mn-lt"/>
              </a:defRPr>
            </a:lvl3pPr>
            <a:lvl4pPr fontAlgn="base">
              <a:lnSpc>
                <a:spcPct val="100000"/>
              </a:lnSpc>
              <a:spcAft>
                <a:spcPts val="0"/>
              </a:spcAft>
              <a:defRPr lang="en-US" sz="1400" dirty="0" smtClean="0">
                <a:latin typeface="+mn-lt"/>
                <a:ea typeface="+mn-ea"/>
                <a:sym typeface="+mn-lt"/>
              </a:defRPr>
            </a:lvl4pPr>
            <a:lvl5pPr fontAlgn="base">
              <a:lnSpc>
                <a:spcPct val="100000"/>
              </a:lnSpc>
              <a:spcAft>
                <a:spcPts val="0"/>
              </a:spcAft>
              <a:defRPr lang="en-GB" sz="1400" dirty="0" smtClean="0">
                <a:latin typeface="+mn-lt"/>
                <a:ea typeface="+mn-ea"/>
                <a:sym typeface="+mn-lt"/>
              </a:defRPr>
            </a:lvl5pPr>
            <a:lvl6pPr fontAlgn="base">
              <a:lnSpc>
                <a:spcPct val="100000"/>
              </a:lnSpc>
              <a:spcAft>
                <a:spcPts val="0"/>
              </a:spcAft>
              <a:defRPr/>
            </a:lvl6pPr>
            <a:lvl7pPr fontAlgn="base">
              <a:lnSpc>
                <a:spcPct val="100000"/>
              </a:lnSpc>
              <a:spcAft>
                <a:spcPts val="0"/>
              </a:spcAft>
              <a:defRPr/>
            </a:lvl7pPr>
            <a:lvl8pPr fontAlgn="base">
              <a:lnSpc>
                <a:spcPct val="100000"/>
              </a:lnSpc>
              <a:spcAft>
                <a:spcPts val="0"/>
              </a:spcAft>
              <a:defRPr/>
            </a:lvl8pPr>
            <a:lvl9pPr fontAlgn="base">
              <a:lnSpc>
                <a:spcPct val="100000"/>
              </a:lnSpc>
              <a:spcAft>
                <a:spcPts val="0"/>
              </a:spcAft>
              <a:defRPr/>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GB"/>
          </a:p>
        </p:txBody>
      </p:sp>
      <p:sp>
        <p:nvSpPr>
          <p:cNvPr id="8" name="Title"/>
          <p:cNvSpPr>
            <a:spLocks noGrp="1"/>
          </p:cNvSpPr>
          <p:nvPr>
            <p:ph type="title"/>
          </p:nvPr>
        </p:nvSpPr>
        <p:spPr bwMode="gray">
          <a:xfrm>
            <a:off x="457204" y="381000"/>
            <a:ext cx="7820025"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en-US" altLang="ja-JP"/>
              <a:t>Click to edit Master title style</a:t>
            </a:r>
            <a:endParaRPr lang="en-US"/>
          </a:p>
        </p:txBody>
      </p:sp>
    </p:spTree>
    <p:extLst>
      <p:ext uri="{BB962C8B-B14F-4D97-AF65-F5344CB8AC3E}">
        <p14:creationId xmlns:p14="http://schemas.microsoft.com/office/powerpoint/2010/main" val="3896381820"/>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userDrawn="1">
  <p:cSld name="Contents">
    <p:spTree>
      <p:nvGrpSpPr>
        <p:cNvPr id="1" name=""/>
        <p:cNvGrpSpPr/>
        <p:nvPr/>
      </p:nvGrpSpPr>
      <p:grpSpPr>
        <a:xfrm>
          <a:off x="0" y="0"/>
          <a:ext cx="0" cy="0"/>
          <a:chOff x="0" y="0"/>
          <a:chExt cx="0" cy="0"/>
        </a:xfrm>
      </p:grpSpPr>
      <p:sp>
        <p:nvSpPr>
          <p:cNvPr id="3" name="Title"/>
          <p:cNvSpPr>
            <a:spLocks noGrp="1"/>
          </p:cNvSpPr>
          <p:nvPr>
            <p:ph type="title" hasCustomPrompt="1"/>
          </p:nvPr>
        </p:nvSpPr>
        <p:spPr bwMode="gray">
          <a:xfrm>
            <a:off x="457204" y="381000"/>
            <a:ext cx="8686800" cy="762000"/>
          </a:xfrm>
        </p:spPr>
        <p:txBody>
          <a:bodyPr lIns="0" tIns="0" rIns="0" bIns="0"/>
          <a:lstStyle>
            <a:lvl1pPr fontAlgn="base">
              <a:lnSpc>
                <a:spcPct val="88000"/>
              </a:lnSpc>
              <a:spcBef>
                <a:spcPct val="0"/>
              </a:spcBef>
              <a:spcAft>
                <a:spcPct val="0"/>
              </a:spcAft>
              <a:defRPr>
                <a:latin typeface="+mj-lt"/>
                <a:ea typeface="+mj-ea"/>
                <a:sym typeface="+mj-lt"/>
              </a:defRPr>
            </a:lvl1pPr>
          </a:lstStyle>
          <a:p>
            <a:r>
              <a:rPr lang="pl-PL" altLang="ja-JP"/>
              <a:t>Contents</a:t>
            </a:r>
            <a:endParaRPr lang="en-US"/>
          </a:p>
        </p:txBody>
      </p:sp>
    </p:spTree>
    <p:extLst>
      <p:ext uri="{BB962C8B-B14F-4D97-AF65-F5344CB8AC3E}">
        <p14:creationId xmlns:p14="http://schemas.microsoft.com/office/powerpoint/2010/main" val="2813292521"/>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p:cSld name="Confidentiality">
    <p:spTree>
      <p:nvGrpSpPr>
        <p:cNvPr id="1" name=""/>
        <p:cNvGrpSpPr/>
        <p:nvPr/>
      </p:nvGrpSpPr>
      <p:grpSpPr>
        <a:xfrm>
          <a:off x="0" y="0"/>
          <a:ext cx="0" cy="0"/>
          <a:chOff x="0" y="0"/>
          <a:chExt cx="0" cy="0"/>
        </a:xfrm>
      </p:grpSpPr>
      <p:graphicFrame>
        <p:nvGraphicFramePr>
          <p:cNvPr id="7" name="DTP_Confidentiality"/>
          <p:cNvGraphicFramePr>
            <a:graphicFrameLocks noGrp="1"/>
          </p:cNvGraphicFramePr>
          <p:nvPr userDrawn="1">
            <p:extLst>
              <p:ext uri="{D42A27DB-BD31-4B8C-83A1-F6EECF244321}">
                <p14:modId xmlns:p14="http://schemas.microsoft.com/office/powerpoint/2010/main" val="2203296123"/>
              </p:ext>
            </p:extLst>
          </p:nvPr>
        </p:nvGraphicFramePr>
        <p:xfrm>
          <a:off x="457204" y="2828544"/>
          <a:ext cx="8686800" cy="1079500"/>
        </p:xfrm>
        <a:graphic>
          <a:graphicData uri="http://schemas.openxmlformats.org/drawingml/2006/table">
            <a:tbl>
              <a:tblPr/>
              <a:tblGrid>
                <a:gridCol w="2774759">
                  <a:extLst>
                    <a:ext uri="{9D8B030D-6E8A-4147-A177-3AD203B41FA5}">
                      <a16:colId xmlns:a16="http://schemas.microsoft.com/office/drawing/2014/main" val="20000"/>
                    </a:ext>
                  </a:extLst>
                </a:gridCol>
                <a:gridCol w="5912041">
                  <a:extLst>
                    <a:ext uri="{9D8B030D-6E8A-4147-A177-3AD203B41FA5}">
                      <a16:colId xmlns:a16="http://schemas.microsoft.com/office/drawing/2014/main" val="20001"/>
                    </a:ext>
                  </a:extLst>
                </a:gridCol>
              </a:tblGrid>
              <a:tr h="1079500">
                <a:tc>
                  <a:txBody>
                    <a:bodyPr/>
                    <a:lstStyle/>
                    <a:p>
                      <a:pPr marL="0" marR="0" lvl="0" indent="0" algn="r" defTabSz="914400" rtl="0" eaLnBrk="1" fontAlgn="base" latinLnBrk="0" hangingPunct="1">
                        <a:lnSpc>
                          <a:spcPct val="100000"/>
                        </a:lnSpc>
                        <a:spcBef>
                          <a:spcPts val="0"/>
                        </a:spcBef>
                        <a:spcAft>
                          <a:spcPct val="0"/>
                        </a:spcAft>
                        <a:buClrTx/>
                        <a:buSzTx/>
                        <a:buFontTx/>
                        <a:buNone/>
                        <a:tabLst/>
                      </a:pPr>
                      <a:r>
                        <a:rPr kumimoji="0" lang="en-US" sz="1400" b="0" i="0" u="none" strike="noStrike" cap="none" normalizeH="0" baseline="0">
                          <a:ln>
                            <a:noFill/>
                          </a:ln>
                          <a:solidFill>
                            <a:srgbClr val="005024"/>
                          </a:solidFill>
                          <a:effectLst/>
                          <a:latin typeface="+mn-lt"/>
                          <a:cs typeface="+mn-cs"/>
                          <a:sym typeface="+mn-lt"/>
                        </a:rPr>
                        <a:t>CONFIDENTIALITY</a:t>
                      </a:r>
                      <a:endParaRPr kumimoji="0" lang="en-GB" sz="1400" b="0" i="0" u="none" strike="noStrike" cap="none" normalizeH="0" baseline="0">
                        <a:ln>
                          <a:noFill/>
                        </a:ln>
                        <a:solidFill>
                          <a:srgbClr val="005024"/>
                        </a:solidFill>
                        <a:effectLst/>
                        <a:latin typeface="+mn-lt"/>
                        <a:cs typeface="+mn-cs"/>
                        <a:sym typeface="+mn-lt"/>
                      </a:endParaRPr>
                    </a:p>
                  </a:txBody>
                  <a:tcPr marL="0" marR="228600" marT="18288" marB="182880"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60000"/>
                        </a:spcBef>
                        <a:spcAft>
                          <a:spcPct val="0"/>
                        </a:spcAft>
                        <a:buClrTx/>
                        <a:buSzTx/>
                        <a:buFontTx/>
                        <a:buNone/>
                        <a:tabLst/>
                      </a:pPr>
                      <a:r>
                        <a:rPr kumimoji="0" lang="en-US" sz="800" b="0" i="0" u="none" strike="noStrike" cap="none" normalizeH="0" baseline="0">
                          <a:ln>
                            <a:noFill/>
                          </a:ln>
                          <a:solidFill>
                            <a:schemeClr val="tx1"/>
                          </a:solidFill>
                          <a:effectLst/>
                          <a:latin typeface="+mn-lt"/>
                          <a:cs typeface="+mn-cs"/>
                          <a:sym typeface="+mn-lt"/>
                        </a:rPr>
                        <a:t>This document is among the outputs of </a:t>
                      </a:r>
                      <a:r>
                        <a:rPr kumimoji="0" lang="en-US" sz="800" b="0" i="0" u="none" strike="noStrike" cap="none" normalizeH="0" baseline="0" err="1">
                          <a:ln>
                            <a:noFill/>
                          </a:ln>
                          <a:solidFill>
                            <a:schemeClr val="tx1"/>
                          </a:solidFill>
                          <a:effectLst/>
                          <a:latin typeface="+mn-lt"/>
                          <a:cs typeface="+mn-cs"/>
                          <a:sym typeface="+mn-lt"/>
                        </a:rPr>
                        <a:t>Vietcombank</a:t>
                      </a:r>
                      <a:r>
                        <a:rPr kumimoji="0" lang="en-US" sz="800" b="0" i="0" u="none" strike="noStrike" cap="none" normalizeH="0" baseline="0">
                          <a:ln>
                            <a:noFill/>
                          </a:ln>
                          <a:solidFill>
                            <a:schemeClr val="tx1"/>
                          </a:solidFill>
                          <a:effectLst/>
                          <a:latin typeface="+mn-lt"/>
                          <a:cs typeface="+mn-cs"/>
                          <a:sym typeface="+mn-lt"/>
                        </a:rPr>
                        <a:t> risk management enhancement projects, providing crucial information on credit risk rating methodology and structure for the Bank's credit risk rating system implementation. It is STRICTLY CONFIDENTIAL and for internal use only. </a:t>
                      </a:r>
                    </a:p>
                    <a:p>
                      <a:pPr marL="0" marR="0" lvl="0" indent="0" algn="l" defTabSz="914400" rtl="0" eaLnBrk="1" fontAlgn="base" latinLnBrk="0" hangingPunct="1">
                        <a:lnSpc>
                          <a:spcPct val="100000"/>
                        </a:lnSpc>
                        <a:spcBef>
                          <a:spcPct val="60000"/>
                        </a:spcBef>
                        <a:spcAft>
                          <a:spcPct val="0"/>
                        </a:spcAft>
                        <a:buClrTx/>
                        <a:buSzTx/>
                        <a:buFontTx/>
                        <a:buNone/>
                        <a:tabLst/>
                      </a:pPr>
                      <a:r>
                        <a:rPr kumimoji="0" lang="en-US" sz="800" b="0" i="0" u="none" strike="noStrike" cap="none" normalizeH="0" baseline="0">
                          <a:ln>
                            <a:noFill/>
                          </a:ln>
                          <a:solidFill>
                            <a:schemeClr val="tx1"/>
                          </a:solidFill>
                          <a:effectLst/>
                          <a:latin typeface="+mn-lt"/>
                          <a:cs typeface="+mn-cs"/>
                          <a:sym typeface="+mn-lt"/>
                        </a:rPr>
                        <a:t>@ </a:t>
                      </a:r>
                      <a:r>
                        <a:rPr kumimoji="0" lang="en-US" sz="800" b="0" i="0" u="none" strike="noStrike" cap="none" normalizeH="0" baseline="0" err="1">
                          <a:ln>
                            <a:noFill/>
                          </a:ln>
                          <a:solidFill>
                            <a:schemeClr val="tx1"/>
                          </a:solidFill>
                          <a:effectLst/>
                          <a:latin typeface="+mn-lt"/>
                          <a:cs typeface="+mn-cs"/>
                          <a:sym typeface="+mn-lt"/>
                        </a:rPr>
                        <a:t>Vietcombank</a:t>
                      </a:r>
                      <a:r>
                        <a:rPr kumimoji="0" lang="en-US" sz="800" b="0" i="0" u="none" strike="noStrike" cap="none" normalizeH="0" baseline="0">
                          <a:ln>
                            <a:noFill/>
                          </a:ln>
                          <a:solidFill>
                            <a:schemeClr val="tx1"/>
                          </a:solidFill>
                          <a:effectLst/>
                          <a:latin typeface="+mn-lt"/>
                          <a:cs typeface="+mn-cs"/>
                          <a:sym typeface="+mn-lt"/>
                        </a:rPr>
                        <a:t> 2017</a:t>
                      </a:r>
                    </a:p>
                  </a:txBody>
                  <a:tcPr marL="36576" marR="36576" marT="18288" marB="18288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003181624"/>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p:cSld name="Qualifica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4803315"/>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p:cSld name="Backcover">
    <p:spTree>
      <p:nvGrpSpPr>
        <p:cNvPr id="1" name=""/>
        <p:cNvGrpSpPr/>
        <p:nvPr/>
      </p:nvGrpSpPr>
      <p:grpSpPr>
        <a:xfrm>
          <a:off x="0" y="0"/>
          <a:ext cx="0" cy="0"/>
          <a:chOff x="0" y="0"/>
          <a:chExt cx="0" cy="0"/>
        </a:xfrm>
      </p:grpSpPr>
      <p:sp>
        <p:nvSpPr>
          <p:cNvPr id="2" name="TextBox 1"/>
          <p:cNvSpPr txBox="1"/>
          <p:nvPr userDrawn="1"/>
        </p:nvSpPr>
        <p:spPr>
          <a:xfrm>
            <a:off x="3191256" y="3200400"/>
            <a:ext cx="2872581" cy="276999"/>
          </a:xfrm>
          <a:prstGeom prst="rect">
            <a:avLst/>
          </a:prstGeom>
          <a:noFill/>
        </p:spPr>
        <p:txBody>
          <a:bodyPr wrap="none" lIns="0" tIns="0" rIns="0" bIns="0" rtlCol="0">
            <a:spAutoFit/>
          </a:bodyPr>
          <a:lstStyle/>
          <a:p>
            <a:pPr algn="l">
              <a:lnSpc>
                <a:spcPct val="100000"/>
              </a:lnSpc>
            </a:pPr>
            <a:r>
              <a:rPr lang="en-US" sz="1800">
                <a:solidFill>
                  <a:srgbClr val="00582D"/>
                </a:solidFill>
              </a:rPr>
              <a:t>Thank you for</a:t>
            </a:r>
            <a:r>
              <a:rPr lang="en-US" sz="1800" baseline="0">
                <a:solidFill>
                  <a:srgbClr val="00582D"/>
                </a:solidFill>
              </a:rPr>
              <a:t> your attention</a:t>
            </a:r>
            <a:endParaRPr lang="vi-VN" sz="1800" err="1">
              <a:solidFill>
                <a:srgbClr val="00582D"/>
              </a:solidFill>
            </a:endParaRPr>
          </a:p>
        </p:txBody>
      </p:sp>
    </p:spTree>
    <p:extLst>
      <p:ext uri="{BB962C8B-B14F-4D97-AF65-F5344CB8AC3E}">
        <p14:creationId xmlns:p14="http://schemas.microsoft.com/office/powerpoint/2010/main" val="1013249841"/>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592583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2.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33" Type="http://schemas.openxmlformats.org/officeDocument/2006/relationships/image" Target="../media/image1.emf"/><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29" Type="http://schemas.openxmlformats.org/officeDocument/2006/relationships/tags" Target="../tags/tag5.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32" Type="http://schemas.openxmlformats.org/officeDocument/2006/relationships/oleObject" Target="../embeddings/oleObject2.bin"/><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theme" Target="../theme/theme2.xml"/><Relationship Id="rId10" Type="http://schemas.openxmlformats.org/officeDocument/2006/relationships/slideLayout" Target="../slideLayouts/slideLayout38.xml"/><Relationship Id="rId19" Type="http://schemas.openxmlformats.org/officeDocument/2006/relationships/slideLayout" Target="../slideLayouts/slideLayout47.xml"/><Relationship Id="rId31" Type="http://schemas.openxmlformats.org/officeDocument/2006/relationships/tags" Target="../tags/tag7.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 Id="rId30" Type="http://schemas.openxmlformats.org/officeDocument/2006/relationships/tags" Target="../tags/tag6.xml"/><Relationship Id="rId8" Type="http://schemas.openxmlformats.org/officeDocument/2006/relationships/slideLayout" Target="../slideLayouts/slideLayout36.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8.xml"/><Relationship Id="rId18" Type="http://schemas.openxmlformats.org/officeDocument/2006/relationships/slideLayout" Target="../slideLayouts/slideLayout73.xml"/><Relationship Id="rId26" Type="http://schemas.openxmlformats.org/officeDocument/2006/relationships/slideLayout" Target="../slideLayouts/slideLayout81.xml"/><Relationship Id="rId3" Type="http://schemas.openxmlformats.org/officeDocument/2006/relationships/slideLayout" Target="../slideLayouts/slideLayout58.xml"/><Relationship Id="rId21" Type="http://schemas.openxmlformats.org/officeDocument/2006/relationships/slideLayout" Target="../slideLayouts/slideLayout76.xml"/><Relationship Id="rId7" Type="http://schemas.openxmlformats.org/officeDocument/2006/relationships/slideLayout" Target="../slideLayouts/slideLayout62.xml"/><Relationship Id="rId12" Type="http://schemas.openxmlformats.org/officeDocument/2006/relationships/slideLayout" Target="../slideLayouts/slideLayout67.xml"/><Relationship Id="rId17" Type="http://schemas.openxmlformats.org/officeDocument/2006/relationships/slideLayout" Target="../slideLayouts/slideLayout72.xml"/><Relationship Id="rId25" Type="http://schemas.openxmlformats.org/officeDocument/2006/relationships/slideLayout" Target="../slideLayouts/slideLayout80.xml"/><Relationship Id="rId33" Type="http://schemas.openxmlformats.org/officeDocument/2006/relationships/image" Target="../media/image1.emf"/><Relationship Id="rId2" Type="http://schemas.openxmlformats.org/officeDocument/2006/relationships/slideLayout" Target="../slideLayouts/slideLayout57.xml"/><Relationship Id="rId16" Type="http://schemas.openxmlformats.org/officeDocument/2006/relationships/slideLayout" Target="../slideLayouts/slideLayout71.xml"/><Relationship Id="rId20" Type="http://schemas.openxmlformats.org/officeDocument/2006/relationships/slideLayout" Target="../slideLayouts/slideLayout75.xml"/><Relationship Id="rId29" Type="http://schemas.openxmlformats.org/officeDocument/2006/relationships/tags" Target="../tags/tag8.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24" Type="http://schemas.openxmlformats.org/officeDocument/2006/relationships/slideLayout" Target="../slideLayouts/slideLayout79.xml"/><Relationship Id="rId32" Type="http://schemas.openxmlformats.org/officeDocument/2006/relationships/oleObject" Target="../embeddings/oleObject2.bin"/><Relationship Id="rId5" Type="http://schemas.openxmlformats.org/officeDocument/2006/relationships/slideLayout" Target="../slideLayouts/slideLayout60.xml"/><Relationship Id="rId15" Type="http://schemas.openxmlformats.org/officeDocument/2006/relationships/slideLayout" Target="../slideLayouts/slideLayout70.xml"/><Relationship Id="rId23" Type="http://schemas.openxmlformats.org/officeDocument/2006/relationships/slideLayout" Target="../slideLayouts/slideLayout78.xml"/><Relationship Id="rId28" Type="http://schemas.openxmlformats.org/officeDocument/2006/relationships/theme" Target="../theme/theme3.xml"/><Relationship Id="rId10" Type="http://schemas.openxmlformats.org/officeDocument/2006/relationships/slideLayout" Target="../slideLayouts/slideLayout65.xml"/><Relationship Id="rId19" Type="http://schemas.openxmlformats.org/officeDocument/2006/relationships/slideLayout" Target="../slideLayouts/slideLayout74.xml"/><Relationship Id="rId31" Type="http://schemas.openxmlformats.org/officeDocument/2006/relationships/tags" Target="../tags/tag10.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slideLayout" Target="../slideLayouts/slideLayout69.xml"/><Relationship Id="rId22" Type="http://schemas.openxmlformats.org/officeDocument/2006/relationships/slideLayout" Target="../slideLayouts/slideLayout77.xml"/><Relationship Id="rId27" Type="http://schemas.openxmlformats.org/officeDocument/2006/relationships/slideLayout" Target="../slideLayouts/slideLayout82.xml"/><Relationship Id="rId30" Type="http://schemas.openxmlformats.org/officeDocument/2006/relationships/tags" Target="../tags/tag9.xml"/><Relationship Id="rId8" Type="http://schemas.openxmlformats.org/officeDocument/2006/relationships/slideLayout" Target="../slideLayouts/slideLayout6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95.xml"/><Relationship Id="rId18" Type="http://schemas.openxmlformats.org/officeDocument/2006/relationships/slideLayout" Target="../slideLayouts/slideLayout100.xml"/><Relationship Id="rId26" Type="http://schemas.openxmlformats.org/officeDocument/2006/relationships/slideLayout" Target="../slideLayouts/slideLayout108.xml"/><Relationship Id="rId3" Type="http://schemas.openxmlformats.org/officeDocument/2006/relationships/slideLayout" Target="../slideLayouts/slideLayout85.xml"/><Relationship Id="rId21" Type="http://schemas.openxmlformats.org/officeDocument/2006/relationships/slideLayout" Target="../slideLayouts/slideLayout103.xml"/><Relationship Id="rId7" Type="http://schemas.openxmlformats.org/officeDocument/2006/relationships/slideLayout" Target="../slideLayouts/slideLayout89.xml"/><Relationship Id="rId12" Type="http://schemas.openxmlformats.org/officeDocument/2006/relationships/slideLayout" Target="../slideLayouts/slideLayout94.xml"/><Relationship Id="rId17" Type="http://schemas.openxmlformats.org/officeDocument/2006/relationships/slideLayout" Target="../slideLayouts/slideLayout99.xml"/><Relationship Id="rId25" Type="http://schemas.openxmlformats.org/officeDocument/2006/relationships/slideLayout" Target="../slideLayouts/slideLayout107.xml"/><Relationship Id="rId33" Type="http://schemas.openxmlformats.org/officeDocument/2006/relationships/image" Target="../media/image1.emf"/><Relationship Id="rId2" Type="http://schemas.openxmlformats.org/officeDocument/2006/relationships/slideLayout" Target="../slideLayouts/slideLayout84.xml"/><Relationship Id="rId16" Type="http://schemas.openxmlformats.org/officeDocument/2006/relationships/slideLayout" Target="../slideLayouts/slideLayout98.xml"/><Relationship Id="rId20" Type="http://schemas.openxmlformats.org/officeDocument/2006/relationships/slideLayout" Target="../slideLayouts/slideLayout102.xml"/><Relationship Id="rId29" Type="http://schemas.openxmlformats.org/officeDocument/2006/relationships/tags" Target="../tags/tag11.xml"/><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slideLayout" Target="../slideLayouts/slideLayout93.xml"/><Relationship Id="rId24" Type="http://schemas.openxmlformats.org/officeDocument/2006/relationships/slideLayout" Target="../slideLayouts/slideLayout106.xml"/><Relationship Id="rId32" Type="http://schemas.openxmlformats.org/officeDocument/2006/relationships/oleObject" Target="../embeddings/oleObject2.bin"/><Relationship Id="rId5" Type="http://schemas.openxmlformats.org/officeDocument/2006/relationships/slideLayout" Target="../slideLayouts/slideLayout87.xml"/><Relationship Id="rId15" Type="http://schemas.openxmlformats.org/officeDocument/2006/relationships/slideLayout" Target="../slideLayouts/slideLayout97.xml"/><Relationship Id="rId23" Type="http://schemas.openxmlformats.org/officeDocument/2006/relationships/slideLayout" Target="../slideLayouts/slideLayout105.xml"/><Relationship Id="rId28" Type="http://schemas.openxmlformats.org/officeDocument/2006/relationships/theme" Target="../theme/theme4.xml"/><Relationship Id="rId10" Type="http://schemas.openxmlformats.org/officeDocument/2006/relationships/slideLayout" Target="../slideLayouts/slideLayout92.xml"/><Relationship Id="rId19" Type="http://schemas.openxmlformats.org/officeDocument/2006/relationships/slideLayout" Target="../slideLayouts/slideLayout101.xml"/><Relationship Id="rId31" Type="http://schemas.openxmlformats.org/officeDocument/2006/relationships/tags" Target="../tags/tag13.xml"/><Relationship Id="rId4" Type="http://schemas.openxmlformats.org/officeDocument/2006/relationships/slideLayout" Target="../slideLayouts/slideLayout86.xml"/><Relationship Id="rId9" Type="http://schemas.openxmlformats.org/officeDocument/2006/relationships/slideLayout" Target="../slideLayouts/slideLayout91.xml"/><Relationship Id="rId14" Type="http://schemas.openxmlformats.org/officeDocument/2006/relationships/slideLayout" Target="../slideLayouts/slideLayout96.xml"/><Relationship Id="rId22" Type="http://schemas.openxmlformats.org/officeDocument/2006/relationships/slideLayout" Target="../slideLayouts/slideLayout104.xml"/><Relationship Id="rId27" Type="http://schemas.openxmlformats.org/officeDocument/2006/relationships/slideLayout" Target="../slideLayouts/slideLayout109.xml"/><Relationship Id="rId30" Type="http://schemas.openxmlformats.org/officeDocument/2006/relationships/tags" Target="../tags/tag12.xml"/><Relationship Id="rId8" Type="http://schemas.openxmlformats.org/officeDocument/2006/relationships/slideLayout" Target="../slideLayouts/slideLayout90.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22.xml"/><Relationship Id="rId18" Type="http://schemas.openxmlformats.org/officeDocument/2006/relationships/slideLayout" Target="../slideLayouts/slideLayout127.xml"/><Relationship Id="rId26" Type="http://schemas.openxmlformats.org/officeDocument/2006/relationships/slideLayout" Target="../slideLayouts/slideLayout135.xml"/><Relationship Id="rId3" Type="http://schemas.openxmlformats.org/officeDocument/2006/relationships/slideLayout" Target="../slideLayouts/slideLayout112.xml"/><Relationship Id="rId21" Type="http://schemas.openxmlformats.org/officeDocument/2006/relationships/slideLayout" Target="../slideLayouts/slideLayout130.xml"/><Relationship Id="rId34" Type="http://schemas.openxmlformats.org/officeDocument/2006/relationships/image" Target="../media/image1.emf"/><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slideLayout" Target="../slideLayouts/slideLayout126.xml"/><Relationship Id="rId25" Type="http://schemas.openxmlformats.org/officeDocument/2006/relationships/slideLayout" Target="../slideLayouts/slideLayout134.xml"/><Relationship Id="rId33" Type="http://schemas.openxmlformats.org/officeDocument/2006/relationships/oleObject" Target="../embeddings/oleObject2.bin"/><Relationship Id="rId2" Type="http://schemas.openxmlformats.org/officeDocument/2006/relationships/slideLayout" Target="../slideLayouts/slideLayout111.xml"/><Relationship Id="rId16" Type="http://schemas.openxmlformats.org/officeDocument/2006/relationships/slideLayout" Target="../slideLayouts/slideLayout125.xml"/><Relationship Id="rId20" Type="http://schemas.openxmlformats.org/officeDocument/2006/relationships/slideLayout" Target="../slideLayouts/slideLayout129.xml"/><Relationship Id="rId29" Type="http://schemas.openxmlformats.org/officeDocument/2006/relationships/theme" Target="../theme/theme5.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24" Type="http://schemas.openxmlformats.org/officeDocument/2006/relationships/slideLayout" Target="../slideLayouts/slideLayout133.xml"/><Relationship Id="rId32" Type="http://schemas.openxmlformats.org/officeDocument/2006/relationships/tags" Target="../tags/tag16.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23" Type="http://schemas.openxmlformats.org/officeDocument/2006/relationships/slideLayout" Target="../slideLayouts/slideLayout132.xml"/><Relationship Id="rId28" Type="http://schemas.openxmlformats.org/officeDocument/2006/relationships/slideLayout" Target="../slideLayouts/slideLayout137.xml"/><Relationship Id="rId10" Type="http://schemas.openxmlformats.org/officeDocument/2006/relationships/slideLayout" Target="../slideLayouts/slideLayout119.xml"/><Relationship Id="rId19" Type="http://schemas.openxmlformats.org/officeDocument/2006/relationships/slideLayout" Target="../slideLayouts/slideLayout128.xml"/><Relationship Id="rId31" Type="http://schemas.openxmlformats.org/officeDocument/2006/relationships/tags" Target="../tags/tag15.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 Id="rId22" Type="http://schemas.openxmlformats.org/officeDocument/2006/relationships/slideLayout" Target="../slideLayouts/slideLayout131.xml"/><Relationship Id="rId27" Type="http://schemas.openxmlformats.org/officeDocument/2006/relationships/slideLayout" Target="../slideLayouts/slideLayout136.xml"/><Relationship Id="rId30" Type="http://schemas.openxmlformats.org/officeDocument/2006/relationships/tags" Target="../tags/tag14.xml"/><Relationship Id="rId8" Type="http://schemas.openxmlformats.org/officeDocument/2006/relationships/slideLayout" Target="../slideLayouts/slideLayout117.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50.xml"/><Relationship Id="rId18" Type="http://schemas.openxmlformats.org/officeDocument/2006/relationships/slideLayout" Target="../slideLayouts/slideLayout155.xml"/><Relationship Id="rId26" Type="http://schemas.openxmlformats.org/officeDocument/2006/relationships/slideLayout" Target="../slideLayouts/slideLayout163.xml"/><Relationship Id="rId3" Type="http://schemas.openxmlformats.org/officeDocument/2006/relationships/slideLayout" Target="../slideLayouts/slideLayout140.xml"/><Relationship Id="rId21" Type="http://schemas.openxmlformats.org/officeDocument/2006/relationships/slideLayout" Target="../slideLayouts/slideLayout158.xml"/><Relationship Id="rId7" Type="http://schemas.openxmlformats.org/officeDocument/2006/relationships/slideLayout" Target="../slideLayouts/slideLayout144.xml"/><Relationship Id="rId12" Type="http://schemas.openxmlformats.org/officeDocument/2006/relationships/slideLayout" Target="../slideLayouts/slideLayout149.xml"/><Relationship Id="rId17" Type="http://schemas.openxmlformats.org/officeDocument/2006/relationships/slideLayout" Target="../slideLayouts/slideLayout154.xml"/><Relationship Id="rId25" Type="http://schemas.openxmlformats.org/officeDocument/2006/relationships/slideLayout" Target="../slideLayouts/slideLayout162.xml"/><Relationship Id="rId33" Type="http://schemas.openxmlformats.org/officeDocument/2006/relationships/image" Target="../media/image1.emf"/><Relationship Id="rId2" Type="http://schemas.openxmlformats.org/officeDocument/2006/relationships/slideLayout" Target="../slideLayouts/slideLayout139.xml"/><Relationship Id="rId16" Type="http://schemas.openxmlformats.org/officeDocument/2006/relationships/slideLayout" Target="../slideLayouts/slideLayout153.xml"/><Relationship Id="rId20" Type="http://schemas.openxmlformats.org/officeDocument/2006/relationships/slideLayout" Target="../slideLayouts/slideLayout157.xml"/><Relationship Id="rId29" Type="http://schemas.openxmlformats.org/officeDocument/2006/relationships/tags" Target="../tags/tag17.xml"/><Relationship Id="rId1" Type="http://schemas.openxmlformats.org/officeDocument/2006/relationships/slideLayout" Target="../slideLayouts/slideLayout138.xml"/><Relationship Id="rId6" Type="http://schemas.openxmlformats.org/officeDocument/2006/relationships/slideLayout" Target="../slideLayouts/slideLayout143.xml"/><Relationship Id="rId11" Type="http://schemas.openxmlformats.org/officeDocument/2006/relationships/slideLayout" Target="../slideLayouts/slideLayout148.xml"/><Relationship Id="rId24" Type="http://schemas.openxmlformats.org/officeDocument/2006/relationships/slideLayout" Target="../slideLayouts/slideLayout161.xml"/><Relationship Id="rId32" Type="http://schemas.openxmlformats.org/officeDocument/2006/relationships/oleObject" Target="../embeddings/oleObject2.bin"/><Relationship Id="rId5" Type="http://schemas.openxmlformats.org/officeDocument/2006/relationships/slideLayout" Target="../slideLayouts/slideLayout142.xml"/><Relationship Id="rId15" Type="http://schemas.openxmlformats.org/officeDocument/2006/relationships/slideLayout" Target="../slideLayouts/slideLayout152.xml"/><Relationship Id="rId23" Type="http://schemas.openxmlformats.org/officeDocument/2006/relationships/slideLayout" Target="../slideLayouts/slideLayout160.xml"/><Relationship Id="rId28" Type="http://schemas.openxmlformats.org/officeDocument/2006/relationships/theme" Target="../theme/theme6.xml"/><Relationship Id="rId10" Type="http://schemas.openxmlformats.org/officeDocument/2006/relationships/slideLayout" Target="../slideLayouts/slideLayout147.xml"/><Relationship Id="rId19" Type="http://schemas.openxmlformats.org/officeDocument/2006/relationships/slideLayout" Target="../slideLayouts/slideLayout156.xml"/><Relationship Id="rId31" Type="http://schemas.openxmlformats.org/officeDocument/2006/relationships/tags" Target="../tags/tag19.xml"/><Relationship Id="rId4" Type="http://schemas.openxmlformats.org/officeDocument/2006/relationships/slideLayout" Target="../slideLayouts/slideLayout141.xml"/><Relationship Id="rId9" Type="http://schemas.openxmlformats.org/officeDocument/2006/relationships/slideLayout" Target="../slideLayouts/slideLayout146.xml"/><Relationship Id="rId14" Type="http://schemas.openxmlformats.org/officeDocument/2006/relationships/slideLayout" Target="../slideLayouts/slideLayout151.xml"/><Relationship Id="rId22" Type="http://schemas.openxmlformats.org/officeDocument/2006/relationships/slideLayout" Target="../slideLayouts/slideLayout159.xml"/><Relationship Id="rId27" Type="http://schemas.openxmlformats.org/officeDocument/2006/relationships/slideLayout" Target="../slideLayouts/slideLayout164.xml"/><Relationship Id="rId30" Type="http://schemas.openxmlformats.org/officeDocument/2006/relationships/tags" Target="../tags/tag18.xml"/><Relationship Id="rId8" Type="http://schemas.openxmlformats.org/officeDocument/2006/relationships/slideLayout" Target="../slideLayouts/slideLayout145.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177.xml"/><Relationship Id="rId18" Type="http://schemas.openxmlformats.org/officeDocument/2006/relationships/slideLayout" Target="../slideLayouts/slideLayout182.xml"/><Relationship Id="rId26" Type="http://schemas.openxmlformats.org/officeDocument/2006/relationships/slideLayout" Target="../slideLayouts/slideLayout190.xml"/><Relationship Id="rId3" Type="http://schemas.openxmlformats.org/officeDocument/2006/relationships/slideLayout" Target="../slideLayouts/slideLayout167.xml"/><Relationship Id="rId21" Type="http://schemas.openxmlformats.org/officeDocument/2006/relationships/slideLayout" Target="../slideLayouts/slideLayout185.xml"/><Relationship Id="rId7" Type="http://schemas.openxmlformats.org/officeDocument/2006/relationships/slideLayout" Target="../slideLayouts/slideLayout171.xml"/><Relationship Id="rId12" Type="http://schemas.openxmlformats.org/officeDocument/2006/relationships/slideLayout" Target="../slideLayouts/slideLayout176.xml"/><Relationship Id="rId17" Type="http://schemas.openxmlformats.org/officeDocument/2006/relationships/slideLayout" Target="../slideLayouts/slideLayout181.xml"/><Relationship Id="rId25" Type="http://schemas.openxmlformats.org/officeDocument/2006/relationships/slideLayout" Target="../slideLayouts/slideLayout189.xml"/><Relationship Id="rId33" Type="http://schemas.openxmlformats.org/officeDocument/2006/relationships/image" Target="../media/image1.emf"/><Relationship Id="rId2" Type="http://schemas.openxmlformats.org/officeDocument/2006/relationships/slideLayout" Target="../slideLayouts/slideLayout166.xml"/><Relationship Id="rId16" Type="http://schemas.openxmlformats.org/officeDocument/2006/relationships/slideLayout" Target="../slideLayouts/slideLayout180.xml"/><Relationship Id="rId20" Type="http://schemas.openxmlformats.org/officeDocument/2006/relationships/slideLayout" Target="../slideLayouts/slideLayout184.xml"/><Relationship Id="rId29" Type="http://schemas.openxmlformats.org/officeDocument/2006/relationships/tags" Target="../tags/tag20.xml"/><Relationship Id="rId1" Type="http://schemas.openxmlformats.org/officeDocument/2006/relationships/slideLayout" Target="../slideLayouts/slideLayout165.xml"/><Relationship Id="rId6" Type="http://schemas.openxmlformats.org/officeDocument/2006/relationships/slideLayout" Target="../slideLayouts/slideLayout170.xml"/><Relationship Id="rId11" Type="http://schemas.openxmlformats.org/officeDocument/2006/relationships/slideLayout" Target="../slideLayouts/slideLayout175.xml"/><Relationship Id="rId24" Type="http://schemas.openxmlformats.org/officeDocument/2006/relationships/slideLayout" Target="../slideLayouts/slideLayout188.xml"/><Relationship Id="rId32" Type="http://schemas.openxmlformats.org/officeDocument/2006/relationships/oleObject" Target="../embeddings/oleObject2.bin"/><Relationship Id="rId5" Type="http://schemas.openxmlformats.org/officeDocument/2006/relationships/slideLayout" Target="../slideLayouts/slideLayout169.xml"/><Relationship Id="rId15" Type="http://schemas.openxmlformats.org/officeDocument/2006/relationships/slideLayout" Target="../slideLayouts/slideLayout179.xml"/><Relationship Id="rId23" Type="http://schemas.openxmlformats.org/officeDocument/2006/relationships/slideLayout" Target="../slideLayouts/slideLayout187.xml"/><Relationship Id="rId28" Type="http://schemas.openxmlformats.org/officeDocument/2006/relationships/theme" Target="../theme/theme7.xml"/><Relationship Id="rId10" Type="http://schemas.openxmlformats.org/officeDocument/2006/relationships/slideLayout" Target="../slideLayouts/slideLayout174.xml"/><Relationship Id="rId19" Type="http://schemas.openxmlformats.org/officeDocument/2006/relationships/slideLayout" Target="../slideLayouts/slideLayout183.xml"/><Relationship Id="rId31" Type="http://schemas.openxmlformats.org/officeDocument/2006/relationships/tags" Target="../tags/tag22.xml"/><Relationship Id="rId4" Type="http://schemas.openxmlformats.org/officeDocument/2006/relationships/slideLayout" Target="../slideLayouts/slideLayout168.xml"/><Relationship Id="rId9" Type="http://schemas.openxmlformats.org/officeDocument/2006/relationships/slideLayout" Target="../slideLayouts/slideLayout173.xml"/><Relationship Id="rId14" Type="http://schemas.openxmlformats.org/officeDocument/2006/relationships/slideLayout" Target="../slideLayouts/slideLayout178.xml"/><Relationship Id="rId22" Type="http://schemas.openxmlformats.org/officeDocument/2006/relationships/slideLayout" Target="../slideLayouts/slideLayout186.xml"/><Relationship Id="rId27" Type="http://schemas.openxmlformats.org/officeDocument/2006/relationships/slideLayout" Target="../slideLayouts/slideLayout191.xml"/><Relationship Id="rId30" Type="http://schemas.openxmlformats.org/officeDocument/2006/relationships/tags" Target="../tags/tag21.xml"/><Relationship Id="rId8" Type="http://schemas.openxmlformats.org/officeDocument/2006/relationships/slideLayout" Target="../slideLayouts/slideLayout17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30"/>
            </p:custDataLst>
            <p:extLst>
              <p:ext uri="{D42A27DB-BD31-4B8C-83A1-F6EECF244321}">
                <p14:modId xmlns:p14="http://schemas.microsoft.com/office/powerpoint/2010/main" val="4004829623"/>
              </p:ext>
            </p:extLst>
          </p:nvPr>
        </p:nvGraphicFramePr>
        <p:xfrm>
          <a:off x="1592" y="1596"/>
          <a:ext cx="1587" cy="1587"/>
        </p:xfrm>
        <a:graphic>
          <a:graphicData uri="http://schemas.openxmlformats.org/presentationml/2006/ole">
            <mc:AlternateContent xmlns:mc="http://schemas.openxmlformats.org/markup-compatibility/2006">
              <mc:Choice xmlns:v="urn:schemas-microsoft-com:vml" Requires="v">
                <p:oleObj name="think-cell Slide" r:id="rId33" imgW="216" imgH="216" progId="TCLayout.ActiveDocument.1">
                  <p:embed/>
                </p:oleObj>
              </mc:Choice>
              <mc:Fallback>
                <p:oleObj name="think-cell Slide" r:id="rId33" imgW="216" imgH="216" progId="TCLayout.ActiveDocument.1">
                  <p:embed/>
                  <p:pic>
                    <p:nvPicPr>
                      <p:cNvPr id="2" name="Object 1" hidden="1"/>
                      <p:cNvPicPr/>
                      <p:nvPr/>
                    </p:nvPicPr>
                    <p:blipFill>
                      <a:blip r:embed="rId34"/>
                      <a:stretch>
                        <a:fillRect/>
                      </a:stretch>
                    </p:blipFill>
                    <p:spPr>
                      <a:xfrm>
                        <a:off x="1592" y="1596"/>
                        <a:ext cx="1587" cy="1587"/>
                      </a:xfrm>
                      <a:prstGeom prst="rect">
                        <a:avLst/>
                      </a:prstGeom>
                    </p:spPr>
                  </p:pic>
                </p:oleObj>
              </mc:Fallback>
            </mc:AlternateContent>
          </a:graphicData>
        </a:graphic>
      </p:graphicFrame>
      <p:sp>
        <p:nvSpPr>
          <p:cNvPr id="5" name="SlideNumber"/>
          <p:cNvSpPr>
            <a:spLocks noChangeArrowheads="1"/>
          </p:cNvSpPr>
          <p:nvPr/>
        </p:nvSpPr>
        <p:spPr bwMode="gray">
          <a:xfrm>
            <a:off x="8986906" y="6542822"/>
            <a:ext cx="157094" cy="153888"/>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63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p>
            <a:pPr algn="r" eaLnBrk="0" fontAlgn="base" hangingPunct="0">
              <a:lnSpc>
                <a:spcPct val="100000"/>
              </a:lnSpc>
              <a:spcBef>
                <a:spcPct val="0"/>
              </a:spcBef>
              <a:spcAft>
                <a:spcPct val="0"/>
              </a:spcAft>
            </a:pPr>
            <a:fld id="{2306E996-13B1-4F09-8F6B-3AC86B81501F}" type="slidenum">
              <a:rPr lang="en-GB" sz="1000" smtClean="0">
                <a:solidFill>
                  <a:schemeClr val="tx1">
                    <a:lumMod val="50000"/>
                    <a:lumOff val="50000"/>
                  </a:schemeClr>
                </a:solidFill>
                <a:latin typeface="+mn-lt"/>
                <a:ea typeface="+mn-ea"/>
                <a:cs typeface="+mn-cs"/>
                <a:sym typeface="+mn-lt"/>
              </a:rPr>
              <a:pPr algn="r" eaLnBrk="0" fontAlgn="base" hangingPunct="0">
                <a:lnSpc>
                  <a:spcPct val="100000"/>
                </a:lnSpc>
                <a:spcBef>
                  <a:spcPct val="0"/>
                </a:spcBef>
                <a:spcAft>
                  <a:spcPct val="0"/>
                </a:spcAft>
              </a:pPr>
              <a:t>‹#›</a:t>
            </a:fld>
            <a:endParaRPr lang="en-GB" sz="1000">
              <a:solidFill>
                <a:schemeClr val="tx1">
                  <a:lumMod val="50000"/>
                  <a:lumOff val="50000"/>
                </a:schemeClr>
              </a:solidFill>
              <a:latin typeface="+mn-lt"/>
              <a:ea typeface="+mn-ea"/>
              <a:cs typeface="+mn-cs"/>
              <a:sym typeface="+mn-lt"/>
            </a:endParaRPr>
          </a:p>
        </p:txBody>
      </p:sp>
      <p:sp>
        <p:nvSpPr>
          <p:cNvPr id="1027" name="BodyText"/>
          <p:cNvSpPr>
            <a:spLocks noGrp="1" noChangeArrowheads="1"/>
          </p:cNvSpPr>
          <p:nvPr>
            <p:ph type="body" idx="1"/>
            <p:custDataLst>
              <p:tags r:id="rId31"/>
            </p:custDataLst>
          </p:nvPr>
        </p:nvSpPr>
        <p:spPr bwMode="gray">
          <a:xfrm>
            <a:off x="457995" y="1400400"/>
            <a:ext cx="8686800" cy="493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ja-JP"/>
              <a:t>Click to edit Master text styles</a:t>
            </a:r>
          </a:p>
          <a:p>
            <a:pPr lvl="1"/>
            <a:r>
              <a:rPr lang="en-GB" altLang="ja-JP"/>
              <a:t>Second level</a:t>
            </a:r>
          </a:p>
          <a:p>
            <a:pPr lvl="2"/>
            <a:r>
              <a:rPr lang="en-GB" altLang="ja-JP"/>
              <a:t>Third level</a:t>
            </a:r>
          </a:p>
          <a:p>
            <a:pPr lvl="3"/>
            <a:r>
              <a:rPr lang="en-GB" altLang="ja-JP"/>
              <a:t>Fourth level</a:t>
            </a:r>
          </a:p>
          <a:p>
            <a:pPr lvl="4"/>
            <a:r>
              <a:rPr lang="en-GB" altLang="ja-JP"/>
              <a:t>Fifth level</a:t>
            </a:r>
            <a:endParaRPr lang="en-GB"/>
          </a:p>
        </p:txBody>
      </p:sp>
      <p:sp>
        <p:nvSpPr>
          <p:cNvPr id="1026" name="Title"/>
          <p:cNvSpPr>
            <a:spLocks noGrp="1" noChangeArrowheads="1"/>
          </p:cNvSpPr>
          <p:nvPr>
            <p:ph type="title"/>
            <p:custDataLst>
              <p:tags r:id="rId32"/>
            </p:custDataLst>
          </p:nvPr>
        </p:nvSpPr>
        <p:spPr bwMode="gray">
          <a:xfrm>
            <a:off x="457995" y="381000"/>
            <a:ext cx="8686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ja-JP"/>
              <a:t>Click to edit Master title style</a:t>
            </a:r>
            <a:endParaRPr lang="en-GB"/>
          </a:p>
        </p:txBody>
      </p:sp>
    </p:spTree>
  </p:cSld>
  <p:clrMap bg1="lt1" tx1="dk1" bg2="lt2" tx2="dk2" accent1="accent1" accent2="accent2" accent3="accent3" accent4="accent4" accent5="accent5" accent6="accent6" hlink="hlink" folHlink="folHlink"/>
  <p:sldLayoutIdLst>
    <p:sldLayoutId id="2147483676" r:id="rId1"/>
    <p:sldLayoutId id="2147483678" r:id="rId2"/>
    <p:sldLayoutId id="2147483677" r:id="rId3"/>
    <p:sldLayoutId id="2147483703" r:id="rId4"/>
    <p:sldLayoutId id="2147483702" r:id="rId5"/>
    <p:sldLayoutId id="2147483712" r:id="rId6"/>
    <p:sldLayoutId id="2147483681" r:id="rId7"/>
    <p:sldLayoutId id="2147483682" r:id="rId8"/>
    <p:sldLayoutId id="2147483683" r:id="rId9"/>
    <p:sldLayoutId id="2147483699" r:id="rId10"/>
    <p:sldLayoutId id="2147483713" r:id="rId11"/>
    <p:sldLayoutId id="2147483714" r:id="rId12"/>
    <p:sldLayoutId id="2147483700" r:id="rId13"/>
    <p:sldLayoutId id="2147483686" r:id="rId14"/>
    <p:sldLayoutId id="2147483687" r:id="rId15"/>
    <p:sldLayoutId id="2147483701" r:id="rId16"/>
    <p:sldLayoutId id="2147483715" r:id="rId17"/>
    <p:sldLayoutId id="2147483716" r:id="rId18"/>
    <p:sldLayoutId id="2147483717" r:id="rId19"/>
    <p:sldLayoutId id="2147483705" r:id="rId20"/>
    <p:sldLayoutId id="2147483692" r:id="rId21"/>
    <p:sldLayoutId id="2147483694" r:id="rId22"/>
    <p:sldLayoutId id="2147483710" r:id="rId23"/>
    <p:sldLayoutId id="2147484911" r:id="rId24"/>
    <p:sldLayoutId id="2147483679" r:id="rId25"/>
    <p:sldLayoutId id="2147483696" r:id="rId26"/>
    <p:sldLayoutId id="2147483706" r:id="rId27"/>
    <p:sldLayoutId id="2147483887" r:id="rId28"/>
  </p:sldLayoutIdLst>
  <p:hf hdr="0" ftr="0" dt="0"/>
  <p:txStyles>
    <p:titleStyle>
      <a:lvl1pPr algn="l" rtl="0" eaLnBrk="1" fontAlgn="base" hangingPunct="1">
        <a:lnSpc>
          <a:spcPct val="88000"/>
        </a:lnSpc>
        <a:spcBef>
          <a:spcPct val="0"/>
        </a:spcBef>
        <a:spcAft>
          <a:spcPct val="0"/>
        </a:spcAft>
        <a:defRPr sz="2000">
          <a:solidFill>
            <a:srgbClr val="005024"/>
          </a:solidFill>
          <a:latin typeface="+mj-lt"/>
          <a:ea typeface="+mj-ea"/>
          <a:cs typeface="+mj-cs"/>
          <a:sym typeface="+mj-lt"/>
        </a:defRPr>
      </a:lvl1pPr>
      <a:lvl2pPr algn="l" rtl="0" eaLnBrk="1" fontAlgn="base" hangingPunct="1">
        <a:lnSpc>
          <a:spcPct val="88000"/>
        </a:lnSpc>
        <a:spcBef>
          <a:spcPct val="0"/>
        </a:spcBef>
        <a:spcAft>
          <a:spcPct val="0"/>
        </a:spcAft>
        <a:defRPr>
          <a:solidFill>
            <a:srgbClr val="002C77"/>
          </a:solidFill>
          <a:latin typeface="Arial" charset="0"/>
          <a:cs typeface="Arial" charset="0"/>
        </a:defRPr>
      </a:lvl2pPr>
      <a:lvl3pPr algn="l" rtl="0" eaLnBrk="1" fontAlgn="base" hangingPunct="1">
        <a:lnSpc>
          <a:spcPct val="88000"/>
        </a:lnSpc>
        <a:spcBef>
          <a:spcPct val="0"/>
        </a:spcBef>
        <a:spcAft>
          <a:spcPct val="0"/>
        </a:spcAft>
        <a:defRPr>
          <a:solidFill>
            <a:srgbClr val="002C77"/>
          </a:solidFill>
          <a:latin typeface="Arial" charset="0"/>
          <a:cs typeface="Arial" charset="0"/>
        </a:defRPr>
      </a:lvl3pPr>
      <a:lvl4pPr algn="l" rtl="0" eaLnBrk="1" fontAlgn="base" hangingPunct="1">
        <a:lnSpc>
          <a:spcPct val="88000"/>
        </a:lnSpc>
        <a:spcBef>
          <a:spcPct val="0"/>
        </a:spcBef>
        <a:spcAft>
          <a:spcPct val="0"/>
        </a:spcAft>
        <a:defRPr>
          <a:solidFill>
            <a:srgbClr val="002C77"/>
          </a:solidFill>
          <a:latin typeface="Arial" charset="0"/>
          <a:cs typeface="Arial" charset="0"/>
        </a:defRPr>
      </a:lvl4pPr>
      <a:lvl5pPr algn="l" rtl="0" eaLnBrk="1" fontAlgn="base" hangingPunct="1">
        <a:lnSpc>
          <a:spcPct val="88000"/>
        </a:lnSpc>
        <a:spcBef>
          <a:spcPct val="0"/>
        </a:spcBef>
        <a:spcAft>
          <a:spcPct val="0"/>
        </a:spcAft>
        <a:defRPr>
          <a:solidFill>
            <a:srgbClr val="002C77"/>
          </a:solidFill>
          <a:latin typeface="Arial" charset="0"/>
          <a:cs typeface="Arial" charset="0"/>
        </a:defRPr>
      </a:lvl5pPr>
      <a:lvl6pPr marL="457200" algn="l" rtl="0" eaLnBrk="1" fontAlgn="base" hangingPunct="1">
        <a:lnSpc>
          <a:spcPct val="88000"/>
        </a:lnSpc>
        <a:spcBef>
          <a:spcPct val="0"/>
        </a:spcBef>
        <a:spcAft>
          <a:spcPct val="0"/>
        </a:spcAft>
        <a:defRPr>
          <a:solidFill>
            <a:srgbClr val="002C77"/>
          </a:solidFill>
          <a:latin typeface="Arial" charset="0"/>
          <a:cs typeface="Arial" charset="0"/>
        </a:defRPr>
      </a:lvl6pPr>
      <a:lvl7pPr marL="914400" algn="l" rtl="0" eaLnBrk="1" fontAlgn="base" hangingPunct="1">
        <a:lnSpc>
          <a:spcPct val="88000"/>
        </a:lnSpc>
        <a:spcBef>
          <a:spcPct val="0"/>
        </a:spcBef>
        <a:spcAft>
          <a:spcPct val="0"/>
        </a:spcAft>
        <a:defRPr>
          <a:solidFill>
            <a:srgbClr val="002C77"/>
          </a:solidFill>
          <a:latin typeface="Arial" charset="0"/>
          <a:cs typeface="Arial" charset="0"/>
        </a:defRPr>
      </a:lvl7pPr>
      <a:lvl8pPr marL="1371600" algn="l" rtl="0" eaLnBrk="1" fontAlgn="base" hangingPunct="1">
        <a:lnSpc>
          <a:spcPct val="88000"/>
        </a:lnSpc>
        <a:spcBef>
          <a:spcPct val="0"/>
        </a:spcBef>
        <a:spcAft>
          <a:spcPct val="0"/>
        </a:spcAft>
        <a:defRPr>
          <a:solidFill>
            <a:srgbClr val="002C77"/>
          </a:solidFill>
          <a:latin typeface="Arial" charset="0"/>
          <a:cs typeface="Arial" charset="0"/>
        </a:defRPr>
      </a:lvl8pPr>
      <a:lvl9pPr marL="1828800" algn="l" rtl="0" eaLnBrk="1" fontAlgn="base" hangingPunct="1">
        <a:lnSpc>
          <a:spcPct val="88000"/>
        </a:lnSpc>
        <a:spcBef>
          <a:spcPct val="0"/>
        </a:spcBef>
        <a:spcAft>
          <a:spcPct val="0"/>
        </a:spcAft>
        <a:defRPr>
          <a:solidFill>
            <a:srgbClr val="002C77"/>
          </a:solidFill>
          <a:latin typeface="Arial" charset="0"/>
          <a:cs typeface="Arial" charset="0"/>
        </a:defRPr>
      </a:lvl9pPr>
    </p:titleStyle>
    <p:bodyStyle>
      <a:lvl1pPr marL="180000" indent="-180000" algn="l" rtl="0" eaLnBrk="1" fontAlgn="base" hangingPunct="1">
        <a:spcBef>
          <a:spcPts val="700"/>
        </a:spcBef>
        <a:spcAft>
          <a:spcPts val="0"/>
        </a:spcAft>
        <a:buChar char="•"/>
        <a:defRPr sz="1400">
          <a:solidFill>
            <a:schemeClr val="tx1"/>
          </a:solidFill>
          <a:latin typeface="+mn-lt"/>
          <a:ea typeface="+mn-ea"/>
          <a:cs typeface="+mn-cs"/>
          <a:sym typeface="+mn-lt"/>
        </a:defRPr>
      </a:lvl1pPr>
      <a:lvl2pPr marL="360000" indent="-180000" algn="l" rtl="0" eaLnBrk="1" fontAlgn="base" hangingPunct="1">
        <a:spcBef>
          <a:spcPts val="300"/>
        </a:spcBef>
        <a:spcAft>
          <a:spcPts val="0"/>
        </a:spcAft>
        <a:buFont typeface="Arial" charset="0"/>
        <a:buChar char="–"/>
        <a:defRPr sz="1400" baseline="0">
          <a:solidFill>
            <a:schemeClr val="tx1"/>
          </a:solidFill>
          <a:latin typeface="+mn-lt"/>
          <a:ea typeface="+mn-ea"/>
          <a:cs typeface="+mn-cs"/>
          <a:sym typeface="+mn-lt"/>
        </a:defRPr>
      </a:lvl2pPr>
      <a:lvl3pPr marL="540000" indent="-179388" algn="l" rtl="0" eaLnBrk="1" fontAlgn="base" hangingPunct="1">
        <a:spcBef>
          <a:spcPts val="300"/>
        </a:spcBef>
        <a:spcAft>
          <a:spcPts val="0"/>
        </a:spcAft>
        <a:buFont typeface="Arial" charset="0"/>
        <a:buChar char="-"/>
        <a:defRPr sz="1400">
          <a:solidFill>
            <a:schemeClr val="tx1"/>
          </a:solidFill>
          <a:latin typeface="+mn-lt"/>
          <a:ea typeface="+mn-ea"/>
          <a:cs typeface="+mn-cs"/>
          <a:sym typeface="+mn-lt"/>
        </a:defRPr>
      </a:lvl3pPr>
      <a:lvl4pPr marL="720000" indent="-179388" algn="l" rtl="0" eaLnBrk="1" fontAlgn="base" hangingPunct="1">
        <a:spcBef>
          <a:spcPts val="300"/>
        </a:spcBef>
        <a:spcAft>
          <a:spcPts val="0"/>
        </a:spcAft>
        <a:buFont typeface="Arial" charset="0"/>
        <a:buChar char="-"/>
        <a:defRPr sz="1400">
          <a:solidFill>
            <a:schemeClr val="tx1"/>
          </a:solidFill>
          <a:latin typeface="+mn-lt"/>
          <a:ea typeface="+mn-ea"/>
          <a:cs typeface="+mn-cs"/>
          <a:sym typeface="+mn-lt"/>
        </a:defRPr>
      </a:lvl4pPr>
      <a:lvl5pPr marL="900000" indent="-180000" algn="l" rtl="0" eaLnBrk="1" fontAlgn="base" hangingPunct="1">
        <a:spcBef>
          <a:spcPts val="300"/>
        </a:spcBef>
        <a:spcAft>
          <a:spcPts val="0"/>
        </a:spcAft>
        <a:buFont typeface="Arial" panose="020B0604020202020204" pitchFamily="34" charset="0"/>
        <a:buChar char="-"/>
        <a:defRPr sz="1400">
          <a:solidFill>
            <a:schemeClr val="tx1"/>
          </a:solidFill>
          <a:latin typeface="+mn-lt"/>
          <a:ea typeface="+mn-ea"/>
          <a:cs typeface="+mn-cs"/>
          <a:sym typeface="+mn-lt"/>
        </a:defRPr>
      </a:lvl5pPr>
      <a:lvl6pPr marL="1080000" indent="-180000" algn="l" rtl="0" eaLnBrk="1" fontAlgn="base" hangingPunct="1">
        <a:spcBef>
          <a:spcPts val="300"/>
        </a:spcBef>
        <a:spcAft>
          <a:spcPts val="0"/>
        </a:spcAft>
        <a:buFont typeface="Arial" charset="0"/>
        <a:buChar char="-"/>
        <a:defRPr sz="1400" baseline="0">
          <a:solidFill>
            <a:schemeClr val="tx1"/>
          </a:solidFill>
          <a:latin typeface="+mn-lt"/>
          <a:cs typeface="+mn-cs"/>
        </a:defRPr>
      </a:lvl6pPr>
      <a:lvl7pPr marL="1260000" indent="-180000" algn="l" rtl="0" eaLnBrk="1" fontAlgn="base" hangingPunct="1">
        <a:spcBef>
          <a:spcPts val="300"/>
        </a:spcBef>
        <a:spcAft>
          <a:spcPts val="0"/>
        </a:spcAft>
        <a:buFont typeface="Arial" charset="0"/>
        <a:buChar char="-"/>
        <a:defRPr sz="1400">
          <a:solidFill>
            <a:schemeClr val="tx1"/>
          </a:solidFill>
          <a:latin typeface="+mn-lt"/>
          <a:cs typeface="+mn-cs"/>
        </a:defRPr>
      </a:lvl7pPr>
      <a:lvl8pPr marL="1440000" indent="-180000" algn="l" rtl="0" eaLnBrk="1" fontAlgn="base" hangingPunct="1">
        <a:spcBef>
          <a:spcPts val="300"/>
        </a:spcBef>
        <a:spcAft>
          <a:spcPts val="0"/>
        </a:spcAft>
        <a:buFont typeface="Arial" charset="0"/>
        <a:buChar char="-"/>
        <a:defRPr sz="1400">
          <a:solidFill>
            <a:schemeClr val="tx1"/>
          </a:solidFill>
          <a:latin typeface="+mn-lt"/>
          <a:cs typeface="+mn-cs"/>
        </a:defRPr>
      </a:lvl8pPr>
      <a:lvl9pPr marL="1620000" indent="-180000" algn="l" rtl="0" eaLnBrk="1" fontAlgn="base" hangingPunct="1">
        <a:spcBef>
          <a:spcPts val="300"/>
        </a:spcBef>
        <a:spcAft>
          <a:spcPts val="0"/>
        </a:spcAft>
        <a:buFont typeface="Arial" charset="0"/>
        <a:buChar char="-"/>
        <a:defRPr sz="1400" baseline="0">
          <a:solidFill>
            <a:schemeClr val="tx1"/>
          </a:solidFill>
          <a:latin typeface="+mn-lt"/>
          <a:cs typeface="+mn-cs"/>
        </a:defRPr>
      </a:lvl9pPr>
    </p:bodyStyle>
    <p:other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79" userDrawn="1">
          <p15:clr>
            <a:srgbClr val="F26B43"/>
          </p15:clr>
        </p15:guide>
        <p15:guide id="2" pos="3024" userDrawn="1">
          <p15:clr>
            <a:srgbClr val="F26B43"/>
          </p15:clr>
        </p15:guide>
        <p15:guide id="3" orient="horz" pos="3990" userDrawn="1">
          <p15:clr>
            <a:srgbClr val="F26B43"/>
          </p15:clr>
        </p15:guide>
        <p15:guide id="4" pos="287" userDrawn="1">
          <p15:clr>
            <a:srgbClr val="F26B43"/>
          </p15:clr>
        </p15:guide>
        <p15:guide id="5" pos="5762" userDrawn="1">
          <p15:clr>
            <a:srgbClr val="F26B43"/>
          </p15:clr>
        </p15:guide>
        <p15:guide id="6" orient="horz" pos="240" userDrawn="1">
          <p15:clr>
            <a:srgbClr val="F26B43"/>
          </p15:clr>
        </p15:guide>
        <p15:guide id="7" pos="3171" userDrawn="1">
          <p15:clr>
            <a:srgbClr val="F26B43"/>
          </p15:clr>
        </p15:guide>
        <p15:guide id="8" pos="287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9"/>
            </p:custDataLst>
            <p:extLst>
              <p:ext uri="{D42A27DB-BD31-4B8C-83A1-F6EECF244321}">
                <p14:modId xmlns:p14="http://schemas.microsoft.com/office/powerpoint/2010/main" val="3017147871"/>
              </p:ext>
            </p:extLst>
          </p:nvPr>
        </p:nvGraphicFramePr>
        <p:xfrm>
          <a:off x="1592" y="1596"/>
          <a:ext cx="1587" cy="1587"/>
        </p:xfrm>
        <a:graphic>
          <a:graphicData uri="http://schemas.openxmlformats.org/presentationml/2006/ole">
            <mc:AlternateContent xmlns:mc="http://schemas.openxmlformats.org/markup-compatibility/2006">
              <mc:Choice xmlns:v="urn:schemas-microsoft-com:vml" Requires="v">
                <p:oleObj name="think-cell Slide" r:id="rId32" imgW="216" imgH="216" progId="TCLayout.ActiveDocument.1">
                  <p:embed/>
                </p:oleObj>
              </mc:Choice>
              <mc:Fallback>
                <p:oleObj name="think-cell Slide" r:id="rId32" imgW="216" imgH="216" progId="TCLayout.ActiveDocument.1">
                  <p:embed/>
                  <p:pic>
                    <p:nvPicPr>
                      <p:cNvPr id="2" name="Object 1" hidden="1"/>
                      <p:cNvPicPr/>
                      <p:nvPr/>
                    </p:nvPicPr>
                    <p:blipFill>
                      <a:blip r:embed="rId33"/>
                      <a:stretch>
                        <a:fillRect/>
                      </a:stretch>
                    </p:blipFill>
                    <p:spPr>
                      <a:xfrm>
                        <a:off x="1592" y="1596"/>
                        <a:ext cx="1587" cy="1587"/>
                      </a:xfrm>
                      <a:prstGeom prst="rect">
                        <a:avLst/>
                      </a:prstGeom>
                    </p:spPr>
                  </p:pic>
                </p:oleObj>
              </mc:Fallback>
            </mc:AlternateContent>
          </a:graphicData>
        </a:graphic>
      </p:graphicFrame>
      <p:sp>
        <p:nvSpPr>
          <p:cNvPr id="5" name="SlideNumber"/>
          <p:cNvSpPr>
            <a:spLocks noChangeArrowheads="1"/>
          </p:cNvSpPr>
          <p:nvPr/>
        </p:nvSpPr>
        <p:spPr bwMode="gray">
          <a:xfrm>
            <a:off x="8986906" y="6542822"/>
            <a:ext cx="157094" cy="153888"/>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63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p>
            <a:pPr algn="r" eaLnBrk="0" hangingPunct="0">
              <a:lnSpc>
                <a:spcPct val="100000"/>
              </a:lnSpc>
            </a:pPr>
            <a:fld id="{2306E996-13B1-4F09-8F6B-3AC86B81501F}" type="slidenum">
              <a:rPr lang="en-GB" smtClean="0">
                <a:solidFill>
                  <a:srgbClr val="000000">
                    <a:lumMod val="50000"/>
                    <a:lumOff val="50000"/>
                  </a:srgbClr>
                </a:solidFill>
                <a:latin typeface="Arial"/>
                <a:sym typeface="+mn-lt"/>
              </a:rPr>
              <a:pPr algn="r" eaLnBrk="0" hangingPunct="0">
                <a:lnSpc>
                  <a:spcPct val="100000"/>
                </a:lnSpc>
              </a:pPr>
              <a:t>‹#›</a:t>
            </a:fld>
            <a:endParaRPr lang="en-GB">
              <a:solidFill>
                <a:srgbClr val="000000">
                  <a:lumMod val="50000"/>
                  <a:lumOff val="50000"/>
                </a:srgbClr>
              </a:solidFill>
              <a:latin typeface="Arial"/>
              <a:sym typeface="+mn-lt"/>
            </a:endParaRPr>
          </a:p>
        </p:txBody>
      </p:sp>
      <p:sp>
        <p:nvSpPr>
          <p:cNvPr id="1027" name="BodyText"/>
          <p:cNvSpPr>
            <a:spLocks noGrp="1" noChangeArrowheads="1"/>
          </p:cNvSpPr>
          <p:nvPr>
            <p:ph type="body" idx="1"/>
            <p:custDataLst>
              <p:tags r:id="rId30"/>
            </p:custDataLst>
          </p:nvPr>
        </p:nvSpPr>
        <p:spPr bwMode="gray">
          <a:xfrm>
            <a:off x="457995" y="1400400"/>
            <a:ext cx="8686800" cy="493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ja-JP"/>
              <a:t>Click to edit Master text styles</a:t>
            </a:r>
          </a:p>
          <a:p>
            <a:pPr lvl="1"/>
            <a:r>
              <a:rPr lang="en-GB" altLang="ja-JP"/>
              <a:t>Second level</a:t>
            </a:r>
          </a:p>
          <a:p>
            <a:pPr lvl="2"/>
            <a:r>
              <a:rPr lang="en-GB" altLang="ja-JP"/>
              <a:t>Third level</a:t>
            </a:r>
          </a:p>
          <a:p>
            <a:pPr lvl="3"/>
            <a:r>
              <a:rPr lang="en-GB" altLang="ja-JP"/>
              <a:t>Fourth level</a:t>
            </a:r>
          </a:p>
          <a:p>
            <a:pPr lvl="4"/>
            <a:r>
              <a:rPr lang="en-GB" altLang="ja-JP"/>
              <a:t>Fifth level</a:t>
            </a:r>
            <a:endParaRPr lang="en-GB"/>
          </a:p>
        </p:txBody>
      </p:sp>
      <p:sp>
        <p:nvSpPr>
          <p:cNvPr id="1026" name="Title"/>
          <p:cNvSpPr>
            <a:spLocks noGrp="1" noChangeArrowheads="1"/>
          </p:cNvSpPr>
          <p:nvPr>
            <p:ph type="title"/>
            <p:custDataLst>
              <p:tags r:id="rId31"/>
            </p:custDataLst>
          </p:nvPr>
        </p:nvSpPr>
        <p:spPr bwMode="gray">
          <a:xfrm>
            <a:off x="457995" y="381000"/>
            <a:ext cx="8686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ja-JP"/>
              <a:t>Click to edit Master title style</a:t>
            </a:r>
            <a:endParaRPr lang="en-GB"/>
          </a:p>
        </p:txBody>
      </p:sp>
    </p:spTree>
    <p:extLst>
      <p:ext uri="{BB962C8B-B14F-4D97-AF65-F5344CB8AC3E}">
        <p14:creationId xmlns:p14="http://schemas.microsoft.com/office/powerpoint/2010/main" val="1152735574"/>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Lst>
  <p:hf hdr="0" ftr="0" dt="0"/>
  <p:txStyles>
    <p:titleStyle>
      <a:lvl1pPr algn="l" rtl="0" eaLnBrk="1" fontAlgn="base" hangingPunct="1">
        <a:lnSpc>
          <a:spcPct val="88000"/>
        </a:lnSpc>
        <a:spcBef>
          <a:spcPct val="0"/>
        </a:spcBef>
        <a:spcAft>
          <a:spcPct val="0"/>
        </a:spcAft>
        <a:defRPr sz="2000">
          <a:solidFill>
            <a:srgbClr val="005024"/>
          </a:solidFill>
          <a:latin typeface="+mj-lt"/>
          <a:ea typeface="+mj-ea"/>
          <a:cs typeface="+mj-cs"/>
          <a:sym typeface="+mj-lt"/>
        </a:defRPr>
      </a:lvl1pPr>
      <a:lvl2pPr algn="l" rtl="0" eaLnBrk="1" fontAlgn="base" hangingPunct="1">
        <a:lnSpc>
          <a:spcPct val="88000"/>
        </a:lnSpc>
        <a:spcBef>
          <a:spcPct val="0"/>
        </a:spcBef>
        <a:spcAft>
          <a:spcPct val="0"/>
        </a:spcAft>
        <a:defRPr>
          <a:solidFill>
            <a:srgbClr val="002C77"/>
          </a:solidFill>
          <a:latin typeface="Arial" charset="0"/>
          <a:cs typeface="Arial" charset="0"/>
        </a:defRPr>
      </a:lvl2pPr>
      <a:lvl3pPr algn="l" rtl="0" eaLnBrk="1" fontAlgn="base" hangingPunct="1">
        <a:lnSpc>
          <a:spcPct val="88000"/>
        </a:lnSpc>
        <a:spcBef>
          <a:spcPct val="0"/>
        </a:spcBef>
        <a:spcAft>
          <a:spcPct val="0"/>
        </a:spcAft>
        <a:defRPr>
          <a:solidFill>
            <a:srgbClr val="002C77"/>
          </a:solidFill>
          <a:latin typeface="Arial" charset="0"/>
          <a:cs typeface="Arial" charset="0"/>
        </a:defRPr>
      </a:lvl3pPr>
      <a:lvl4pPr algn="l" rtl="0" eaLnBrk="1" fontAlgn="base" hangingPunct="1">
        <a:lnSpc>
          <a:spcPct val="88000"/>
        </a:lnSpc>
        <a:spcBef>
          <a:spcPct val="0"/>
        </a:spcBef>
        <a:spcAft>
          <a:spcPct val="0"/>
        </a:spcAft>
        <a:defRPr>
          <a:solidFill>
            <a:srgbClr val="002C77"/>
          </a:solidFill>
          <a:latin typeface="Arial" charset="0"/>
          <a:cs typeface="Arial" charset="0"/>
        </a:defRPr>
      </a:lvl4pPr>
      <a:lvl5pPr algn="l" rtl="0" eaLnBrk="1" fontAlgn="base" hangingPunct="1">
        <a:lnSpc>
          <a:spcPct val="88000"/>
        </a:lnSpc>
        <a:spcBef>
          <a:spcPct val="0"/>
        </a:spcBef>
        <a:spcAft>
          <a:spcPct val="0"/>
        </a:spcAft>
        <a:defRPr>
          <a:solidFill>
            <a:srgbClr val="002C77"/>
          </a:solidFill>
          <a:latin typeface="Arial" charset="0"/>
          <a:cs typeface="Arial" charset="0"/>
        </a:defRPr>
      </a:lvl5pPr>
      <a:lvl6pPr marL="457200" algn="l" rtl="0" eaLnBrk="1" fontAlgn="base" hangingPunct="1">
        <a:lnSpc>
          <a:spcPct val="88000"/>
        </a:lnSpc>
        <a:spcBef>
          <a:spcPct val="0"/>
        </a:spcBef>
        <a:spcAft>
          <a:spcPct val="0"/>
        </a:spcAft>
        <a:defRPr>
          <a:solidFill>
            <a:srgbClr val="002C77"/>
          </a:solidFill>
          <a:latin typeface="Arial" charset="0"/>
          <a:cs typeface="Arial" charset="0"/>
        </a:defRPr>
      </a:lvl6pPr>
      <a:lvl7pPr marL="914400" algn="l" rtl="0" eaLnBrk="1" fontAlgn="base" hangingPunct="1">
        <a:lnSpc>
          <a:spcPct val="88000"/>
        </a:lnSpc>
        <a:spcBef>
          <a:spcPct val="0"/>
        </a:spcBef>
        <a:spcAft>
          <a:spcPct val="0"/>
        </a:spcAft>
        <a:defRPr>
          <a:solidFill>
            <a:srgbClr val="002C77"/>
          </a:solidFill>
          <a:latin typeface="Arial" charset="0"/>
          <a:cs typeface="Arial" charset="0"/>
        </a:defRPr>
      </a:lvl7pPr>
      <a:lvl8pPr marL="1371600" algn="l" rtl="0" eaLnBrk="1" fontAlgn="base" hangingPunct="1">
        <a:lnSpc>
          <a:spcPct val="88000"/>
        </a:lnSpc>
        <a:spcBef>
          <a:spcPct val="0"/>
        </a:spcBef>
        <a:spcAft>
          <a:spcPct val="0"/>
        </a:spcAft>
        <a:defRPr>
          <a:solidFill>
            <a:srgbClr val="002C77"/>
          </a:solidFill>
          <a:latin typeface="Arial" charset="0"/>
          <a:cs typeface="Arial" charset="0"/>
        </a:defRPr>
      </a:lvl8pPr>
      <a:lvl9pPr marL="1828800" algn="l" rtl="0" eaLnBrk="1" fontAlgn="base" hangingPunct="1">
        <a:lnSpc>
          <a:spcPct val="88000"/>
        </a:lnSpc>
        <a:spcBef>
          <a:spcPct val="0"/>
        </a:spcBef>
        <a:spcAft>
          <a:spcPct val="0"/>
        </a:spcAft>
        <a:defRPr>
          <a:solidFill>
            <a:srgbClr val="002C77"/>
          </a:solidFill>
          <a:latin typeface="Arial" charset="0"/>
          <a:cs typeface="Arial" charset="0"/>
        </a:defRPr>
      </a:lvl9pPr>
    </p:titleStyle>
    <p:bodyStyle>
      <a:lvl1pPr marL="180000" indent="-180000" algn="l" rtl="0" eaLnBrk="1" fontAlgn="base" hangingPunct="1">
        <a:spcBef>
          <a:spcPts val="700"/>
        </a:spcBef>
        <a:spcAft>
          <a:spcPts val="0"/>
        </a:spcAft>
        <a:buChar char="•"/>
        <a:defRPr sz="1400">
          <a:solidFill>
            <a:schemeClr val="tx1"/>
          </a:solidFill>
          <a:latin typeface="+mn-lt"/>
          <a:ea typeface="+mn-ea"/>
          <a:cs typeface="+mn-cs"/>
          <a:sym typeface="+mn-lt"/>
        </a:defRPr>
      </a:lvl1pPr>
      <a:lvl2pPr marL="360000" indent="-180000" algn="l" rtl="0" eaLnBrk="1" fontAlgn="base" hangingPunct="1">
        <a:spcBef>
          <a:spcPts val="300"/>
        </a:spcBef>
        <a:spcAft>
          <a:spcPts val="0"/>
        </a:spcAft>
        <a:buFont typeface="Arial" charset="0"/>
        <a:buChar char="–"/>
        <a:defRPr sz="1400" baseline="0">
          <a:solidFill>
            <a:schemeClr val="tx1"/>
          </a:solidFill>
          <a:latin typeface="+mn-lt"/>
          <a:ea typeface="+mn-ea"/>
          <a:cs typeface="+mn-cs"/>
          <a:sym typeface="+mn-lt"/>
        </a:defRPr>
      </a:lvl2pPr>
      <a:lvl3pPr marL="540000" indent="-179388" algn="l" rtl="0" eaLnBrk="1" fontAlgn="base" hangingPunct="1">
        <a:spcBef>
          <a:spcPts val="300"/>
        </a:spcBef>
        <a:spcAft>
          <a:spcPts val="0"/>
        </a:spcAft>
        <a:buFont typeface="Arial" charset="0"/>
        <a:buChar char="-"/>
        <a:defRPr sz="1400">
          <a:solidFill>
            <a:schemeClr val="tx1"/>
          </a:solidFill>
          <a:latin typeface="+mn-lt"/>
          <a:ea typeface="+mn-ea"/>
          <a:cs typeface="+mn-cs"/>
          <a:sym typeface="+mn-lt"/>
        </a:defRPr>
      </a:lvl3pPr>
      <a:lvl4pPr marL="720000" indent="-179388" algn="l" rtl="0" eaLnBrk="1" fontAlgn="base" hangingPunct="1">
        <a:spcBef>
          <a:spcPts val="300"/>
        </a:spcBef>
        <a:spcAft>
          <a:spcPts val="0"/>
        </a:spcAft>
        <a:buFont typeface="Arial" charset="0"/>
        <a:buChar char="-"/>
        <a:defRPr sz="1400">
          <a:solidFill>
            <a:schemeClr val="tx1"/>
          </a:solidFill>
          <a:latin typeface="+mn-lt"/>
          <a:ea typeface="+mn-ea"/>
          <a:cs typeface="+mn-cs"/>
          <a:sym typeface="+mn-lt"/>
        </a:defRPr>
      </a:lvl4pPr>
      <a:lvl5pPr marL="900000" indent="-180000" algn="l" rtl="0" eaLnBrk="1" fontAlgn="base" hangingPunct="1">
        <a:spcBef>
          <a:spcPts val="300"/>
        </a:spcBef>
        <a:spcAft>
          <a:spcPts val="0"/>
        </a:spcAft>
        <a:buFont typeface="Arial" panose="020B0604020202020204" pitchFamily="34" charset="0"/>
        <a:buChar char="-"/>
        <a:defRPr sz="1400">
          <a:solidFill>
            <a:schemeClr val="tx1"/>
          </a:solidFill>
          <a:latin typeface="+mn-lt"/>
          <a:ea typeface="+mn-ea"/>
          <a:cs typeface="+mn-cs"/>
          <a:sym typeface="+mn-lt"/>
        </a:defRPr>
      </a:lvl5pPr>
      <a:lvl6pPr marL="1080000" indent="-180000" algn="l" rtl="0" eaLnBrk="1" fontAlgn="base" hangingPunct="1">
        <a:spcBef>
          <a:spcPts val="300"/>
        </a:spcBef>
        <a:spcAft>
          <a:spcPts val="0"/>
        </a:spcAft>
        <a:buFont typeface="Arial" charset="0"/>
        <a:buChar char="-"/>
        <a:defRPr sz="1400" baseline="0">
          <a:solidFill>
            <a:schemeClr val="tx1"/>
          </a:solidFill>
          <a:latin typeface="+mn-lt"/>
          <a:cs typeface="+mn-cs"/>
        </a:defRPr>
      </a:lvl6pPr>
      <a:lvl7pPr marL="1260000" indent="-180000" algn="l" rtl="0" eaLnBrk="1" fontAlgn="base" hangingPunct="1">
        <a:spcBef>
          <a:spcPts val="300"/>
        </a:spcBef>
        <a:spcAft>
          <a:spcPts val="0"/>
        </a:spcAft>
        <a:buFont typeface="Arial" charset="0"/>
        <a:buChar char="-"/>
        <a:defRPr sz="1400">
          <a:solidFill>
            <a:schemeClr val="tx1"/>
          </a:solidFill>
          <a:latin typeface="+mn-lt"/>
          <a:cs typeface="+mn-cs"/>
        </a:defRPr>
      </a:lvl7pPr>
      <a:lvl8pPr marL="1440000" indent="-180000" algn="l" rtl="0" eaLnBrk="1" fontAlgn="base" hangingPunct="1">
        <a:spcBef>
          <a:spcPts val="300"/>
        </a:spcBef>
        <a:spcAft>
          <a:spcPts val="0"/>
        </a:spcAft>
        <a:buFont typeface="Arial" charset="0"/>
        <a:buChar char="-"/>
        <a:defRPr sz="1400">
          <a:solidFill>
            <a:schemeClr val="tx1"/>
          </a:solidFill>
          <a:latin typeface="+mn-lt"/>
          <a:cs typeface="+mn-cs"/>
        </a:defRPr>
      </a:lvl8pPr>
      <a:lvl9pPr marL="1620000" indent="-180000" algn="l" rtl="0" eaLnBrk="1" fontAlgn="base" hangingPunct="1">
        <a:spcBef>
          <a:spcPts val="300"/>
        </a:spcBef>
        <a:spcAft>
          <a:spcPts val="0"/>
        </a:spcAft>
        <a:buFont typeface="Arial" charset="0"/>
        <a:buChar char="-"/>
        <a:defRPr sz="1400" baseline="0">
          <a:solidFill>
            <a:schemeClr val="tx1"/>
          </a:solidFill>
          <a:latin typeface="+mn-lt"/>
          <a:cs typeface="+mn-cs"/>
        </a:defRPr>
      </a:lvl9pPr>
    </p:bodyStyle>
    <p:other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79" userDrawn="1">
          <p15:clr>
            <a:srgbClr val="F26B43"/>
          </p15:clr>
        </p15:guide>
        <p15:guide id="2" pos="3024" userDrawn="1">
          <p15:clr>
            <a:srgbClr val="F26B43"/>
          </p15:clr>
        </p15:guide>
        <p15:guide id="3" orient="horz" pos="3990" userDrawn="1">
          <p15:clr>
            <a:srgbClr val="F26B43"/>
          </p15:clr>
        </p15:guide>
        <p15:guide id="4" pos="287" userDrawn="1">
          <p15:clr>
            <a:srgbClr val="F26B43"/>
          </p15:clr>
        </p15:guide>
        <p15:guide id="5" pos="5762" userDrawn="1">
          <p15:clr>
            <a:srgbClr val="F26B43"/>
          </p15:clr>
        </p15:guide>
        <p15:guide id="6" orient="horz" pos="240" userDrawn="1">
          <p15:clr>
            <a:srgbClr val="F26B43"/>
          </p15:clr>
        </p15:guide>
        <p15:guide id="7" pos="3171" userDrawn="1">
          <p15:clr>
            <a:srgbClr val="F26B43"/>
          </p15:clr>
        </p15:guide>
        <p15:guide id="8" pos="287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9"/>
            </p:custDataLst>
            <p:extLst>
              <p:ext uri="{D42A27DB-BD31-4B8C-83A1-F6EECF244321}">
                <p14:modId xmlns:p14="http://schemas.microsoft.com/office/powerpoint/2010/main" val="4034999846"/>
              </p:ext>
            </p:extLst>
          </p:nvPr>
        </p:nvGraphicFramePr>
        <p:xfrm>
          <a:off x="1592" y="1596"/>
          <a:ext cx="1587" cy="1587"/>
        </p:xfrm>
        <a:graphic>
          <a:graphicData uri="http://schemas.openxmlformats.org/presentationml/2006/ole">
            <mc:AlternateContent xmlns:mc="http://schemas.openxmlformats.org/markup-compatibility/2006">
              <mc:Choice xmlns:v="urn:schemas-microsoft-com:vml" Requires="v">
                <p:oleObj name="think-cell Slide" r:id="rId32" imgW="216" imgH="216" progId="TCLayout.ActiveDocument.1">
                  <p:embed/>
                </p:oleObj>
              </mc:Choice>
              <mc:Fallback>
                <p:oleObj name="think-cell Slide" r:id="rId32" imgW="216" imgH="216" progId="TCLayout.ActiveDocument.1">
                  <p:embed/>
                  <p:pic>
                    <p:nvPicPr>
                      <p:cNvPr id="2" name="Object 1" hidden="1"/>
                      <p:cNvPicPr/>
                      <p:nvPr/>
                    </p:nvPicPr>
                    <p:blipFill>
                      <a:blip r:embed="rId33"/>
                      <a:stretch>
                        <a:fillRect/>
                      </a:stretch>
                    </p:blipFill>
                    <p:spPr>
                      <a:xfrm>
                        <a:off x="1592" y="1596"/>
                        <a:ext cx="1587" cy="1587"/>
                      </a:xfrm>
                      <a:prstGeom prst="rect">
                        <a:avLst/>
                      </a:prstGeom>
                    </p:spPr>
                  </p:pic>
                </p:oleObj>
              </mc:Fallback>
            </mc:AlternateContent>
          </a:graphicData>
        </a:graphic>
      </p:graphicFrame>
      <p:sp>
        <p:nvSpPr>
          <p:cNvPr id="5" name="SlideNumber"/>
          <p:cNvSpPr>
            <a:spLocks noChangeArrowheads="1"/>
          </p:cNvSpPr>
          <p:nvPr/>
        </p:nvSpPr>
        <p:spPr bwMode="gray">
          <a:xfrm>
            <a:off x="8986906" y="6542822"/>
            <a:ext cx="157094" cy="153888"/>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63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p>
            <a:pPr algn="r" eaLnBrk="0" hangingPunct="0">
              <a:lnSpc>
                <a:spcPct val="100000"/>
              </a:lnSpc>
            </a:pPr>
            <a:fld id="{2306E996-13B1-4F09-8F6B-3AC86B81501F}" type="slidenum">
              <a:rPr lang="en-GB" smtClean="0">
                <a:solidFill>
                  <a:srgbClr val="000000">
                    <a:lumMod val="50000"/>
                    <a:lumOff val="50000"/>
                  </a:srgbClr>
                </a:solidFill>
                <a:latin typeface="Arial"/>
                <a:sym typeface="+mn-lt"/>
              </a:rPr>
              <a:pPr algn="r" eaLnBrk="0" hangingPunct="0">
                <a:lnSpc>
                  <a:spcPct val="100000"/>
                </a:lnSpc>
              </a:pPr>
              <a:t>‹#›</a:t>
            </a:fld>
            <a:endParaRPr lang="en-GB">
              <a:solidFill>
                <a:srgbClr val="000000">
                  <a:lumMod val="50000"/>
                  <a:lumOff val="50000"/>
                </a:srgbClr>
              </a:solidFill>
              <a:latin typeface="Arial"/>
              <a:sym typeface="+mn-lt"/>
            </a:endParaRPr>
          </a:p>
        </p:txBody>
      </p:sp>
      <p:sp>
        <p:nvSpPr>
          <p:cNvPr id="1027" name="BodyText"/>
          <p:cNvSpPr>
            <a:spLocks noGrp="1" noChangeArrowheads="1"/>
          </p:cNvSpPr>
          <p:nvPr>
            <p:ph type="body" idx="1"/>
            <p:custDataLst>
              <p:tags r:id="rId30"/>
            </p:custDataLst>
          </p:nvPr>
        </p:nvSpPr>
        <p:spPr bwMode="gray">
          <a:xfrm>
            <a:off x="457995" y="1400400"/>
            <a:ext cx="8686800" cy="493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ja-JP"/>
              <a:t>Click to edit Master text styles</a:t>
            </a:r>
          </a:p>
          <a:p>
            <a:pPr lvl="1"/>
            <a:r>
              <a:rPr lang="en-GB" altLang="ja-JP"/>
              <a:t>Second level</a:t>
            </a:r>
          </a:p>
          <a:p>
            <a:pPr lvl="2"/>
            <a:r>
              <a:rPr lang="en-GB" altLang="ja-JP"/>
              <a:t>Third level</a:t>
            </a:r>
          </a:p>
          <a:p>
            <a:pPr lvl="3"/>
            <a:r>
              <a:rPr lang="en-GB" altLang="ja-JP"/>
              <a:t>Fourth level</a:t>
            </a:r>
          </a:p>
          <a:p>
            <a:pPr lvl="4"/>
            <a:r>
              <a:rPr lang="en-GB" altLang="ja-JP"/>
              <a:t>Fifth level</a:t>
            </a:r>
            <a:endParaRPr lang="en-GB"/>
          </a:p>
        </p:txBody>
      </p:sp>
      <p:sp>
        <p:nvSpPr>
          <p:cNvPr id="1026" name="Title"/>
          <p:cNvSpPr>
            <a:spLocks noGrp="1" noChangeArrowheads="1"/>
          </p:cNvSpPr>
          <p:nvPr>
            <p:ph type="title"/>
            <p:custDataLst>
              <p:tags r:id="rId31"/>
            </p:custDataLst>
          </p:nvPr>
        </p:nvSpPr>
        <p:spPr bwMode="gray">
          <a:xfrm>
            <a:off x="457995" y="381000"/>
            <a:ext cx="8686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ja-JP"/>
              <a:t>Click to edit Master title style</a:t>
            </a:r>
            <a:endParaRPr lang="en-GB"/>
          </a:p>
        </p:txBody>
      </p:sp>
    </p:spTree>
    <p:extLst>
      <p:ext uri="{BB962C8B-B14F-4D97-AF65-F5344CB8AC3E}">
        <p14:creationId xmlns:p14="http://schemas.microsoft.com/office/powerpoint/2010/main" val="3248920316"/>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 id="2147483760" r:id="rId14"/>
    <p:sldLayoutId id="2147483761" r:id="rId15"/>
    <p:sldLayoutId id="2147483762" r:id="rId16"/>
    <p:sldLayoutId id="2147483763" r:id="rId17"/>
    <p:sldLayoutId id="2147483764" r:id="rId18"/>
    <p:sldLayoutId id="2147483765" r:id="rId19"/>
    <p:sldLayoutId id="2147483766" r:id="rId20"/>
    <p:sldLayoutId id="2147483767" r:id="rId21"/>
    <p:sldLayoutId id="2147483768" r:id="rId22"/>
    <p:sldLayoutId id="2147483769" r:id="rId23"/>
    <p:sldLayoutId id="2147483770" r:id="rId24"/>
    <p:sldLayoutId id="2147483771" r:id="rId25"/>
    <p:sldLayoutId id="2147483772" r:id="rId26"/>
    <p:sldLayoutId id="2147483773" r:id="rId27"/>
  </p:sldLayoutIdLst>
  <p:hf hdr="0" ftr="0" dt="0"/>
  <p:txStyles>
    <p:titleStyle>
      <a:lvl1pPr algn="l" rtl="0" eaLnBrk="1" fontAlgn="base" hangingPunct="1">
        <a:lnSpc>
          <a:spcPct val="88000"/>
        </a:lnSpc>
        <a:spcBef>
          <a:spcPct val="0"/>
        </a:spcBef>
        <a:spcAft>
          <a:spcPct val="0"/>
        </a:spcAft>
        <a:defRPr sz="2000">
          <a:solidFill>
            <a:srgbClr val="005024"/>
          </a:solidFill>
          <a:latin typeface="+mj-lt"/>
          <a:ea typeface="+mj-ea"/>
          <a:cs typeface="+mj-cs"/>
          <a:sym typeface="+mj-lt"/>
        </a:defRPr>
      </a:lvl1pPr>
      <a:lvl2pPr algn="l" rtl="0" eaLnBrk="1" fontAlgn="base" hangingPunct="1">
        <a:lnSpc>
          <a:spcPct val="88000"/>
        </a:lnSpc>
        <a:spcBef>
          <a:spcPct val="0"/>
        </a:spcBef>
        <a:spcAft>
          <a:spcPct val="0"/>
        </a:spcAft>
        <a:defRPr>
          <a:solidFill>
            <a:srgbClr val="002C77"/>
          </a:solidFill>
          <a:latin typeface="Arial" charset="0"/>
          <a:cs typeface="Arial" charset="0"/>
        </a:defRPr>
      </a:lvl2pPr>
      <a:lvl3pPr algn="l" rtl="0" eaLnBrk="1" fontAlgn="base" hangingPunct="1">
        <a:lnSpc>
          <a:spcPct val="88000"/>
        </a:lnSpc>
        <a:spcBef>
          <a:spcPct val="0"/>
        </a:spcBef>
        <a:spcAft>
          <a:spcPct val="0"/>
        </a:spcAft>
        <a:defRPr>
          <a:solidFill>
            <a:srgbClr val="002C77"/>
          </a:solidFill>
          <a:latin typeface="Arial" charset="0"/>
          <a:cs typeface="Arial" charset="0"/>
        </a:defRPr>
      </a:lvl3pPr>
      <a:lvl4pPr algn="l" rtl="0" eaLnBrk="1" fontAlgn="base" hangingPunct="1">
        <a:lnSpc>
          <a:spcPct val="88000"/>
        </a:lnSpc>
        <a:spcBef>
          <a:spcPct val="0"/>
        </a:spcBef>
        <a:spcAft>
          <a:spcPct val="0"/>
        </a:spcAft>
        <a:defRPr>
          <a:solidFill>
            <a:srgbClr val="002C77"/>
          </a:solidFill>
          <a:latin typeface="Arial" charset="0"/>
          <a:cs typeface="Arial" charset="0"/>
        </a:defRPr>
      </a:lvl4pPr>
      <a:lvl5pPr algn="l" rtl="0" eaLnBrk="1" fontAlgn="base" hangingPunct="1">
        <a:lnSpc>
          <a:spcPct val="88000"/>
        </a:lnSpc>
        <a:spcBef>
          <a:spcPct val="0"/>
        </a:spcBef>
        <a:spcAft>
          <a:spcPct val="0"/>
        </a:spcAft>
        <a:defRPr>
          <a:solidFill>
            <a:srgbClr val="002C77"/>
          </a:solidFill>
          <a:latin typeface="Arial" charset="0"/>
          <a:cs typeface="Arial" charset="0"/>
        </a:defRPr>
      </a:lvl5pPr>
      <a:lvl6pPr marL="457200" algn="l" rtl="0" eaLnBrk="1" fontAlgn="base" hangingPunct="1">
        <a:lnSpc>
          <a:spcPct val="88000"/>
        </a:lnSpc>
        <a:spcBef>
          <a:spcPct val="0"/>
        </a:spcBef>
        <a:spcAft>
          <a:spcPct val="0"/>
        </a:spcAft>
        <a:defRPr>
          <a:solidFill>
            <a:srgbClr val="002C77"/>
          </a:solidFill>
          <a:latin typeface="Arial" charset="0"/>
          <a:cs typeface="Arial" charset="0"/>
        </a:defRPr>
      </a:lvl6pPr>
      <a:lvl7pPr marL="914400" algn="l" rtl="0" eaLnBrk="1" fontAlgn="base" hangingPunct="1">
        <a:lnSpc>
          <a:spcPct val="88000"/>
        </a:lnSpc>
        <a:spcBef>
          <a:spcPct val="0"/>
        </a:spcBef>
        <a:spcAft>
          <a:spcPct val="0"/>
        </a:spcAft>
        <a:defRPr>
          <a:solidFill>
            <a:srgbClr val="002C77"/>
          </a:solidFill>
          <a:latin typeface="Arial" charset="0"/>
          <a:cs typeface="Arial" charset="0"/>
        </a:defRPr>
      </a:lvl7pPr>
      <a:lvl8pPr marL="1371600" algn="l" rtl="0" eaLnBrk="1" fontAlgn="base" hangingPunct="1">
        <a:lnSpc>
          <a:spcPct val="88000"/>
        </a:lnSpc>
        <a:spcBef>
          <a:spcPct val="0"/>
        </a:spcBef>
        <a:spcAft>
          <a:spcPct val="0"/>
        </a:spcAft>
        <a:defRPr>
          <a:solidFill>
            <a:srgbClr val="002C77"/>
          </a:solidFill>
          <a:latin typeface="Arial" charset="0"/>
          <a:cs typeface="Arial" charset="0"/>
        </a:defRPr>
      </a:lvl8pPr>
      <a:lvl9pPr marL="1828800" algn="l" rtl="0" eaLnBrk="1" fontAlgn="base" hangingPunct="1">
        <a:lnSpc>
          <a:spcPct val="88000"/>
        </a:lnSpc>
        <a:spcBef>
          <a:spcPct val="0"/>
        </a:spcBef>
        <a:spcAft>
          <a:spcPct val="0"/>
        </a:spcAft>
        <a:defRPr>
          <a:solidFill>
            <a:srgbClr val="002C77"/>
          </a:solidFill>
          <a:latin typeface="Arial" charset="0"/>
          <a:cs typeface="Arial" charset="0"/>
        </a:defRPr>
      </a:lvl9pPr>
    </p:titleStyle>
    <p:bodyStyle>
      <a:lvl1pPr marL="180000" indent="-180000" algn="l" rtl="0" eaLnBrk="1" fontAlgn="base" hangingPunct="1">
        <a:spcBef>
          <a:spcPts val="700"/>
        </a:spcBef>
        <a:spcAft>
          <a:spcPts val="0"/>
        </a:spcAft>
        <a:buChar char="•"/>
        <a:defRPr sz="1400">
          <a:solidFill>
            <a:schemeClr val="tx1"/>
          </a:solidFill>
          <a:latin typeface="+mn-lt"/>
          <a:ea typeface="+mn-ea"/>
          <a:cs typeface="+mn-cs"/>
          <a:sym typeface="+mn-lt"/>
        </a:defRPr>
      </a:lvl1pPr>
      <a:lvl2pPr marL="360000" indent="-180000" algn="l" rtl="0" eaLnBrk="1" fontAlgn="base" hangingPunct="1">
        <a:spcBef>
          <a:spcPts val="300"/>
        </a:spcBef>
        <a:spcAft>
          <a:spcPts val="0"/>
        </a:spcAft>
        <a:buFont typeface="Arial" charset="0"/>
        <a:buChar char="–"/>
        <a:defRPr sz="1400" baseline="0">
          <a:solidFill>
            <a:schemeClr val="tx1"/>
          </a:solidFill>
          <a:latin typeface="+mn-lt"/>
          <a:ea typeface="+mn-ea"/>
          <a:cs typeface="+mn-cs"/>
          <a:sym typeface="+mn-lt"/>
        </a:defRPr>
      </a:lvl2pPr>
      <a:lvl3pPr marL="540000" indent="-179388" algn="l" rtl="0" eaLnBrk="1" fontAlgn="base" hangingPunct="1">
        <a:spcBef>
          <a:spcPts val="300"/>
        </a:spcBef>
        <a:spcAft>
          <a:spcPts val="0"/>
        </a:spcAft>
        <a:buFont typeface="Arial" charset="0"/>
        <a:buChar char="-"/>
        <a:defRPr sz="1400">
          <a:solidFill>
            <a:schemeClr val="tx1"/>
          </a:solidFill>
          <a:latin typeface="+mn-lt"/>
          <a:ea typeface="+mn-ea"/>
          <a:cs typeface="+mn-cs"/>
          <a:sym typeface="+mn-lt"/>
        </a:defRPr>
      </a:lvl3pPr>
      <a:lvl4pPr marL="720000" indent="-179388" algn="l" rtl="0" eaLnBrk="1" fontAlgn="base" hangingPunct="1">
        <a:spcBef>
          <a:spcPts val="300"/>
        </a:spcBef>
        <a:spcAft>
          <a:spcPts val="0"/>
        </a:spcAft>
        <a:buFont typeface="Arial" charset="0"/>
        <a:buChar char="-"/>
        <a:defRPr sz="1400">
          <a:solidFill>
            <a:schemeClr val="tx1"/>
          </a:solidFill>
          <a:latin typeface="+mn-lt"/>
          <a:ea typeface="+mn-ea"/>
          <a:cs typeface="+mn-cs"/>
          <a:sym typeface="+mn-lt"/>
        </a:defRPr>
      </a:lvl4pPr>
      <a:lvl5pPr marL="900000" indent="-180000" algn="l" rtl="0" eaLnBrk="1" fontAlgn="base" hangingPunct="1">
        <a:spcBef>
          <a:spcPts val="300"/>
        </a:spcBef>
        <a:spcAft>
          <a:spcPts val="0"/>
        </a:spcAft>
        <a:buFont typeface="Arial" panose="020B0604020202020204" pitchFamily="34" charset="0"/>
        <a:buChar char="-"/>
        <a:defRPr sz="1400">
          <a:solidFill>
            <a:schemeClr val="tx1"/>
          </a:solidFill>
          <a:latin typeface="+mn-lt"/>
          <a:ea typeface="+mn-ea"/>
          <a:cs typeface="+mn-cs"/>
          <a:sym typeface="+mn-lt"/>
        </a:defRPr>
      </a:lvl5pPr>
      <a:lvl6pPr marL="1080000" indent="-180000" algn="l" rtl="0" eaLnBrk="1" fontAlgn="base" hangingPunct="1">
        <a:spcBef>
          <a:spcPts val="300"/>
        </a:spcBef>
        <a:spcAft>
          <a:spcPts val="0"/>
        </a:spcAft>
        <a:buFont typeface="Arial" charset="0"/>
        <a:buChar char="-"/>
        <a:defRPr sz="1400" baseline="0">
          <a:solidFill>
            <a:schemeClr val="tx1"/>
          </a:solidFill>
          <a:latin typeface="+mn-lt"/>
          <a:cs typeface="+mn-cs"/>
        </a:defRPr>
      </a:lvl6pPr>
      <a:lvl7pPr marL="1260000" indent="-180000" algn="l" rtl="0" eaLnBrk="1" fontAlgn="base" hangingPunct="1">
        <a:spcBef>
          <a:spcPts val="300"/>
        </a:spcBef>
        <a:spcAft>
          <a:spcPts val="0"/>
        </a:spcAft>
        <a:buFont typeface="Arial" charset="0"/>
        <a:buChar char="-"/>
        <a:defRPr sz="1400">
          <a:solidFill>
            <a:schemeClr val="tx1"/>
          </a:solidFill>
          <a:latin typeface="+mn-lt"/>
          <a:cs typeface="+mn-cs"/>
        </a:defRPr>
      </a:lvl7pPr>
      <a:lvl8pPr marL="1440000" indent="-180000" algn="l" rtl="0" eaLnBrk="1" fontAlgn="base" hangingPunct="1">
        <a:spcBef>
          <a:spcPts val="300"/>
        </a:spcBef>
        <a:spcAft>
          <a:spcPts val="0"/>
        </a:spcAft>
        <a:buFont typeface="Arial" charset="0"/>
        <a:buChar char="-"/>
        <a:defRPr sz="1400">
          <a:solidFill>
            <a:schemeClr val="tx1"/>
          </a:solidFill>
          <a:latin typeface="+mn-lt"/>
          <a:cs typeface="+mn-cs"/>
        </a:defRPr>
      </a:lvl8pPr>
      <a:lvl9pPr marL="1620000" indent="-180000" algn="l" rtl="0" eaLnBrk="1" fontAlgn="base" hangingPunct="1">
        <a:spcBef>
          <a:spcPts val="300"/>
        </a:spcBef>
        <a:spcAft>
          <a:spcPts val="0"/>
        </a:spcAft>
        <a:buFont typeface="Arial" charset="0"/>
        <a:buChar char="-"/>
        <a:defRPr sz="1400" baseline="0">
          <a:solidFill>
            <a:schemeClr val="tx1"/>
          </a:solidFill>
          <a:latin typeface="+mn-lt"/>
          <a:cs typeface="+mn-cs"/>
        </a:defRPr>
      </a:lvl9pPr>
    </p:bodyStyle>
    <p:other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79" userDrawn="1">
          <p15:clr>
            <a:srgbClr val="F26B43"/>
          </p15:clr>
        </p15:guide>
        <p15:guide id="2" pos="3024" userDrawn="1">
          <p15:clr>
            <a:srgbClr val="F26B43"/>
          </p15:clr>
        </p15:guide>
        <p15:guide id="3" orient="horz" pos="3990" userDrawn="1">
          <p15:clr>
            <a:srgbClr val="F26B43"/>
          </p15:clr>
        </p15:guide>
        <p15:guide id="4" pos="287" userDrawn="1">
          <p15:clr>
            <a:srgbClr val="F26B43"/>
          </p15:clr>
        </p15:guide>
        <p15:guide id="5" pos="5762" userDrawn="1">
          <p15:clr>
            <a:srgbClr val="F26B43"/>
          </p15:clr>
        </p15:guide>
        <p15:guide id="6" orient="horz" pos="240" userDrawn="1">
          <p15:clr>
            <a:srgbClr val="F26B43"/>
          </p15:clr>
        </p15:guide>
        <p15:guide id="7" pos="3171" userDrawn="1">
          <p15:clr>
            <a:srgbClr val="F26B43"/>
          </p15:clr>
        </p15:guide>
        <p15:guide id="8" pos="2877"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9"/>
            </p:custDataLst>
            <p:extLst>
              <p:ext uri="{D42A27DB-BD31-4B8C-83A1-F6EECF244321}">
                <p14:modId xmlns:p14="http://schemas.microsoft.com/office/powerpoint/2010/main" val="2882804279"/>
              </p:ext>
            </p:extLst>
          </p:nvPr>
        </p:nvGraphicFramePr>
        <p:xfrm>
          <a:off x="1592" y="1596"/>
          <a:ext cx="1587" cy="1587"/>
        </p:xfrm>
        <a:graphic>
          <a:graphicData uri="http://schemas.openxmlformats.org/presentationml/2006/ole">
            <mc:AlternateContent xmlns:mc="http://schemas.openxmlformats.org/markup-compatibility/2006">
              <mc:Choice xmlns:v="urn:schemas-microsoft-com:vml" Requires="v">
                <p:oleObj name="think-cell Slide" r:id="rId32" imgW="216" imgH="216" progId="TCLayout.ActiveDocument.1">
                  <p:embed/>
                </p:oleObj>
              </mc:Choice>
              <mc:Fallback>
                <p:oleObj name="think-cell Slide" r:id="rId32" imgW="216" imgH="216" progId="TCLayout.ActiveDocument.1">
                  <p:embed/>
                  <p:pic>
                    <p:nvPicPr>
                      <p:cNvPr id="2" name="Object 1" hidden="1"/>
                      <p:cNvPicPr/>
                      <p:nvPr/>
                    </p:nvPicPr>
                    <p:blipFill>
                      <a:blip r:embed="rId33"/>
                      <a:stretch>
                        <a:fillRect/>
                      </a:stretch>
                    </p:blipFill>
                    <p:spPr>
                      <a:xfrm>
                        <a:off x="1592" y="1596"/>
                        <a:ext cx="1587" cy="1587"/>
                      </a:xfrm>
                      <a:prstGeom prst="rect">
                        <a:avLst/>
                      </a:prstGeom>
                    </p:spPr>
                  </p:pic>
                </p:oleObj>
              </mc:Fallback>
            </mc:AlternateContent>
          </a:graphicData>
        </a:graphic>
      </p:graphicFrame>
      <p:sp>
        <p:nvSpPr>
          <p:cNvPr id="5" name="SlideNumber"/>
          <p:cNvSpPr>
            <a:spLocks noChangeArrowheads="1"/>
          </p:cNvSpPr>
          <p:nvPr/>
        </p:nvSpPr>
        <p:spPr bwMode="gray">
          <a:xfrm>
            <a:off x="8986906" y="6542822"/>
            <a:ext cx="157094" cy="153888"/>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63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p>
            <a:pPr algn="r" eaLnBrk="0" hangingPunct="0">
              <a:lnSpc>
                <a:spcPct val="100000"/>
              </a:lnSpc>
            </a:pPr>
            <a:fld id="{2306E996-13B1-4F09-8F6B-3AC86B81501F}" type="slidenum">
              <a:rPr lang="en-GB" smtClean="0">
                <a:solidFill>
                  <a:srgbClr val="000000">
                    <a:lumMod val="50000"/>
                    <a:lumOff val="50000"/>
                  </a:srgbClr>
                </a:solidFill>
                <a:latin typeface="Arial"/>
                <a:sym typeface="+mn-lt"/>
              </a:rPr>
              <a:pPr algn="r" eaLnBrk="0" hangingPunct="0">
                <a:lnSpc>
                  <a:spcPct val="100000"/>
                </a:lnSpc>
              </a:pPr>
              <a:t>‹#›</a:t>
            </a:fld>
            <a:endParaRPr lang="en-GB">
              <a:solidFill>
                <a:srgbClr val="000000">
                  <a:lumMod val="50000"/>
                  <a:lumOff val="50000"/>
                </a:srgbClr>
              </a:solidFill>
              <a:latin typeface="Arial"/>
              <a:sym typeface="+mn-lt"/>
            </a:endParaRPr>
          </a:p>
        </p:txBody>
      </p:sp>
      <p:sp>
        <p:nvSpPr>
          <p:cNvPr id="1027" name="BodyText"/>
          <p:cNvSpPr>
            <a:spLocks noGrp="1" noChangeArrowheads="1"/>
          </p:cNvSpPr>
          <p:nvPr>
            <p:ph type="body" idx="1"/>
            <p:custDataLst>
              <p:tags r:id="rId30"/>
            </p:custDataLst>
          </p:nvPr>
        </p:nvSpPr>
        <p:spPr bwMode="gray">
          <a:xfrm>
            <a:off x="457995" y="1400400"/>
            <a:ext cx="8686800" cy="493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ja-JP"/>
              <a:t>Click to edit Master text styles</a:t>
            </a:r>
          </a:p>
          <a:p>
            <a:pPr lvl="1"/>
            <a:r>
              <a:rPr lang="en-GB" altLang="ja-JP"/>
              <a:t>Second level</a:t>
            </a:r>
          </a:p>
          <a:p>
            <a:pPr lvl="2"/>
            <a:r>
              <a:rPr lang="en-GB" altLang="ja-JP"/>
              <a:t>Third level</a:t>
            </a:r>
          </a:p>
          <a:p>
            <a:pPr lvl="3"/>
            <a:r>
              <a:rPr lang="en-GB" altLang="ja-JP"/>
              <a:t>Fourth level</a:t>
            </a:r>
          </a:p>
          <a:p>
            <a:pPr lvl="4"/>
            <a:r>
              <a:rPr lang="en-GB" altLang="ja-JP"/>
              <a:t>Fifth level</a:t>
            </a:r>
            <a:endParaRPr lang="en-GB"/>
          </a:p>
        </p:txBody>
      </p:sp>
      <p:sp>
        <p:nvSpPr>
          <p:cNvPr id="1026" name="Title"/>
          <p:cNvSpPr>
            <a:spLocks noGrp="1" noChangeArrowheads="1"/>
          </p:cNvSpPr>
          <p:nvPr>
            <p:ph type="title"/>
            <p:custDataLst>
              <p:tags r:id="rId31"/>
            </p:custDataLst>
          </p:nvPr>
        </p:nvSpPr>
        <p:spPr bwMode="gray">
          <a:xfrm>
            <a:off x="457995" y="381000"/>
            <a:ext cx="8686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ja-JP"/>
              <a:t>Click to edit Master title style</a:t>
            </a:r>
            <a:endParaRPr lang="en-GB"/>
          </a:p>
        </p:txBody>
      </p:sp>
    </p:spTree>
    <p:extLst>
      <p:ext uri="{BB962C8B-B14F-4D97-AF65-F5344CB8AC3E}">
        <p14:creationId xmlns:p14="http://schemas.microsoft.com/office/powerpoint/2010/main" val="3540304969"/>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 id="2147483791" r:id="rId17"/>
    <p:sldLayoutId id="2147483792" r:id="rId18"/>
    <p:sldLayoutId id="2147483793" r:id="rId19"/>
    <p:sldLayoutId id="2147483794" r:id="rId20"/>
    <p:sldLayoutId id="2147483795" r:id="rId21"/>
    <p:sldLayoutId id="2147483796" r:id="rId22"/>
    <p:sldLayoutId id="2147483797" r:id="rId23"/>
    <p:sldLayoutId id="2147483798" r:id="rId24"/>
    <p:sldLayoutId id="2147483799" r:id="rId25"/>
    <p:sldLayoutId id="2147483800" r:id="rId26"/>
    <p:sldLayoutId id="2147483801" r:id="rId27"/>
  </p:sldLayoutIdLst>
  <p:hf hdr="0" ftr="0" dt="0"/>
  <p:txStyles>
    <p:titleStyle>
      <a:lvl1pPr algn="l" rtl="0" eaLnBrk="1" fontAlgn="base" hangingPunct="1">
        <a:lnSpc>
          <a:spcPct val="88000"/>
        </a:lnSpc>
        <a:spcBef>
          <a:spcPct val="0"/>
        </a:spcBef>
        <a:spcAft>
          <a:spcPct val="0"/>
        </a:spcAft>
        <a:defRPr sz="2000">
          <a:solidFill>
            <a:srgbClr val="005024"/>
          </a:solidFill>
          <a:latin typeface="+mj-lt"/>
          <a:ea typeface="+mj-ea"/>
          <a:cs typeface="+mj-cs"/>
          <a:sym typeface="+mj-lt"/>
        </a:defRPr>
      </a:lvl1pPr>
      <a:lvl2pPr algn="l" rtl="0" eaLnBrk="1" fontAlgn="base" hangingPunct="1">
        <a:lnSpc>
          <a:spcPct val="88000"/>
        </a:lnSpc>
        <a:spcBef>
          <a:spcPct val="0"/>
        </a:spcBef>
        <a:spcAft>
          <a:spcPct val="0"/>
        </a:spcAft>
        <a:defRPr>
          <a:solidFill>
            <a:srgbClr val="002C77"/>
          </a:solidFill>
          <a:latin typeface="Arial" charset="0"/>
          <a:cs typeface="Arial" charset="0"/>
        </a:defRPr>
      </a:lvl2pPr>
      <a:lvl3pPr algn="l" rtl="0" eaLnBrk="1" fontAlgn="base" hangingPunct="1">
        <a:lnSpc>
          <a:spcPct val="88000"/>
        </a:lnSpc>
        <a:spcBef>
          <a:spcPct val="0"/>
        </a:spcBef>
        <a:spcAft>
          <a:spcPct val="0"/>
        </a:spcAft>
        <a:defRPr>
          <a:solidFill>
            <a:srgbClr val="002C77"/>
          </a:solidFill>
          <a:latin typeface="Arial" charset="0"/>
          <a:cs typeface="Arial" charset="0"/>
        </a:defRPr>
      </a:lvl3pPr>
      <a:lvl4pPr algn="l" rtl="0" eaLnBrk="1" fontAlgn="base" hangingPunct="1">
        <a:lnSpc>
          <a:spcPct val="88000"/>
        </a:lnSpc>
        <a:spcBef>
          <a:spcPct val="0"/>
        </a:spcBef>
        <a:spcAft>
          <a:spcPct val="0"/>
        </a:spcAft>
        <a:defRPr>
          <a:solidFill>
            <a:srgbClr val="002C77"/>
          </a:solidFill>
          <a:latin typeface="Arial" charset="0"/>
          <a:cs typeface="Arial" charset="0"/>
        </a:defRPr>
      </a:lvl4pPr>
      <a:lvl5pPr algn="l" rtl="0" eaLnBrk="1" fontAlgn="base" hangingPunct="1">
        <a:lnSpc>
          <a:spcPct val="88000"/>
        </a:lnSpc>
        <a:spcBef>
          <a:spcPct val="0"/>
        </a:spcBef>
        <a:spcAft>
          <a:spcPct val="0"/>
        </a:spcAft>
        <a:defRPr>
          <a:solidFill>
            <a:srgbClr val="002C77"/>
          </a:solidFill>
          <a:latin typeface="Arial" charset="0"/>
          <a:cs typeface="Arial" charset="0"/>
        </a:defRPr>
      </a:lvl5pPr>
      <a:lvl6pPr marL="457200" algn="l" rtl="0" eaLnBrk="1" fontAlgn="base" hangingPunct="1">
        <a:lnSpc>
          <a:spcPct val="88000"/>
        </a:lnSpc>
        <a:spcBef>
          <a:spcPct val="0"/>
        </a:spcBef>
        <a:spcAft>
          <a:spcPct val="0"/>
        </a:spcAft>
        <a:defRPr>
          <a:solidFill>
            <a:srgbClr val="002C77"/>
          </a:solidFill>
          <a:latin typeface="Arial" charset="0"/>
          <a:cs typeface="Arial" charset="0"/>
        </a:defRPr>
      </a:lvl6pPr>
      <a:lvl7pPr marL="914400" algn="l" rtl="0" eaLnBrk="1" fontAlgn="base" hangingPunct="1">
        <a:lnSpc>
          <a:spcPct val="88000"/>
        </a:lnSpc>
        <a:spcBef>
          <a:spcPct val="0"/>
        </a:spcBef>
        <a:spcAft>
          <a:spcPct val="0"/>
        </a:spcAft>
        <a:defRPr>
          <a:solidFill>
            <a:srgbClr val="002C77"/>
          </a:solidFill>
          <a:latin typeface="Arial" charset="0"/>
          <a:cs typeface="Arial" charset="0"/>
        </a:defRPr>
      </a:lvl7pPr>
      <a:lvl8pPr marL="1371600" algn="l" rtl="0" eaLnBrk="1" fontAlgn="base" hangingPunct="1">
        <a:lnSpc>
          <a:spcPct val="88000"/>
        </a:lnSpc>
        <a:spcBef>
          <a:spcPct val="0"/>
        </a:spcBef>
        <a:spcAft>
          <a:spcPct val="0"/>
        </a:spcAft>
        <a:defRPr>
          <a:solidFill>
            <a:srgbClr val="002C77"/>
          </a:solidFill>
          <a:latin typeface="Arial" charset="0"/>
          <a:cs typeface="Arial" charset="0"/>
        </a:defRPr>
      </a:lvl8pPr>
      <a:lvl9pPr marL="1828800" algn="l" rtl="0" eaLnBrk="1" fontAlgn="base" hangingPunct="1">
        <a:lnSpc>
          <a:spcPct val="88000"/>
        </a:lnSpc>
        <a:spcBef>
          <a:spcPct val="0"/>
        </a:spcBef>
        <a:spcAft>
          <a:spcPct val="0"/>
        </a:spcAft>
        <a:defRPr>
          <a:solidFill>
            <a:srgbClr val="002C77"/>
          </a:solidFill>
          <a:latin typeface="Arial" charset="0"/>
          <a:cs typeface="Arial" charset="0"/>
        </a:defRPr>
      </a:lvl9pPr>
    </p:titleStyle>
    <p:bodyStyle>
      <a:lvl1pPr marL="180000" indent="-180000" algn="l" rtl="0" eaLnBrk="1" fontAlgn="base" hangingPunct="1">
        <a:spcBef>
          <a:spcPts val="700"/>
        </a:spcBef>
        <a:spcAft>
          <a:spcPts val="0"/>
        </a:spcAft>
        <a:buChar char="•"/>
        <a:defRPr sz="1400">
          <a:solidFill>
            <a:schemeClr val="tx1"/>
          </a:solidFill>
          <a:latin typeface="+mn-lt"/>
          <a:ea typeface="+mn-ea"/>
          <a:cs typeface="+mn-cs"/>
          <a:sym typeface="+mn-lt"/>
        </a:defRPr>
      </a:lvl1pPr>
      <a:lvl2pPr marL="360000" indent="-180000" algn="l" rtl="0" eaLnBrk="1" fontAlgn="base" hangingPunct="1">
        <a:spcBef>
          <a:spcPts val="300"/>
        </a:spcBef>
        <a:spcAft>
          <a:spcPts val="0"/>
        </a:spcAft>
        <a:buFont typeface="Arial" charset="0"/>
        <a:buChar char="–"/>
        <a:defRPr sz="1400" baseline="0">
          <a:solidFill>
            <a:schemeClr val="tx1"/>
          </a:solidFill>
          <a:latin typeface="+mn-lt"/>
          <a:ea typeface="+mn-ea"/>
          <a:cs typeface="+mn-cs"/>
          <a:sym typeface="+mn-lt"/>
        </a:defRPr>
      </a:lvl2pPr>
      <a:lvl3pPr marL="540000" indent="-179388" algn="l" rtl="0" eaLnBrk="1" fontAlgn="base" hangingPunct="1">
        <a:spcBef>
          <a:spcPts val="300"/>
        </a:spcBef>
        <a:spcAft>
          <a:spcPts val="0"/>
        </a:spcAft>
        <a:buFont typeface="Arial" charset="0"/>
        <a:buChar char="-"/>
        <a:defRPr sz="1400">
          <a:solidFill>
            <a:schemeClr val="tx1"/>
          </a:solidFill>
          <a:latin typeface="+mn-lt"/>
          <a:ea typeface="+mn-ea"/>
          <a:cs typeface="+mn-cs"/>
          <a:sym typeface="+mn-lt"/>
        </a:defRPr>
      </a:lvl3pPr>
      <a:lvl4pPr marL="720000" indent="-179388" algn="l" rtl="0" eaLnBrk="1" fontAlgn="base" hangingPunct="1">
        <a:spcBef>
          <a:spcPts val="300"/>
        </a:spcBef>
        <a:spcAft>
          <a:spcPts val="0"/>
        </a:spcAft>
        <a:buFont typeface="Arial" charset="0"/>
        <a:buChar char="-"/>
        <a:defRPr sz="1400">
          <a:solidFill>
            <a:schemeClr val="tx1"/>
          </a:solidFill>
          <a:latin typeface="+mn-lt"/>
          <a:ea typeface="+mn-ea"/>
          <a:cs typeface="+mn-cs"/>
          <a:sym typeface="+mn-lt"/>
        </a:defRPr>
      </a:lvl4pPr>
      <a:lvl5pPr marL="900000" indent="-180000" algn="l" rtl="0" eaLnBrk="1" fontAlgn="base" hangingPunct="1">
        <a:spcBef>
          <a:spcPts val="300"/>
        </a:spcBef>
        <a:spcAft>
          <a:spcPts val="0"/>
        </a:spcAft>
        <a:buFont typeface="Arial" panose="020B0604020202020204" pitchFamily="34" charset="0"/>
        <a:buChar char="-"/>
        <a:defRPr sz="1400">
          <a:solidFill>
            <a:schemeClr val="tx1"/>
          </a:solidFill>
          <a:latin typeface="+mn-lt"/>
          <a:ea typeface="+mn-ea"/>
          <a:cs typeface="+mn-cs"/>
          <a:sym typeface="+mn-lt"/>
        </a:defRPr>
      </a:lvl5pPr>
      <a:lvl6pPr marL="1080000" indent="-180000" algn="l" rtl="0" eaLnBrk="1" fontAlgn="base" hangingPunct="1">
        <a:spcBef>
          <a:spcPts val="300"/>
        </a:spcBef>
        <a:spcAft>
          <a:spcPts val="0"/>
        </a:spcAft>
        <a:buFont typeface="Arial" charset="0"/>
        <a:buChar char="-"/>
        <a:defRPr sz="1400" baseline="0">
          <a:solidFill>
            <a:schemeClr val="tx1"/>
          </a:solidFill>
          <a:latin typeface="+mn-lt"/>
          <a:cs typeface="+mn-cs"/>
        </a:defRPr>
      </a:lvl6pPr>
      <a:lvl7pPr marL="1260000" indent="-180000" algn="l" rtl="0" eaLnBrk="1" fontAlgn="base" hangingPunct="1">
        <a:spcBef>
          <a:spcPts val="300"/>
        </a:spcBef>
        <a:spcAft>
          <a:spcPts val="0"/>
        </a:spcAft>
        <a:buFont typeface="Arial" charset="0"/>
        <a:buChar char="-"/>
        <a:defRPr sz="1400">
          <a:solidFill>
            <a:schemeClr val="tx1"/>
          </a:solidFill>
          <a:latin typeface="+mn-lt"/>
          <a:cs typeface="+mn-cs"/>
        </a:defRPr>
      </a:lvl7pPr>
      <a:lvl8pPr marL="1440000" indent="-180000" algn="l" rtl="0" eaLnBrk="1" fontAlgn="base" hangingPunct="1">
        <a:spcBef>
          <a:spcPts val="300"/>
        </a:spcBef>
        <a:spcAft>
          <a:spcPts val="0"/>
        </a:spcAft>
        <a:buFont typeface="Arial" charset="0"/>
        <a:buChar char="-"/>
        <a:defRPr sz="1400">
          <a:solidFill>
            <a:schemeClr val="tx1"/>
          </a:solidFill>
          <a:latin typeface="+mn-lt"/>
          <a:cs typeface="+mn-cs"/>
        </a:defRPr>
      </a:lvl8pPr>
      <a:lvl9pPr marL="1620000" indent="-180000" algn="l" rtl="0" eaLnBrk="1" fontAlgn="base" hangingPunct="1">
        <a:spcBef>
          <a:spcPts val="300"/>
        </a:spcBef>
        <a:spcAft>
          <a:spcPts val="0"/>
        </a:spcAft>
        <a:buFont typeface="Arial" charset="0"/>
        <a:buChar char="-"/>
        <a:defRPr sz="1400" baseline="0">
          <a:solidFill>
            <a:schemeClr val="tx1"/>
          </a:solidFill>
          <a:latin typeface="+mn-lt"/>
          <a:cs typeface="+mn-cs"/>
        </a:defRPr>
      </a:lvl9pPr>
    </p:bodyStyle>
    <p:other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79" userDrawn="1">
          <p15:clr>
            <a:srgbClr val="F26B43"/>
          </p15:clr>
        </p15:guide>
        <p15:guide id="2" pos="3024" userDrawn="1">
          <p15:clr>
            <a:srgbClr val="F26B43"/>
          </p15:clr>
        </p15:guide>
        <p15:guide id="3" orient="horz" pos="3990" userDrawn="1">
          <p15:clr>
            <a:srgbClr val="F26B43"/>
          </p15:clr>
        </p15:guide>
        <p15:guide id="4" pos="287" userDrawn="1">
          <p15:clr>
            <a:srgbClr val="F26B43"/>
          </p15:clr>
        </p15:guide>
        <p15:guide id="5" pos="5762" userDrawn="1">
          <p15:clr>
            <a:srgbClr val="F26B43"/>
          </p15:clr>
        </p15:guide>
        <p15:guide id="6" orient="horz" pos="240" userDrawn="1">
          <p15:clr>
            <a:srgbClr val="F26B43"/>
          </p15:clr>
        </p15:guide>
        <p15:guide id="7" pos="3171" userDrawn="1">
          <p15:clr>
            <a:srgbClr val="F26B43"/>
          </p15:clr>
        </p15:guide>
        <p15:guide id="8" pos="2877"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30"/>
            </p:custDataLst>
            <p:extLst>
              <p:ext uri="{D42A27DB-BD31-4B8C-83A1-F6EECF244321}">
                <p14:modId xmlns:p14="http://schemas.microsoft.com/office/powerpoint/2010/main" val="408171707"/>
              </p:ext>
            </p:extLst>
          </p:nvPr>
        </p:nvGraphicFramePr>
        <p:xfrm>
          <a:off x="1592" y="1596"/>
          <a:ext cx="1587" cy="1587"/>
        </p:xfrm>
        <a:graphic>
          <a:graphicData uri="http://schemas.openxmlformats.org/presentationml/2006/ole">
            <mc:AlternateContent xmlns:mc="http://schemas.openxmlformats.org/markup-compatibility/2006">
              <mc:Choice xmlns:v="urn:schemas-microsoft-com:vml" Requires="v">
                <p:oleObj name="think-cell Slide" r:id="rId33" imgW="216" imgH="216" progId="TCLayout.ActiveDocument.1">
                  <p:embed/>
                </p:oleObj>
              </mc:Choice>
              <mc:Fallback>
                <p:oleObj name="think-cell Slide" r:id="rId33" imgW="216" imgH="216" progId="TCLayout.ActiveDocument.1">
                  <p:embed/>
                  <p:pic>
                    <p:nvPicPr>
                      <p:cNvPr id="2" name="Object 1" hidden="1"/>
                      <p:cNvPicPr/>
                      <p:nvPr/>
                    </p:nvPicPr>
                    <p:blipFill>
                      <a:blip r:embed="rId34"/>
                      <a:stretch>
                        <a:fillRect/>
                      </a:stretch>
                    </p:blipFill>
                    <p:spPr>
                      <a:xfrm>
                        <a:off x="1592" y="1596"/>
                        <a:ext cx="1587" cy="1587"/>
                      </a:xfrm>
                      <a:prstGeom prst="rect">
                        <a:avLst/>
                      </a:prstGeom>
                    </p:spPr>
                  </p:pic>
                </p:oleObj>
              </mc:Fallback>
            </mc:AlternateContent>
          </a:graphicData>
        </a:graphic>
      </p:graphicFrame>
      <p:sp>
        <p:nvSpPr>
          <p:cNvPr id="5" name="SlideNumber"/>
          <p:cNvSpPr>
            <a:spLocks noChangeArrowheads="1"/>
          </p:cNvSpPr>
          <p:nvPr/>
        </p:nvSpPr>
        <p:spPr bwMode="gray">
          <a:xfrm>
            <a:off x="8986906" y="6542822"/>
            <a:ext cx="157094" cy="153888"/>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63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p>
            <a:pPr algn="r" eaLnBrk="0" hangingPunct="0">
              <a:lnSpc>
                <a:spcPct val="100000"/>
              </a:lnSpc>
            </a:pPr>
            <a:fld id="{2306E996-13B1-4F09-8F6B-3AC86B81501F}" type="slidenum">
              <a:rPr lang="en-GB" smtClean="0">
                <a:solidFill>
                  <a:srgbClr val="000000">
                    <a:lumMod val="50000"/>
                    <a:lumOff val="50000"/>
                  </a:srgbClr>
                </a:solidFill>
                <a:latin typeface="Arial"/>
                <a:sym typeface="+mn-lt"/>
              </a:rPr>
              <a:pPr algn="r" eaLnBrk="0" hangingPunct="0">
                <a:lnSpc>
                  <a:spcPct val="100000"/>
                </a:lnSpc>
              </a:pPr>
              <a:t>‹#›</a:t>
            </a:fld>
            <a:endParaRPr lang="en-GB">
              <a:solidFill>
                <a:srgbClr val="000000">
                  <a:lumMod val="50000"/>
                  <a:lumOff val="50000"/>
                </a:srgbClr>
              </a:solidFill>
              <a:latin typeface="Arial"/>
              <a:sym typeface="+mn-lt"/>
            </a:endParaRPr>
          </a:p>
        </p:txBody>
      </p:sp>
      <p:sp>
        <p:nvSpPr>
          <p:cNvPr id="1027" name="BodyText"/>
          <p:cNvSpPr>
            <a:spLocks noGrp="1" noChangeArrowheads="1"/>
          </p:cNvSpPr>
          <p:nvPr>
            <p:ph type="body" idx="1"/>
            <p:custDataLst>
              <p:tags r:id="rId31"/>
            </p:custDataLst>
          </p:nvPr>
        </p:nvSpPr>
        <p:spPr bwMode="gray">
          <a:xfrm>
            <a:off x="457995" y="1400400"/>
            <a:ext cx="8686800" cy="493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ja-JP"/>
              <a:t>Click to edit Master text styles</a:t>
            </a:r>
          </a:p>
          <a:p>
            <a:pPr lvl="1"/>
            <a:r>
              <a:rPr lang="en-GB" altLang="ja-JP"/>
              <a:t>Second level</a:t>
            </a:r>
          </a:p>
          <a:p>
            <a:pPr lvl="2"/>
            <a:r>
              <a:rPr lang="en-GB" altLang="ja-JP"/>
              <a:t>Third level</a:t>
            </a:r>
          </a:p>
          <a:p>
            <a:pPr lvl="3"/>
            <a:r>
              <a:rPr lang="en-GB" altLang="ja-JP"/>
              <a:t>Fourth level</a:t>
            </a:r>
          </a:p>
          <a:p>
            <a:pPr lvl="4"/>
            <a:r>
              <a:rPr lang="en-GB" altLang="ja-JP"/>
              <a:t>Fifth level</a:t>
            </a:r>
            <a:endParaRPr lang="en-GB"/>
          </a:p>
        </p:txBody>
      </p:sp>
      <p:sp>
        <p:nvSpPr>
          <p:cNvPr id="1026" name="Title"/>
          <p:cNvSpPr>
            <a:spLocks noGrp="1" noChangeArrowheads="1"/>
          </p:cNvSpPr>
          <p:nvPr>
            <p:ph type="title"/>
            <p:custDataLst>
              <p:tags r:id="rId32"/>
            </p:custDataLst>
          </p:nvPr>
        </p:nvSpPr>
        <p:spPr bwMode="gray">
          <a:xfrm>
            <a:off x="457995" y="381000"/>
            <a:ext cx="8686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ja-JP"/>
              <a:t>Click to edit Master title style</a:t>
            </a:r>
            <a:endParaRPr lang="en-GB"/>
          </a:p>
        </p:txBody>
      </p:sp>
    </p:spTree>
    <p:extLst>
      <p:ext uri="{BB962C8B-B14F-4D97-AF65-F5344CB8AC3E}">
        <p14:creationId xmlns:p14="http://schemas.microsoft.com/office/powerpoint/2010/main" val="2381707503"/>
      </p:ext>
    </p:extLst>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 id="2147483814" r:id="rId12"/>
    <p:sldLayoutId id="2147483815" r:id="rId13"/>
    <p:sldLayoutId id="2147483816" r:id="rId14"/>
    <p:sldLayoutId id="2147483817" r:id="rId15"/>
    <p:sldLayoutId id="2147483818" r:id="rId16"/>
    <p:sldLayoutId id="2147483819" r:id="rId17"/>
    <p:sldLayoutId id="2147483820" r:id="rId18"/>
    <p:sldLayoutId id="2147483821" r:id="rId19"/>
    <p:sldLayoutId id="2147483822" r:id="rId20"/>
    <p:sldLayoutId id="2147483823" r:id="rId21"/>
    <p:sldLayoutId id="2147483824" r:id="rId22"/>
    <p:sldLayoutId id="2147483825" r:id="rId23"/>
    <p:sldLayoutId id="2147483826" r:id="rId24"/>
    <p:sldLayoutId id="2147483827" r:id="rId25"/>
    <p:sldLayoutId id="2147483828" r:id="rId26"/>
    <p:sldLayoutId id="2147483829" r:id="rId27"/>
    <p:sldLayoutId id="2147483830" r:id="rId28"/>
  </p:sldLayoutIdLst>
  <p:hf hdr="0" ftr="0" dt="0"/>
  <p:txStyles>
    <p:titleStyle>
      <a:lvl1pPr algn="l" rtl="0" eaLnBrk="1" fontAlgn="base" hangingPunct="1">
        <a:lnSpc>
          <a:spcPct val="88000"/>
        </a:lnSpc>
        <a:spcBef>
          <a:spcPct val="0"/>
        </a:spcBef>
        <a:spcAft>
          <a:spcPct val="0"/>
        </a:spcAft>
        <a:defRPr sz="2000">
          <a:solidFill>
            <a:srgbClr val="005024"/>
          </a:solidFill>
          <a:latin typeface="+mj-lt"/>
          <a:ea typeface="+mj-ea"/>
          <a:cs typeface="+mj-cs"/>
          <a:sym typeface="+mj-lt"/>
        </a:defRPr>
      </a:lvl1pPr>
      <a:lvl2pPr algn="l" rtl="0" eaLnBrk="1" fontAlgn="base" hangingPunct="1">
        <a:lnSpc>
          <a:spcPct val="88000"/>
        </a:lnSpc>
        <a:spcBef>
          <a:spcPct val="0"/>
        </a:spcBef>
        <a:spcAft>
          <a:spcPct val="0"/>
        </a:spcAft>
        <a:defRPr>
          <a:solidFill>
            <a:srgbClr val="002C77"/>
          </a:solidFill>
          <a:latin typeface="Arial" charset="0"/>
          <a:cs typeface="Arial" charset="0"/>
        </a:defRPr>
      </a:lvl2pPr>
      <a:lvl3pPr algn="l" rtl="0" eaLnBrk="1" fontAlgn="base" hangingPunct="1">
        <a:lnSpc>
          <a:spcPct val="88000"/>
        </a:lnSpc>
        <a:spcBef>
          <a:spcPct val="0"/>
        </a:spcBef>
        <a:spcAft>
          <a:spcPct val="0"/>
        </a:spcAft>
        <a:defRPr>
          <a:solidFill>
            <a:srgbClr val="002C77"/>
          </a:solidFill>
          <a:latin typeface="Arial" charset="0"/>
          <a:cs typeface="Arial" charset="0"/>
        </a:defRPr>
      </a:lvl3pPr>
      <a:lvl4pPr algn="l" rtl="0" eaLnBrk="1" fontAlgn="base" hangingPunct="1">
        <a:lnSpc>
          <a:spcPct val="88000"/>
        </a:lnSpc>
        <a:spcBef>
          <a:spcPct val="0"/>
        </a:spcBef>
        <a:spcAft>
          <a:spcPct val="0"/>
        </a:spcAft>
        <a:defRPr>
          <a:solidFill>
            <a:srgbClr val="002C77"/>
          </a:solidFill>
          <a:latin typeface="Arial" charset="0"/>
          <a:cs typeface="Arial" charset="0"/>
        </a:defRPr>
      </a:lvl4pPr>
      <a:lvl5pPr algn="l" rtl="0" eaLnBrk="1" fontAlgn="base" hangingPunct="1">
        <a:lnSpc>
          <a:spcPct val="88000"/>
        </a:lnSpc>
        <a:spcBef>
          <a:spcPct val="0"/>
        </a:spcBef>
        <a:spcAft>
          <a:spcPct val="0"/>
        </a:spcAft>
        <a:defRPr>
          <a:solidFill>
            <a:srgbClr val="002C77"/>
          </a:solidFill>
          <a:latin typeface="Arial" charset="0"/>
          <a:cs typeface="Arial" charset="0"/>
        </a:defRPr>
      </a:lvl5pPr>
      <a:lvl6pPr marL="457200" algn="l" rtl="0" eaLnBrk="1" fontAlgn="base" hangingPunct="1">
        <a:lnSpc>
          <a:spcPct val="88000"/>
        </a:lnSpc>
        <a:spcBef>
          <a:spcPct val="0"/>
        </a:spcBef>
        <a:spcAft>
          <a:spcPct val="0"/>
        </a:spcAft>
        <a:defRPr>
          <a:solidFill>
            <a:srgbClr val="002C77"/>
          </a:solidFill>
          <a:latin typeface="Arial" charset="0"/>
          <a:cs typeface="Arial" charset="0"/>
        </a:defRPr>
      </a:lvl6pPr>
      <a:lvl7pPr marL="914400" algn="l" rtl="0" eaLnBrk="1" fontAlgn="base" hangingPunct="1">
        <a:lnSpc>
          <a:spcPct val="88000"/>
        </a:lnSpc>
        <a:spcBef>
          <a:spcPct val="0"/>
        </a:spcBef>
        <a:spcAft>
          <a:spcPct val="0"/>
        </a:spcAft>
        <a:defRPr>
          <a:solidFill>
            <a:srgbClr val="002C77"/>
          </a:solidFill>
          <a:latin typeface="Arial" charset="0"/>
          <a:cs typeface="Arial" charset="0"/>
        </a:defRPr>
      </a:lvl7pPr>
      <a:lvl8pPr marL="1371600" algn="l" rtl="0" eaLnBrk="1" fontAlgn="base" hangingPunct="1">
        <a:lnSpc>
          <a:spcPct val="88000"/>
        </a:lnSpc>
        <a:spcBef>
          <a:spcPct val="0"/>
        </a:spcBef>
        <a:spcAft>
          <a:spcPct val="0"/>
        </a:spcAft>
        <a:defRPr>
          <a:solidFill>
            <a:srgbClr val="002C77"/>
          </a:solidFill>
          <a:latin typeface="Arial" charset="0"/>
          <a:cs typeface="Arial" charset="0"/>
        </a:defRPr>
      </a:lvl8pPr>
      <a:lvl9pPr marL="1828800" algn="l" rtl="0" eaLnBrk="1" fontAlgn="base" hangingPunct="1">
        <a:lnSpc>
          <a:spcPct val="88000"/>
        </a:lnSpc>
        <a:spcBef>
          <a:spcPct val="0"/>
        </a:spcBef>
        <a:spcAft>
          <a:spcPct val="0"/>
        </a:spcAft>
        <a:defRPr>
          <a:solidFill>
            <a:srgbClr val="002C77"/>
          </a:solidFill>
          <a:latin typeface="Arial" charset="0"/>
          <a:cs typeface="Arial" charset="0"/>
        </a:defRPr>
      </a:lvl9pPr>
    </p:titleStyle>
    <p:bodyStyle>
      <a:lvl1pPr marL="180000" indent="-180000" algn="l" rtl="0" eaLnBrk="1" fontAlgn="base" hangingPunct="1">
        <a:spcBef>
          <a:spcPts val="700"/>
        </a:spcBef>
        <a:spcAft>
          <a:spcPts val="0"/>
        </a:spcAft>
        <a:buChar char="•"/>
        <a:defRPr sz="1400">
          <a:solidFill>
            <a:schemeClr val="tx1"/>
          </a:solidFill>
          <a:latin typeface="+mn-lt"/>
          <a:ea typeface="+mn-ea"/>
          <a:cs typeface="+mn-cs"/>
          <a:sym typeface="+mn-lt"/>
        </a:defRPr>
      </a:lvl1pPr>
      <a:lvl2pPr marL="360000" indent="-180000" algn="l" rtl="0" eaLnBrk="1" fontAlgn="base" hangingPunct="1">
        <a:spcBef>
          <a:spcPts val="300"/>
        </a:spcBef>
        <a:spcAft>
          <a:spcPts val="0"/>
        </a:spcAft>
        <a:buFont typeface="Arial" charset="0"/>
        <a:buChar char="–"/>
        <a:defRPr sz="1400" baseline="0">
          <a:solidFill>
            <a:schemeClr val="tx1"/>
          </a:solidFill>
          <a:latin typeface="+mn-lt"/>
          <a:ea typeface="+mn-ea"/>
          <a:cs typeface="+mn-cs"/>
          <a:sym typeface="+mn-lt"/>
        </a:defRPr>
      </a:lvl2pPr>
      <a:lvl3pPr marL="540000" indent="-179388" algn="l" rtl="0" eaLnBrk="1" fontAlgn="base" hangingPunct="1">
        <a:spcBef>
          <a:spcPts val="300"/>
        </a:spcBef>
        <a:spcAft>
          <a:spcPts val="0"/>
        </a:spcAft>
        <a:buFont typeface="Arial" charset="0"/>
        <a:buChar char="-"/>
        <a:defRPr sz="1400">
          <a:solidFill>
            <a:schemeClr val="tx1"/>
          </a:solidFill>
          <a:latin typeface="+mn-lt"/>
          <a:ea typeface="+mn-ea"/>
          <a:cs typeface="+mn-cs"/>
          <a:sym typeface="+mn-lt"/>
        </a:defRPr>
      </a:lvl3pPr>
      <a:lvl4pPr marL="720000" indent="-179388" algn="l" rtl="0" eaLnBrk="1" fontAlgn="base" hangingPunct="1">
        <a:spcBef>
          <a:spcPts val="300"/>
        </a:spcBef>
        <a:spcAft>
          <a:spcPts val="0"/>
        </a:spcAft>
        <a:buFont typeface="Arial" charset="0"/>
        <a:buChar char="-"/>
        <a:defRPr sz="1400">
          <a:solidFill>
            <a:schemeClr val="tx1"/>
          </a:solidFill>
          <a:latin typeface="+mn-lt"/>
          <a:ea typeface="+mn-ea"/>
          <a:cs typeface="+mn-cs"/>
          <a:sym typeface="+mn-lt"/>
        </a:defRPr>
      </a:lvl4pPr>
      <a:lvl5pPr marL="900000" indent="-180000" algn="l" rtl="0" eaLnBrk="1" fontAlgn="base" hangingPunct="1">
        <a:spcBef>
          <a:spcPts val="300"/>
        </a:spcBef>
        <a:spcAft>
          <a:spcPts val="0"/>
        </a:spcAft>
        <a:buFont typeface="Arial" panose="020B0604020202020204" pitchFamily="34" charset="0"/>
        <a:buChar char="-"/>
        <a:defRPr sz="1400">
          <a:solidFill>
            <a:schemeClr val="tx1"/>
          </a:solidFill>
          <a:latin typeface="+mn-lt"/>
          <a:ea typeface="+mn-ea"/>
          <a:cs typeface="+mn-cs"/>
          <a:sym typeface="+mn-lt"/>
        </a:defRPr>
      </a:lvl5pPr>
      <a:lvl6pPr marL="1080000" indent="-180000" algn="l" rtl="0" eaLnBrk="1" fontAlgn="base" hangingPunct="1">
        <a:spcBef>
          <a:spcPts val="300"/>
        </a:spcBef>
        <a:spcAft>
          <a:spcPts val="0"/>
        </a:spcAft>
        <a:buFont typeface="Arial" charset="0"/>
        <a:buChar char="-"/>
        <a:defRPr sz="1400" baseline="0">
          <a:solidFill>
            <a:schemeClr val="tx1"/>
          </a:solidFill>
          <a:latin typeface="+mn-lt"/>
          <a:cs typeface="+mn-cs"/>
        </a:defRPr>
      </a:lvl6pPr>
      <a:lvl7pPr marL="1260000" indent="-180000" algn="l" rtl="0" eaLnBrk="1" fontAlgn="base" hangingPunct="1">
        <a:spcBef>
          <a:spcPts val="300"/>
        </a:spcBef>
        <a:spcAft>
          <a:spcPts val="0"/>
        </a:spcAft>
        <a:buFont typeface="Arial" charset="0"/>
        <a:buChar char="-"/>
        <a:defRPr sz="1400">
          <a:solidFill>
            <a:schemeClr val="tx1"/>
          </a:solidFill>
          <a:latin typeface="+mn-lt"/>
          <a:cs typeface="+mn-cs"/>
        </a:defRPr>
      </a:lvl7pPr>
      <a:lvl8pPr marL="1440000" indent="-180000" algn="l" rtl="0" eaLnBrk="1" fontAlgn="base" hangingPunct="1">
        <a:spcBef>
          <a:spcPts val="300"/>
        </a:spcBef>
        <a:spcAft>
          <a:spcPts val="0"/>
        </a:spcAft>
        <a:buFont typeface="Arial" charset="0"/>
        <a:buChar char="-"/>
        <a:defRPr sz="1400">
          <a:solidFill>
            <a:schemeClr val="tx1"/>
          </a:solidFill>
          <a:latin typeface="+mn-lt"/>
          <a:cs typeface="+mn-cs"/>
        </a:defRPr>
      </a:lvl8pPr>
      <a:lvl9pPr marL="1620000" indent="-180000" algn="l" rtl="0" eaLnBrk="1" fontAlgn="base" hangingPunct="1">
        <a:spcBef>
          <a:spcPts val="300"/>
        </a:spcBef>
        <a:spcAft>
          <a:spcPts val="0"/>
        </a:spcAft>
        <a:buFont typeface="Arial" charset="0"/>
        <a:buChar char="-"/>
        <a:defRPr sz="1400" baseline="0">
          <a:solidFill>
            <a:schemeClr val="tx1"/>
          </a:solidFill>
          <a:latin typeface="+mn-lt"/>
          <a:cs typeface="+mn-cs"/>
        </a:defRPr>
      </a:lvl9pPr>
    </p:bodyStyle>
    <p:other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79" userDrawn="1">
          <p15:clr>
            <a:srgbClr val="F26B43"/>
          </p15:clr>
        </p15:guide>
        <p15:guide id="2" pos="3024" userDrawn="1">
          <p15:clr>
            <a:srgbClr val="F26B43"/>
          </p15:clr>
        </p15:guide>
        <p15:guide id="3" orient="horz" pos="3990" userDrawn="1">
          <p15:clr>
            <a:srgbClr val="F26B43"/>
          </p15:clr>
        </p15:guide>
        <p15:guide id="4" pos="287" userDrawn="1">
          <p15:clr>
            <a:srgbClr val="F26B43"/>
          </p15:clr>
        </p15:guide>
        <p15:guide id="5" pos="5762" userDrawn="1">
          <p15:clr>
            <a:srgbClr val="F26B43"/>
          </p15:clr>
        </p15:guide>
        <p15:guide id="6" orient="horz" pos="240" userDrawn="1">
          <p15:clr>
            <a:srgbClr val="F26B43"/>
          </p15:clr>
        </p15:guide>
        <p15:guide id="7" pos="3171" userDrawn="1">
          <p15:clr>
            <a:srgbClr val="F26B43"/>
          </p15:clr>
        </p15:guide>
        <p15:guide id="8" pos="2877"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9"/>
            </p:custDataLst>
            <p:extLst>
              <p:ext uri="{D42A27DB-BD31-4B8C-83A1-F6EECF244321}">
                <p14:modId xmlns:p14="http://schemas.microsoft.com/office/powerpoint/2010/main" val="247480006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2" imgW="216" imgH="216" progId="TCLayout.ActiveDocument.1">
                  <p:embed/>
                </p:oleObj>
              </mc:Choice>
              <mc:Fallback>
                <p:oleObj name="think-cell Slide" r:id="rId32" imgW="216" imgH="216" progId="TCLayout.ActiveDocument.1">
                  <p:embed/>
                  <p:pic>
                    <p:nvPicPr>
                      <p:cNvPr id="2" name="Object 1" hidden="1"/>
                      <p:cNvPicPr/>
                      <p:nvPr/>
                    </p:nvPicPr>
                    <p:blipFill>
                      <a:blip r:embed="rId33"/>
                      <a:stretch>
                        <a:fillRect/>
                      </a:stretch>
                    </p:blipFill>
                    <p:spPr>
                      <a:xfrm>
                        <a:off x="1588" y="1588"/>
                        <a:ext cx="1587" cy="1587"/>
                      </a:xfrm>
                      <a:prstGeom prst="rect">
                        <a:avLst/>
                      </a:prstGeom>
                    </p:spPr>
                  </p:pic>
                </p:oleObj>
              </mc:Fallback>
            </mc:AlternateContent>
          </a:graphicData>
        </a:graphic>
      </p:graphicFrame>
      <p:sp>
        <p:nvSpPr>
          <p:cNvPr id="5" name="SlideNumber"/>
          <p:cNvSpPr>
            <a:spLocks noChangeArrowheads="1"/>
          </p:cNvSpPr>
          <p:nvPr/>
        </p:nvSpPr>
        <p:spPr bwMode="gray">
          <a:xfrm>
            <a:off x="8986906" y="6542822"/>
            <a:ext cx="157094" cy="153888"/>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63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p>
            <a:pPr algn="r" eaLnBrk="0" hangingPunct="0">
              <a:lnSpc>
                <a:spcPct val="100000"/>
              </a:lnSpc>
            </a:pPr>
            <a:fld id="{2306E996-13B1-4F09-8F6B-3AC86B81501F}" type="slidenum">
              <a:rPr lang="en-GB" smtClean="0">
                <a:solidFill>
                  <a:srgbClr val="000000">
                    <a:lumMod val="50000"/>
                    <a:lumOff val="50000"/>
                  </a:srgbClr>
                </a:solidFill>
                <a:latin typeface="Arial"/>
                <a:sym typeface="+mn-lt"/>
              </a:rPr>
              <a:pPr algn="r" eaLnBrk="0" hangingPunct="0">
                <a:lnSpc>
                  <a:spcPct val="100000"/>
                </a:lnSpc>
              </a:pPr>
              <a:t>‹#›</a:t>
            </a:fld>
            <a:endParaRPr lang="en-GB">
              <a:solidFill>
                <a:srgbClr val="000000">
                  <a:lumMod val="50000"/>
                  <a:lumOff val="50000"/>
                </a:srgbClr>
              </a:solidFill>
              <a:latin typeface="Arial"/>
              <a:sym typeface="+mn-lt"/>
            </a:endParaRPr>
          </a:p>
        </p:txBody>
      </p:sp>
      <p:sp>
        <p:nvSpPr>
          <p:cNvPr id="1027" name="BodyText"/>
          <p:cNvSpPr>
            <a:spLocks noGrp="1" noChangeArrowheads="1"/>
          </p:cNvSpPr>
          <p:nvPr>
            <p:ph type="body" idx="1"/>
            <p:custDataLst>
              <p:tags r:id="rId30"/>
            </p:custDataLst>
          </p:nvPr>
        </p:nvSpPr>
        <p:spPr bwMode="gray">
          <a:xfrm>
            <a:off x="457994" y="1400400"/>
            <a:ext cx="8686800" cy="493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ja-JP"/>
              <a:t>Click to edit Master text styles</a:t>
            </a:r>
          </a:p>
          <a:p>
            <a:pPr lvl="1"/>
            <a:r>
              <a:rPr lang="en-GB" altLang="ja-JP"/>
              <a:t>Second level</a:t>
            </a:r>
          </a:p>
          <a:p>
            <a:pPr lvl="2"/>
            <a:r>
              <a:rPr lang="en-GB" altLang="ja-JP"/>
              <a:t>Third level</a:t>
            </a:r>
          </a:p>
          <a:p>
            <a:pPr lvl="3"/>
            <a:r>
              <a:rPr lang="en-GB" altLang="ja-JP"/>
              <a:t>Fourth level</a:t>
            </a:r>
          </a:p>
          <a:p>
            <a:pPr lvl="4"/>
            <a:r>
              <a:rPr lang="en-GB" altLang="ja-JP"/>
              <a:t>Fifth level</a:t>
            </a:r>
            <a:endParaRPr lang="en-GB"/>
          </a:p>
        </p:txBody>
      </p:sp>
      <p:sp>
        <p:nvSpPr>
          <p:cNvPr id="1026" name="Title"/>
          <p:cNvSpPr>
            <a:spLocks noGrp="1" noChangeArrowheads="1"/>
          </p:cNvSpPr>
          <p:nvPr>
            <p:ph type="title"/>
            <p:custDataLst>
              <p:tags r:id="rId31"/>
            </p:custDataLst>
          </p:nvPr>
        </p:nvSpPr>
        <p:spPr bwMode="gray">
          <a:xfrm>
            <a:off x="457994" y="381000"/>
            <a:ext cx="8686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ja-JP"/>
              <a:t>Click to edit Master title style</a:t>
            </a:r>
            <a:endParaRPr lang="en-GB"/>
          </a:p>
        </p:txBody>
      </p:sp>
    </p:spTree>
    <p:extLst>
      <p:ext uri="{BB962C8B-B14F-4D97-AF65-F5344CB8AC3E}">
        <p14:creationId xmlns:p14="http://schemas.microsoft.com/office/powerpoint/2010/main" val="3409522258"/>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 id="2147483848" r:id="rId17"/>
    <p:sldLayoutId id="2147483849" r:id="rId18"/>
    <p:sldLayoutId id="2147483850" r:id="rId19"/>
    <p:sldLayoutId id="2147483851" r:id="rId20"/>
    <p:sldLayoutId id="2147483852" r:id="rId21"/>
    <p:sldLayoutId id="2147483853" r:id="rId22"/>
    <p:sldLayoutId id="2147483854" r:id="rId23"/>
    <p:sldLayoutId id="2147483855" r:id="rId24"/>
    <p:sldLayoutId id="2147483856" r:id="rId25"/>
    <p:sldLayoutId id="2147483857" r:id="rId26"/>
    <p:sldLayoutId id="2147483858" r:id="rId27"/>
  </p:sldLayoutIdLst>
  <p:hf hdr="0" ftr="0" dt="0"/>
  <p:txStyles>
    <p:titleStyle>
      <a:lvl1pPr algn="l" rtl="0" eaLnBrk="1" fontAlgn="base" hangingPunct="1">
        <a:lnSpc>
          <a:spcPct val="88000"/>
        </a:lnSpc>
        <a:spcBef>
          <a:spcPct val="0"/>
        </a:spcBef>
        <a:spcAft>
          <a:spcPct val="0"/>
        </a:spcAft>
        <a:defRPr sz="2000">
          <a:solidFill>
            <a:srgbClr val="005024"/>
          </a:solidFill>
          <a:latin typeface="+mj-lt"/>
          <a:ea typeface="+mj-ea"/>
          <a:cs typeface="+mj-cs"/>
          <a:sym typeface="+mj-lt"/>
        </a:defRPr>
      </a:lvl1pPr>
      <a:lvl2pPr algn="l" rtl="0" eaLnBrk="1" fontAlgn="base" hangingPunct="1">
        <a:lnSpc>
          <a:spcPct val="88000"/>
        </a:lnSpc>
        <a:spcBef>
          <a:spcPct val="0"/>
        </a:spcBef>
        <a:spcAft>
          <a:spcPct val="0"/>
        </a:spcAft>
        <a:defRPr>
          <a:solidFill>
            <a:srgbClr val="002C77"/>
          </a:solidFill>
          <a:latin typeface="Arial" charset="0"/>
          <a:cs typeface="Arial" charset="0"/>
        </a:defRPr>
      </a:lvl2pPr>
      <a:lvl3pPr algn="l" rtl="0" eaLnBrk="1" fontAlgn="base" hangingPunct="1">
        <a:lnSpc>
          <a:spcPct val="88000"/>
        </a:lnSpc>
        <a:spcBef>
          <a:spcPct val="0"/>
        </a:spcBef>
        <a:spcAft>
          <a:spcPct val="0"/>
        </a:spcAft>
        <a:defRPr>
          <a:solidFill>
            <a:srgbClr val="002C77"/>
          </a:solidFill>
          <a:latin typeface="Arial" charset="0"/>
          <a:cs typeface="Arial" charset="0"/>
        </a:defRPr>
      </a:lvl3pPr>
      <a:lvl4pPr algn="l" rtl="0" eaLnBrk="1" fontAlgn="base" hangingPunct="1">
        <a:lnSpc>
          <a:spcPct val="88000"/>
        </a:lnSpc>
        <a:spcBef>
          <a:spcPct val="0"/>
        </a:spcBef>
        <a:spcAft>
          <a:spcPct val="0"/>
        </a:spcAft>
        <a:defRPr>
          <a:solidFill>
            <a:srgbClr val="002C77"/>
          </a:solidFill>
          <a:latin typeface="Arial" charset="0"/>
          <a:cs typeface="Arial" charset="0"/>
        </a:defRPr>
      </a:lvl4pPr>
      <a:lvl5pPr algn="l" rtl="0" eaLnBrk="1" fontAlgn="base" hangingPunct="1">
        <a:lnSpc>
          <a:spcPct val="88000"/>
        </a:lnSpc>
        <a:spcBef>
          <a:spcPct val="0"/>
        </a:spcBef>
        <a:spcAft>
          <a:spcPct val="0"/>
        </a:spcAft>
        <a:defRPr>
          <a:solidFill>
            <a:srgbClr val="002C77"/>
          </a:solidFill>
          <a:latin typeface="Arial" charset="0"/>
          <a:cs typeface="Arial" charset="0"/>
        </a:defRPr>
      </a:lvl5pPr>
      <a:lvl6pPr marL="457200" algn="l" rtl="0" eaLnBrk="1" fontAlgn="base" hangingPunct="1">
        <a:lnSpc>
          <a:spcPct val="88000"/>
        </a:lnSpc>
        <a:spcBef>
          <a:spcPct val="0"/>
        </a:spcBef>
        <a:spcAft>
          <a:spcPct val="0"/>
        </a:spcAft>
        <a:defRPr>
          <a:solidFill>
            <a:srgbClr val="002C77"/>
          </a:solidFill>
          <a:latin typeface="Arial" charset="0"/>
          <a:cs typeface="Arial" charset="0"/>
        </a:defRPr>
      </a:lvl6pPr>
      <a:lvl7pPr marL="914400" algn="l" rtl="0" eaLnBrk="1" fontAlgn="base" hangingPunct="1">
        <a:lnSpc>
          <a:spcPct val="88000"/>
        </a:lnSpc>
        <a:spcBef>
          <a:spcPct val="0"/>
        </a:spcBef>
        <a:spcAft>
          <a:spcPct val="0"/>
        </a:spcAft>
        <a:defRPr>
          <a:solidFill>
            <a:srgbClr val="002C77"/>
          </a:solidFill>
          <a:latin typeface="Arial" charset="0"/>
          <a:cs typeface="Arial" charset="0"/>
        </a:defRPr>
      </a:lvl7pPr>
      <a:lvl8pPr marL="1371600" algn="l" rtl="0" eaLnBrk="1" fontAlgn="base" hangingPunct="1">
        <a:lnSpc>
          <a:spcPct val="88000"/>
        </a:lnSpc>
        <a:spcBef>
          <a:spcPct val="0"/>
        </a:spcBef>
        <a:spcAft>
          <a:spcPct val="0"/>
        </a:spcAft>
        <a:defRPr>
          <a:solidFill>
            <a:srgbClr val="002C77"/>
          </a:solidFill>
          <a:latin typeface="Arial" charset="0"/>
          <a:cs typeface="Arial" charset="0"/>
        </a:defRPr>
      </a:lvl8pPr>
      <a:lvl9pPr marL="1828800" algn="l" rtl="0" eaLnBrk="1" fontAlgn="base" hangingPunct="1">
        <a:lnSpc>
          <a:spcPct val="88000"/>
        </a:lnSpc>
        <a:spcBef>
          <a:spcPct val="0"/>
        </a:spcBef>
        <a:spcAft>
          <a:spcPct val="0"/>
        </a:spcAft>
        <a:defRPr>
          <a:solidFill>
            <a:srgbClr val="002C77"/>
          </a:solidFill>
          <a:latin typeface="Arial" charset="0"/>
          <a:cs typeface="Arial" charset="0"/>
        </a:defRPr>
      </a:lvl9pPr>
    </p:titleStyle>
    <p:bodyStyle>
      <a:lvl1pPr marL="180000" indent="-180000" algn="l" rtl="0" eaLnBrk="1" fontAlgn="base" hangingPunct="1">
        <a:spcBef>
          <a:spcPts val="700"/>
        </a:spcBef>
        <a:spcAft>
          <a:spcPts val="0"/>
        </a:spcAft>
        <a:buChar char="•"/>
        <a:defRPr sz="1400">
          <a:solidFill>
            <a:schemeClr val="tx1"/>
          </a:solidFill>
          <a:latin typeface="+mn-lt"/>
          <a:ea typeface="+mn-ea"/>
          <a:cs typeface="+mn-cs"/>
          <a:sym typeface="+mn-lt"/>
        </a:defRPr>
      </a:lvl1pPr>
      <a:lvl2pPr marL="360000" indent="-180000" algn="l" rtl="0" eaLnBrk="1" fontAlgn="base" hangingPunct="1">
        <a:spcBef>
          <a:spcPts val="300"/>
        </a:spcBef>
        <a:spcAft>
          <a:spcPts val="0"/>
        </a:spcAft>
        <a:buFont typeface="Arial" charset="0"/>
        <a:buChar char="–"/>
        <a:defRPr sz="1400" baseline="0">
          <a:solidFill>
            <a:schemeClr val="tx1"/>
          </a:solidFill>
          <a:latin typeface="+mn-lt"/>
          <a:ea typeface="+mn-ea"/>
          <a:cs typeface="+mn-cs"/>
          <a:sym typeface="+mn-lt"/>
        </a:defRPr>
      </a:lvl2pPr>
      <a:lvl3pPr marL="540000" indent="-179388" algn="l" rtl="0" eaLnBrk="1" fontAlgn="base" hangingPunct="1">
        <a:spcBef>
          <a:spcPts val="300"/>
        </a:spcBef>
        <a:spcAft>
          <a:spcPts val="0"/>
        </a:spcAft>
        <a:buFont typeface="Arial" charset="0"/>
        <a:buChar char="-"/>
        <a:defRPr sz="1400">
          <a:solidFill>
            <a:schemeClr val="tx1"/>
          </a:solidFill>
          <a:latin typeface="+mn-lt"/>
          <a:ea typeface="+mn-ea"/>
          <a:cs typeface="+mn-cs"/>
          <a:sym typeface="+mn-lt"/>
        </a:defRPr>
      </a:lvl3pPr>
      <a:lvl4pPr marL="720000" indent="-179388" algn="l" rtl="0" eaLnBrk="1" fontAlgn="base" hangingPunct="1">
        <a:spcBef>
          <a:spcPts val="300"/>
        </a:spcBef>
        <a:spcAft>
          <a:spcPts val="0"/>
        </a:spcAft>
        <a:buFont typeface="Arial" charset="0"/>
        <a:buChar char="-"/>
        <a:defRPr sz="1400">
          <a:solidFill>
            <a:schemeClr val="tx1"/>
          </a:solidFill>
          <a:latin typeface="+mn-lt"/>
          <a:ea typeface="+mn-ea"/>
          <a:cs typeface="+mn-cs"/>
          <a:sym typeface="+mn-lt"/>
        </a:defRPr>
      </a:lvl4pPr>
      <a:lvl5pPr marL="900000" indent="-180000" algn="l" rtl="0" eaLnBrk="1" fontAlgn="base" hangingPunct="1">
        <a:spcBef>
          <a:spcPts val="300"/>
        </a:spcBef>
        <a:spcAft>
          <a:spcPts val="0"/>
        </a:spcAft>
        <a:buFont typeface="Arial" panose="020B0604020202020204" pitchFamily="34" charset="0"/>
        <a:buChar char="-"/>
        <a:defRPr sz="1400">
          <a:solidFill>
            <a:schemeClr val="tx1"/>
          </a:solidFill>
          <a:latin typeface="+mn-lt"/>
          <a:ea typeface="+mn-ea"/>
          <a:cs typeface="+mn-cs"/>
          <a:sym typeface="+mn-lt"/>
        </a:defRPr>
      </a:lvl5pPr>
      <a:lvl6pPr marL="1080000" indent="-180000" algn="l" rtl="0" eaLnBrk="1" fontAlgn="base" hangingPunct="1">
        <a:spcBef>
          <a:spcPts val="300"/>
        </a:spcBef>
        <a:spcAft>
          <a:spcPts val="0"/>
        </a:spcAft>
        <a:buFont typeface="Arial" charset="0"/>
        <a:buChar char="-"/>
        <a:defRPr sz="1400" baseline="0">
          <a:solidFill>
            <a:schemeClr val="tx1"/>
          </a:solidFill>
          <a:latin typeface="+mn-lt"/>
          <a:cs typeface="+mn-cs"/>
        </a:defRPr>
      </a:lvl6pPr>
      <a:lvl7pPr marL="1260000" indent="-180000" algn="l" rtl="0" eaLnBrk="1" fontAlgn="base" hangingPunct="1">
        <a:spcBef>
          <a:spcPts val="300"/>
        </a:spcBef>
        <a:spcAft>
          <a:spcPts val="0"/>
        </a:spcAft>
        <a:buFont typeface="Arial" charset="0"/>
        <a:buChar char="-"/>
        <a:defRPr sz="1400">
          <a:solidFill>
            <a:schemeClr val="tx1"/>
          </a:solidFill>
          <a:latin typeface="+mn-lt"/>
          <a:cs typeface="+mn-cs"/>
        </a:defRPr>
      </a:lvl7pPr>
      <a:lvl8pPr marL="1440000" indent="-180000" algn="l" rtl="0" eaLnBrk="1" fontAlgn="base" hangingPunct="1">
        <a:spcBef>
          <a:spcPts val="300"/>
        </a:spcBef>
        <a:spcAft>
          <a:spcPts val="0"/>
        </a:spcAft>
        <a:buFont typeface="Arial" charset="0"/>
        <a:buChar char="-"/>
        <a:defRPr sz="1400">
          <a:solidFill>
            <a:schemeClr val="tx1"/>
          </a:solidFill>
          <a:latin typeface="+mn-lt"/>
          <a:cs typeface="+mn-cs"/>
        </a:defRPr>
      </a:lvl8pPr>
      <a:lvl9pPr marL="1620000" indent="-180000" algn="l" rtl="0" eaLnBrk="1" fontAlgn="base" hangingPunct="1">
        <a:spcBef>
          <a:spcPts val="300"/>
        </a:spcBef>
        <a:spcAft>
          <a:spcPts val="0"/>
        </a:spcAft>
        <a:buFont typeface="Arial" charset="0"/>
        <a:buChar char="-"/>
        <a:defRPr sz="1400" baseline="0">
          <a:solidFill>
            <a:schemeClr val="tx1"/>
          </a:solidFill>
          <a:latin typeface="+mn-lt"/>
          <a:cs typeface="+mn-cs"/>
        </a:defRPr>
      </a:lvl9pPr>
    </p:bodyStyle>
    <p:other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79" userDrawn="1">
          <p15:clr>
            <a:srgbClr val="F26B43"/>
          </p15:clr>
        </p15:guide>
        <p15:guide id="2" pos="3024" userDrawn="1">
          <p15:clr>
            <a:srgbClr val="F26B43"/>
          </p15:clr>
        </p15:guide>
        <p15:guide id="3" orient="horz" pos="3990" userDrawn="1">
          <p15:clr>
            <a:srgbClr val="F26B43"/>
          </p15:clr>
        </p15:guide>
        <p15:guide id="4" pos="287" userDrawn="1">
          <p15:clr>
            <a:srgbClr val="F26B43"/>
          </p15:clr>
        </p15:guide>
        <p15:guide id="5" pos="5762" userDrawn="1">
          <p15:clr>
            <a:srgbClr val="F26B43"/>
          </p15:clr>
        </p15:guide>
        <p15:guide id="6" orient="horz" pos="240" userDrawn="1">
          <p15:clr>
            <a:srgbClr val="F26B43"/>
          </p15:clr>
        </p15:guide>
        <p15:guide id="7" pos="3171" userDrawn="1">
          <p15:clr>
            <a:srgbClr val="F26B43"/>
          </p15:clr>
        </p15:guide>
        <p15:guide id="8" pos="2877"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9"/>
            </p:custDataLst>
            <p:extLst>
              <p:ext uri="{D42A27DB-BD31-4B8C-83A1-F6EECF244321}">
                <p14:modId xmlns:p14="http://schemas.microsoft.com/office/powerpoint/2010/main" val="921252469"/>
              </p:ext>
            </p:extLst>
          </p:nvPr>
        </p:nvGraphicFramePr>
        <p:xfrm>
          <a:off x="1592" y="1596"/>
          <a:ext cx="1587" cy="1587"/>
        </p:xfrm>
        <a:graphic>
          <a:graphicData uri="http://schemas.openxmlformats.org/presentationml/2006/ole">
            <mc:AlternateContent xmlns:mc="http://schemas.openxmlformats.org/markup-compatibility/2006">
              <mc:Choice xmlns:v="urn:schemas-microsoft-com:vml" Requires="v">
                <p:oleObj name="think-cell Slide" r:id="rId32" imgW="216" imgH="216" progId="TCLayout.ActiveDocument.1">
                  <p:embed/>
                </p:oleObj>
              </mc:Choice>
              <mc:Fallback>
                <p:oleObj name="think-cell Slide" r:id="rId32" imgW="216" imgH="216" progId="TCLayout.ActiveDocument.1">
                  <p:embed/>
                  <p:pic>
                    <p:nvPicPr>
                      <p:cNvPr id="2" name="Object 1" hidden="1"/>
                      <p:cNvPicPr/>
                      <p:nvPr/>
                    </p:nvPicPr>
                    <p:blipFill>
                      <a:blip r:embed="rId33"/>
                      <a:stretch>
                        <a:fillRect/>
                      </a:stretch>
                    </p:blipFill>
                    <p:spPr>
                      <a:xfrm>
                        <a:off x="1592" y="1596"/>
                        <a:ext cx="1587" cy="1587"/>
                      </a:xfrm>
                      <a:prstGeom prst="rect">
                        <a:avLst/>
                      </a:prstGeom>
                    </p:spPr>
                  </p:pic>
                </p:oleObj>
              </mc:Fallback>
            </mc:AlternateContent>
          </a:graphicData>
        </a:graphic>
      </p:graphicFrame>
      <p:sp>
        <p:nvSpPr>
          <p:cNvPr id="5" name="SlideNumber"/>
          <p:cNvSpPr>
            <a:spLocks noChangeArrowheads="1"/>
          </p:cNvSpPr>
          <p:nvPr/>
        </p:nvSpPr>
        <p:spPr bwMode="gray">
          <a:xfrm>
            <a:off x="8986906" y="6542822"/>
            <a:ext cx="157094" cy="153888"/>
          </a:xfrm>
          <a:prstGeom prst="rect">
            <a:avLst/>
          </a:prstGeom>
          <a:noFill/>
          <a:ln>
            <a:noFill/>
          </a:ln>
          <a:effectLst/>
          <a:extLst>
            <a:ext uri="{909E8E84-426E-40DD-AFC4-6F175D3DCCD1}">
              <a14:hiddenFill xmlns:a14="http://schemas.microsoft.com/office/drawing/2010/main">
                <a:solidFill>
                  <a:srgbClr val="0057A6"/>
                </a:solidFill>
              </a14:hiddenFill>
            </a:ext>
            <a:ext uri="{91240B29-F687-4F45-9708-019B960494DF}">
              <a14:hiddenLine xmlns:a14="http://schemas.microsoft.com/office/drawing/2010/main" w="63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b">
            <a:spAutoFit/>
          </a:bodyPr>
          <a:lstStyle/>
          <a:p>
            <a:pPr algn="r" eaLnBrk="0" hangingPunct="0">
              <a:lnSpc>
                <a:spcPct val="100000"/>
              </a:lnSpc>
            </a:pPr>
            <a:fld id="{2306E996-13B1-4F09-8F6B-3AC86B81501F}" type="slidenum">
              <a:rPr lang="en-GB" smtClean="0">
                <a:solidFill>
                  <a:srgbClr val="000000">
                    <a:lumMod val="50000"/>
                    <a:lumOff val="50000"/>
                  </a:srgbClr>
                </a:solidFill>
                <a:latin typeface="Arial"/>
                <a:sym typeface="+mn-lt"/>
              </a:rPr>
              <a:pPr algn="r" eaLnBrk="0" hangingPunct="0">
                <a:lnSpc>
                  <a:spcPct val="100000"/>
                </a:lnSpc>
              </a:pPr>
              <a:t>‹#›</a:t>
            </a:fld>
            <a:endParaRPr lang="en-GB">
              <a:solidFill>
                <a:srgbClr val="000000">
                  <a:lumMod val="50000"/>
                  <a:lumOff val="50000"/>
                </a:srgbClr>
              </a:solidFill>
              <a:latin typeface="Arial"/>
              <a:sym typeface="+mn-lt"/>
            </a:endParaRPr>
          </a:p>
        </p:txBody>
      </p:sp>
      <p:sp>
        <p:nvSpPr>
          <p:cNvPr id="1027" name="BodyText"/>
          <p:cNvSpPr>
            <a:spLocks noGrp="1" noChangeArrowheads="1"/>
          </p:cNvSpPr>
          <p:nvPr>
            <p:ph type="body" idx="1"/>
            <p:custDataLst>
              <p:tags r:id="rId30"/>
            </p:custDataLst>
          </p:nvPr>
        </p:nvSpPr>
        <p:spPr bwMode="gray">
          <a:xfrm>
            <a:off x="457995" y="1400400"/>
            <a:ext cx="8686800" cy="493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ja-JP"/>
              <a:t>Click to edit Master text styles</a:t>
            </a:r>
          </a:p>
          <a:p>
            <a:pPr lvl="1"/>
            <a:r>
              <a:rPr lang="en-GB" altLang="ja-JP"/>
              <a:t>Second level</a:t>
            </a:r>
          </a:p>
          <a:p>
            <a:pPr lvl="2"/>
            <a:r>
              <a:rPr lang="en-GB" altLang="ja-JP"/>
              <a:t>Third level</a:t>
            </a:r>
          </a:p>
          <a:p>
            <a:pPr lvl="3"/>
            <a:r>
              <a:rPr lang="en-GB" altLang="ja-JP"/>
              <a:t>Fourth level</a:t>
            </a:r>
          </a:p>
          <a:p>
            <a:pPr lvl="4"/>
            <a:r>
              <a:rPr lang="en-GB" altLang="ja-JP"/>
              <a:t>Fifth level</a:t>
            </a:r>
            <a:endParaRPr lang="en-GB"/>
          </a:p>
        </p:txBody>
      </p:sp>
      <p:sp>
        <p:nvSpPr>
          <p:cNvPr id="1026" name="Title"/>
          <p:cNvSpPr>
            <a:spLocks noGrp="1" noChangeArrowheads="1"/>
          </p:cNvSpPr>
          <p:nvPr>
            <p:ph type="title"/>
            <p:custDataLst>
              <p:tags r:id="rId31"/>
            </p:custDataLst>
          </p:nvPr>
        </p:nvSpPr>
        <p:spPr bwMode="gray">
          <a:xfrm>
            <a:off x="457995" y="381000"/>
            <a:ext cx="8686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ja-JP"/>
              <a:t>Click to edit Master title style</a:t>
            </a:r>
            <a:endParaRPr lang="en-GB"/>
          </a:p>
        </p:txBody>
      </p:sp>
    </p:spTree>
    <p:extLst>
      <p:ext uri="{BB962C8B-B14F-4D97-AF65-F5344CB8AC3E}">
        <p14:creationId xmlns:p14="http://schemas.microsoft.com/office/powerpoint/2010/main" val="1445076439"/>
      </p:ext>
    </p:extLst>
  </p:cSld>
  <p:clrMap bg1="lt1" tx1="dk1" bg2="lt2" tx2="dk2" accent1="accent1" accent2="accent2" accent3="accent3" accent4="accent4" accent5="accent5" accent6="accent6" hlink="hlink" folHlink="folHlink"/>
  <p:sldLayoutIdLst>
    <p:sldLayoutId id="2147483860" r:id="rId1"/>
    <p:sldLayoutId id="2147483861" r:id="rId2"/>
    <p:sldLayoutId id="2147483862" r:id="rId3"/>
    <p:sldLayoutId id="2147483863" r:id="rId4"/>
    <p:sldLayoutId id="2147483864" r:id="rId5"/>
    <p:sldLayoutId id="2147483865" r:id="rId6"/>
    <p:sldLayoutId id="2147483866" r:id="rId7"/>
    <p:sldLayoutId id="2147483867" r:id="rId8"/>
    <p:sldLayoutId id="2147483868" r:id="rId9"/>
    <p:sldLayoutId id="2147483869" r:id="rId10"/>
    <p:sldLayoutId id="2147483870" r:id="rId11"/>
    <p:sldLayoutId id="2147483871" r:id="rId12"/>
    <p:sldLayoutId id="2147483872" r:id="rId13"/>
    <p:sldLayoutId id="2147483873" r:id="rId14"/>
    <p:sldLayoutId id="2147483874" r:id="rId15"/>
    <p:sldLayoutId id="2147483875" r:id="rId16"/>
    <p:sldLayoutId id="2147483876" r:id="rId17"/>
    <p:sldLayoutId id="2147483877" r:id="rId18"/>
    <p:sldLayoutId id="2147483878" r:id="rId19"/>
    <p:sldLayoutId id="2147483879" r:id="rId20"/>
    <p:sldLayoutId id="2147483880" r:id="rId21"/>
    <p:sldLayoutId id="2147483881" r:id="rId22"/>
    <p:sldLayoutId id="2147483882" r:id="rId23"/>
    <p:sldLayoutId id="2147483883" r:id="rId24"/>
    <p:sldLayoutId id="2147483884" r:id="rId25"/>
    <p:sldLayoutId id="2147483885" r:id="rId26"/>
    <p:sldLayoutId id="2147483886" r:id="rId27"/>
  </p:sldLayoutIdLst>
  <p:hf hdr="0" ftr="0" dt="0"/>
  <p:txStyles>
    <p:titleStyle>
      <a:lvl1pPr algn="l" rtl="0" eaLnBrk="1" fontAlgn="base" hangingPunct="1">
        <a:lnSpc>
          <a:spcPct val="88000"/>
        </a:lnSpc>
        <a:spcBef>
          <a:spcPct val="0"/>
        </a:spcBef>
        <a:spcAft>
          <a:spcPct val="0"/>
        </a:spcAft>
        <a:defRPr sz="2000">
          <a:solidFill>
            <a:srgbClr val="005024"/>
          </a:solidFill>
          <a:latin typeface="+mj-lt"/>
          <a:ea typeface="+mj-ea"/>
          <a:cs typeface="+mj-cs"/>
          <a:sym typeface="+mj-lt"/>
        </a:defRPr>
      </a:lvl1pPr>
      <a:lvl2pPr algn="l" rtl="0" eaLnBrk="1" fontAlgn="base" hangingPunct="1">
        <a:lnSpc>
          <a:spcPct val="88000"/>
        </a:lnSpc>
        <a:spcBef>
          <a:spcPct val="0"/>
        </a:spcBef>
        <a:spcAft>
          <a:spcPct val="0"/>
        </a:spcAft>
        <a:defRPr>
          <a:solidFill>
            <a:srgbClr val="002C77"/>
          </a:solidFill>
          <a:latin typeface="Arial" charset="0"/>
          <a:cs typeface="Arial" charset="0"/>
        </a:defRPr>
      </a:lvl2pPr>
      <a:lvl3pPr algn="l" rtl="0" eaLnBrk="1" fontAlgn="base" hangingPunct="1">
        <a:lnSpc>
          <a:spcPct val="88000"/>
        </a:lnSpc>
        <a:spcBef>
          <a:spcPct val="0"/>
        </a:spcBef>
        <a:spcAft>
          <a:spcPct val="0"/>
        </a:spcAft>
        <a:defRPr>
          <a:solidFill>
            <a:srgbClr val="002C77"/>
          </a:solidFill>
          <a:latin typeface="Arial" charset="0"/>
          <a:cs typeface="Arial" charset="0"/>
        </a:defRPr>
      </a:lvl3pPr>
      <a:lvl4pPr algn="l" rtl="0" eaLnBrk="1" fontAlgn="base" hangingPunct="1">
        <a:lnSpc>
          <a:spcPct val="88000"/>
        </a:lnSpc>
        <a:spcBef>
          <a:spcPct val="0"/>
        </a:spcBef>
        <a:spcAft>
          <a:spcPct val="0"/>
        </a:spcAft>
        <a:defRPr>
          <a:solidFill>
            <a:srgbClr val="002C77"/>
          </a:solidFill>
          <a:latin typeface="Arial" charset="0"/>
          <a:cs typeface="Arial" charset="0"/>
        </a:defRPr>
      </a:lvl4pPr>
      <a:lvl5pPr algn="l" rtl="0" eaLnBrk="1" fontAlgn="base" hangingPunct="1">
        <a:lnSpc>
          <a:spcPct val="88000"/>
        </a:lnSpc>
        <a:spcBef>
          <a:spcPct val="0"/>
        </a:spcBef>
        <a:spcAft>
          <a:spcPct val="0"/>
        </a:spcAft>
        <a:defRPr>
          <a:solidFill>
            <a:srgbClr val="002C77"/>
          </a:solidFill>
          <a:latin typeface="Arial" charset="0"/>
          <a:cs typeface="Arial" charset="0"/>
        </a:defRPr>
      </a:lvl5pPr>
      <a:lvl6pPr marL="457200" algn="l" rtl="0" eaLnBrk="1" fontAlgn="base" hangingPunct="1">
        <a:lnSpc>
          <a:spcPct val="88000"/>
        </a:lnSpc>
        <a:spcBef>
          <a:spcPct val="0"/>
        </a:spcBef>
        <a:spcAft>
          <a:spcPct val="0"/>
        </a:spcAft>
        <a:defRPr>
          <a:solidFill>
            <a:srgbClr val="002C77"/>
          </a:solidFill>
          <a:latin typeface="Arial" charset="0"/>
          <a:cs typeface="Arial" charset="0"/>
        </a:defRPr>
      </a:lvl6pPr>
      <a:lvl7pPr marL="914400" algn="l" rtl="0" eaLnBrk="1" fontAlgn="base" hangingPunct="1">
        <a:lnSpc>
          <a:spcPct val="88000"/>
        </a:lnSpc>
        <a:spcBef>
          <a:spcPct val="0"/>
        </a:spcBef>
        <a:spcAft>
          <a:spcPct val="0"/>
        </a:spcAft>
        <a:defRPr>
          <a:solidFill>
            <a:srgbClr val="002C77"/>
          </a:solidFill>
          <a:latin typeface="Arial" charset="0"/>
          <a:cs typeface="Arial" charset="0"/>
        </a:defRPr>
      </a:lvl7pPr>
      <a:lvl8pPr marL="1371600" algn="l" rtl="0" eaLnBrk="1" fontAlgn="base" hangingPunct="1">
        <a:lnSpc>
          <a:spcPct val="88000"/>
        </a:lnSpc>
        <a:spcBef>
          <a:spcPct val="0"/>
        </a:spcBef>
        <a:spcAft>
          <a:spcPct val="0"/>
        </a:spcAft>
        <a:defRPr>
          <a:solidFill>
            <a:srgbClr val="002C77"/>
          </a:solidFill>
          <a:latin typeface="Arial" charset="0"/>
          <a:cs typeface="Arial" charset="0"/>
        </a:defRPr>
      </a:lvl8pPr>
      <a:lvl9pPr marL="1828800" algn="l" rtl="0" eaLnBrk="1" fontAlgn="base" hangingPunct="1">
        <a:lnSpc>
          <a:spcPct val="88000"/>
        </a:lnSpc>
        <a:spcBef>
          <a:spcPct val="0"/>
        </a:spcBef>
        <a:spcAft>
          <a:spcPct val="0"/>
        </a:spcAft>
        <a:defRPr>
          <a:solidFill>
            <a:srgbClr val="002C77"/>
          </a:solidFill>
          <a:latin typeface="Arial" charset="0"/>
          <a:cs typeface="Arial" charset="0"/>
        </a:defRPr>
      </a:lvl9pPr>
    </p:titleStyle>
    <p:bodyStyle>
      <a:lvl1pPr marL="180000" indent="-180000" algn="l" rtl="0" eaLnBrk="1" fontAlgn="base" hangingPunct="1">
        <a:spcBef>
          <a:spcPts val="700"/>
        </a:spcBef>
        <a:spcAft>
          <a:spcPts val="0"/>
        </a:spcAft>
        <a:buChar char="•"/>
        <a:defRPr sz="1400">
          <a:solidFill>
            <a:schemeClr val="tx1"/>
          </a:solidFill>
          <a:latin typeface="+mn-lt"/>
          <a:ea typeface="+mn-ea"/>
          <a:cs typeface="+mn-cs"/>
          <a:sym typeface="+mn-lt"/>
        </a:defRPr>
      </a:lvl1pPr>
      <a:lvl2pPr marL="360000" indent="-180000" algn="l" rtl="0" eaLnBrk="1" fontAlgn="base" hangingPunct="1">
        <a:spcBef>
          <a:spcPts val="300"/>
        </a:spcBef>
        <a:spcAft>
          <a:spcPts val="0"/>
        </a:spcAft>
        <a:buFont typeface="Arial" charset="0"/>
        <a:buChar char="–"/>
        <a:defRPr sz="1400" baseline="0">
          <a:solidFill>
            <a:schemeClr val="tx1"/>
          </a:solidFill>
          <a:latin typeface="+mn-lt"/>
          <a:ea typeface="+mn-ea"/>
          <a:cs typeface="+mn-cs"/>
          <a:sym typeface="+mn-lt"/>
        </a:defRPr>
      </a:lvl2pPr>
      <a:lvl3pPr marL="540000" indent="-179388" algn="l" rtl="0" eaLnBrk="1" fontAlgn="base" hangingPunct="1">
        <a:spcBef>
          <a:spcPts val="300"/>
        </a:spcBef>
        <a:spcAft>
          <a:spcPts val="0"/>
        </a:spcAft>
        <a:buFont typeface="Arial" charset="0"/>
        <a:buChar char="-"/>
        <a:defRPr sz="1400">
          <a:solidFill>
            <a:schemeClr val="tx1"/>
          </a:solidFill>
          <a:latin typeface="+mn-lt"/>
          <a:ea typeface="+mn-ea"/>
          <a:cs typeface="+mn-cs"/>
          <a:sym typeface="+mn-lt"/>
        </a:defRPr>
      </a:lvl3pPr>
      <a:lvl4pPr marL="720000" indent="-179388" algn="l" rtl="0" eaLnBrk="1" fontAlgn="base" hangingPunct="1">
        <a:spcBef>
          <a:spcPts val="300"/>
        </a:spcBef>
        <a:spcAft>
          <a:spcPts val="0"/>
        </a:spcAft>
        <a:buFont typeface="Arial" charset="0"/>
        <a:buChar char="-"/>
        <a:defRPr sz="1400">
          <a:solidFill>
            <a:schemeClr val="tx1"/>
          </a:solidFill>
          <a:latin typeface="+mn-lt"/>
          <a:ea typeface="+mn-ea"/>
          <a:cs typeface="+mn-cs"/>
          <a:sym typeface="+mn-lt"/>
        </a:defRPr>
      </a:lvl4pPr>
      <a:lvl5pPr marL="900000" indent="-180000" algn="l" rtl="0" eaLnBrk="1" fontAlgn="base" hangingPunct="1">
        <a:spcBef>
          <a:spcPts val="300"/>
        </a:spcBef>
        <a:spcAft>
          <a:spcPts val="0"/>
        </a:spcAft>
        <a:buFont typeface="Arial" panose="020B0604020202020204" pitchFamily="34" charset="0"/>
        <a:buChar char="-"/>
        <a:defRPr sz="1400">
          <a:solidFill>
            <a:schemeClr val="tx1"/>
          </a:solidFill>
          <a:latin typeface="+mn-lt"/>
          <a:ea typeface="+mn-ea"/>
          <a:cs typeface="+mn-cs"/>
          <a:sym typeface="+mn-lt"/>
        </a:defRPr>
      </a:lvl5pPr>
      <a:lvl6pPr marL="1080000" indent="-180000" algn="l" rtl="0" eaLnBrk="1" fontAlgn="base" hangingPunct="1">
        <a:spcBef>
          <a:spcPts val="300"/>
        </a:spcBef>
        <a:spcAft>
          <a:spcPts val="0"/>
        </a:spcAft>
        <a:buFont typeface="Arial" charset="0"/>
        <a:buChar char="-"/>
        <a:defRPr sz="1400" baseline="0">
          <a:solidFill>
            <a:schemeClr val="tx1"/>
          </a:solidFill>
          <a:latin typeface="+mn-lt"/>
          <a:cs typeface="+mn-cs"/>
        </a:defRPr>
      </a:lvl6pPr>
      <a:lvl7pPr marL="1260000" indent="-180000" algn="l" rtl="0" eaLnBrk="1" fontAlgn="base" hangingPunct="1">
        <a:spcBef>
          <a:spcPts val="300"/>
        </a:spcBef>
        <a:spcAft>
          <a:spcPts val="0"/>
        </a:spcAft>
        <a:buFont typeface="Arial" charset="0"/>
        <a:buChar char="-"/>
        <a:defRPr sz="1400">
          <a:solidFill>
            <a:schemeClr val="tx1"/>
          </a:solidFill>
          <a:latin typeface="+mn-lt"/>
          <a:cs typeface="+mn-cs"/>
        </a:defRPr>
      </a:lvl7pPr>
      <a:lvl8pPr marL="1440000" indent="-180000" algn="l" rtl="0" eaLnBrk="1" fontAlgn="base" hangingPunct="1">
        <a:spcBef>
          <a:spcPts val="300"/>
        </a:spcBef>
        <a:spcAft>
          <a:spcPts val="0"/>
        </a:spcAft>
        <a:buFont typeface="Arial" charset="0"/>
        <a:buChar char="-"/>
        <a:defRPr sz="1400">
          <a:solidFill>
            <a:schemeClr val="tx1"/>
          </a:solidFill>
          <a:latin typeface="+mn-lt"/>
          <a:cs typeface="+mn-cs"/>
        </a:defRPr>
      </a:lvl8pPr>
      <a:lvl9pPr marL="1620000" indent="-180000" algn="l" rtl="0" eaLnBrk="1" fontAlgn="base" hangingPunct="1">
        <a:spcBef>
          <a:spcPts val="300"/>
        </a:spcBef>
        <a:spcAft>
          <a:spcPts val="0"/>
        </a:spcAft>
        <a:buFont typeface="Arial" charset="0"/>
        <a:buChar char="-"/>
        <a:defRPr sz="1400" baseline="0">
          <a:solidFill>
            <a:schemeClr val="tx1"/>
          </a:solidFill>
          <a:latin typeface="+mn-lt"/>
          <a:cs typeface="+mn-cs"/>
        </a:defRPr>
      </a:lvl9pPr>
    </p:bodyStyle>
    <p:other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79" userDrawn="1">
          <p15:clr>
            <a:srgbClr val="F26B43"/>
          </p15:clr>
        </p15:guide>
        <p15:guide id="2" pos="3024" userDrawn="1">
          <p15:clr>
            <a:srgbClr val="F26B43"/>
          </p15:clr>
        </p15:guide>
        <p15:guide id="3" orient="horz" pos="3990" userDrawn="1">
          <p15:clr>
            <a:srgbClr val="F26B43"/>
          </p15:clr>
        </p15:guide>
        <p15:guide id="4" pos="287" userDrawn="1">
          <p15:clr>
            <a:srgbClr val="F26B43"/>
          </p15:clr>
        </p15:guide>
        <p15:guide id="5" pos="5762" userDrawn="1">
          <p15:clr>
            <a:srgbClr val="F26B43"/>
          </p15:clr>
        </p15:guide>
        <p15:guide id="6" orient="horz" pos="240" userDrawn="1">
          <p15:clr>
            <a:srgbClr val="F26B43"/>
          </p15:clr>
        </p15:guide>
        <p15:guide id="7" pos="3171" userDrawn="1">
          <p15:clr>
            <a:srgbClr val="F26B43"/>
          </p15:clr>
        </p15:guide>
        <p15:guide id="8" pos="287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10.png"/><Relationship Id="rId5" Type="http://schemas.microsoft.com/office/2007/relationships/hdphoto" Target="../media/hdphoto1.wdp"/><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0.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576072" y="2048256"/>
            <a:ext cx="7863840" cy="274320"/>
          </a:xfrm>
        </p:spPr>
        <p:txBody>
          <a:bodyPr/>
          <a:lstStyle/>
          <a:p>
            <a:r>
              <a:rPr sz="1200">
                <a:solidFill>
                  <a:srgbClr val="444A44"/>
                </a:solidFill>
              </a:rPr>
              <a:t>Phương pháp luận và kết quả mô hình  |  Báo cáo xin ý kiến Ban chuyên gia</a:t>
            </a:r>
          </a:p>
        </p:txBody>
      </p:sp>
      <p:sp>
        <p:nvSpPr>
          <p:cNvPr id="3" name="Text Placeholder 2"/>
          <p:cNvSpPr>
            <a:spLocks noGrp="1"/>
          </p:cNvSpPr>
          <p:nvPr>
            <p:ph type="body" sz="quarter" idx="10"/>
          </p:nvPr>
        </p:nvSpPr>
        <p:spPr>
          <a:xfrm>
            <a:off x="576072" y="1005840"/>
            <a:ext cx="8567928" cy="878061"/>
          </a:xfrm>
        </p:spPr>
        <p:txBody>
          <a:bodyPr wrap="square"/>
          <a:lstStyle/>
          <a:p>
            <a:r>
              <a:rPr sz="1800" b="1">
                <a:solidFill>
                  <a:srgbClr val="004C1E"/>
                </a:solidFill>
              </a:rPr>
              <a:t>MÔ HÌNH ĐỊNH GIÁ QUYỀN CHỌN ĐÍNH KÈM</a:t>
            </a:r>
          </a:p>
          <a:p>
            <a:pPr algn="l">
              <a:lnSpc>
                <a:spcPct val="120000"/>
              </a:lnSpc>
              <a:spcBef>
                <a:spcPts val="0"/>
              </a:spcBef>
              <a:spcAft>
                <a:spcPts val="0"/>
              </a:spcAft>
            </a:pPr>
            <a:r>
              <a:rPr sz="1800" b="1" i="0">
                <a:solidFill>
                  <a:srgbClr val="004C1E"/>
                </a:solidFill>
                <a:latin typeface="Arial"/>
              </a:rPr>
              <a:t>TRONG CHỨNG KHOÁN ĐẦU TƯ VÀ GIẤY TỜ CÓ GIÁ VCB PHÁT HÀNH TRÊN SỔ NGÂN HÀNG</a:t>
            </a:r>
          </a:p>
        </p:txBody>
      </p:sp>
      <p:sp>
        <p:nvSpPr>
          <p:cNvPr id="4" name="TextBox 3"/>
          <p:cNvSpPr txBox="1"/>
          <p:nvPr/>
        </p:nvSpPr>
        <p:spPr>
          <a:xfrm>
            <a:off x="576072" y="2331720"/>
            <a:ext cx="5486400" cy="170047"/>
          </a:xfrm>
          <a:prstGeom prst="rect">
            <a:avLst/>
          </a:prstGeom>
          <a:noFill/>
        </p:spPr>
        <p:txBody>
          <a:bodyPr wrap="square" lIns="0" tIns="0" rIns="0" bIns="0" anchor="t">
            <a:spAutoFit/>
          </a:bodyPr>
          <a:lstStyle/>
          <a:p>
            <a:pPr algn="l">
              <a:lnSpc>
                <a:spcPct val="115000"/>
              </a:lnSpc>
              <a:spcBef>
                <a:spcPts val="0"/>
              </a:spcBef>
              <a:spcAft>
                <a:spcPts val="400"/>
              </a:spcAft>
            </a:pPr>
            <a:r>
              <a:rPr sz="1050" b="0" i="0">
                <a:solidFill>
                  <a:srgbClr val="767C76"/>
                </a:solidFill>
                <a:latin typeface="Arial"/>
              </a:rPr>
              <a:t>Phòng </a:t>
            </a:r>
            <a:r>
              <a:rPr lang="en-US" sz="1050" b="0" i="0">
                <a:solidFill>
                  <a:srgbClr val="767C76"/>
                </a:solidFill>
                <a:latin typeface="Arial"/>
              </a:rPr>
              <a:t>Mô hình và công cụ quản trị rủi ro</a:t>
            </a:r>
            <a:r>
              <a:rPr sz="1050" b="0" i="0">
                <a:solidFill>
                  <a:srgbClr val="767C76"/>
                </a:solidFill>
                <a:latin typeface="Arial"/>
              </a:rPr>
              <a:t>  –  Tháng </a:t>
            </a:r>
            <a:r>
              <a:rPr lang="en-US" sz="1050" b="0" i="0">
                <a:solidFill>
                  <a:srgbClr val="767C76"/>
                </a:solidFill>
                <a:latin typeface="Arial"/>
              </a:rPr>
              <a:t>9</a:t>
            </a:r>
            <a:r>
              <a:rPr sz="1050" b="0" i="0">
                <a:solidFill>
                  <a:srgbClr val="767C76"/>
                </a:solidFill>
                <a:latin typeface="Arial"/>
              </a:rPr>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200" b="1">
                <a:solidFill>
                  <a:srgbClr val="004C1E"/>
                </a:solidFill>
              </a:rPr>
              <a:t>Nội dung chính</a:t>
            </a:r>
          </a:p>
        </p:txBody>
      </p:sp>
      <p:sp>
        <p:nvSpPr>
          <p:cNvPr id="3" name="Rounded Rectangle 2"/>
          <p:cNvSpPr/>
          <p:nvPr/>
        </p:nvSpPr>
        <p:spPr>
          <a:xfrm>
            <a:off x="457200" y="2340429"/>
            <a:ext cx="8686800" cy="960120"/>
          </a:xfrm>
          <a:prstGeom prst="roundRect">
            <a:avLst>
              <a:gd name="adj" fmla="val 4000"/>
            </a:avLst>
          </a:prstGeom>
          <a:solidFill>
            <a:srgbClr val="EFF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777240" y="2596461"/>
            <a:ext cx="457200" cy="457200"/>
          </a:xfrm>
          <a:prstGeom prst="ellipse">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Arial"/>
              </a:rPr>
              <a:t>1</a:t>
            </a:r>
          </a:p>
        </p:txBody>
      </p:sp>
      <p:sp>
        <p:nvSpPr>
          <p:cNvPr id="5" name="TextBox 4"/>
          <p:cNvSpPr txBox="1"/>
          <p:nvPr/>
        </p:nvSpPr>
        <p:spPr>
          <a:xfrm>
            <a:off x="1463040" y="2523309"/>
            <a:ext cx="7406640" cy="640080"/>
          </a:xfrm>
          <a:prstGeom prst="rect">
            <a:avLst/>
          </a:prstGeom>
          <a:noFill/>
        </p:spPr>
        <p:txBody>
          <a:bodyPr wrap="square" lIns="0" tIns="0" rIns="0" bIns="0" anchor="t">
            <a:spAutoFit/>
          </a:bodyPr>
          <a:lstStyle/>
          <a:p>
            <a:pPr algn="l">
              <a:lnSpc>
                <a:spcPct val="115000"/>
              </a:lnSpc>
              <a:spcBef>
                <a:spcPts val="0"/>
              </a:spcBef>
              <a:spcAft>
                <a:spcPts val="300"/>
              </a:spcAft>
            </a:pPr>
            <a:r>
              <a:rPr sz="1500" b="1" i="0">
                <a:solidFill>
                  <a:srgbClr val="004C1E"/>
                </a:solidFill>
                <a:latin typeface="Arial"/>
              </a:rPr>
              <a:t>Thông tin chung về mô hình</a:t>
            </a:r>
          </a:p>
          <a:p>
            <a:pPr algn="l">
              <a:lnSpc>
                <a:spcPct val="115000"/>
              </a:lnSpc>
              <a:spcBef>
                <a:spcPts val="0"/>
              </a:spcBef>
              <a:spcAft>
                <a:spcPts val="400"/>
              </a:spcAft>
            </a:pPr>
            <a:r>
              <a:rPr sz="1100" b="0" i="0">
                <a:solidFill>
                  <a:srgbClr val="767C76"/>
                </a:solidFill>
                <a:latin typeface="Arial"/>
              </a:rPr>
              <a:t>Bối cảnh pháp lý, mục tiêu và phạm vi đo lường</a:t>
            </a:r>
          </a:p>
        </p:txBody>
      </p:sp>
      <p:sp>
        <p:nvSpPr>
          <p:cNvPr id="6" name="Rounded Rectangle 5"/>
          <p:cNvSpPr/>
          <p:nvPr/>
        </p:nvSpPr>
        <p:spPr>
          <a:xfrm>
            <a:off x="457200" y="3437709"/>
            <a:ext cx="8686800" cy="960120"/>
          </a:xfrm>
          <a:prstGeom prst="roundRect">
            <a:avLst>
              <a:gd name="adj" fmla="val 4000"/>
            </a:avLst>
          </a:prstGeom>
          <a:solidFill>
            <a:srgbClr val="F4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777240" y="3693741"/>
            <a:ext cx="457200" cy="457200"/>
          </a:xfrm>
          <a:prstGeom prst="ellipse">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Arial"/>
              </a:rPr>
              <a:t>2</a:t>
            </a:r>
          </a:p>
        </p:txBody>
      </p:sp>
      <p:sp>
        <p:nvSpPr>
          <p:cNvPr id="8" name="TextBox 7"/>
          <p:cNvSpPr txBox="1"/>
          <p:nvPr/>
        </p:nvSpPr>
        <p:spPr>
          <a:xfrm>
            <a:off x="1463040" y="3620589"/>
            <a:ext cx="7406640" cy="640080"/>
          </a:xfrm>
          <a:prstGeom prst="rect">
            <a:avLst/>
          </a:prstGeom>
          <a:noFill/>
        </p:spPr>
        <p:txBody>
          <a:bodyPr wrap="square" lIns="0" tIns="0" rIns="0" bIns="0" anchor="t">
            <a:spAutoFit/>
          </a:bodyPr>
          <a:lstStyle/>
          <a:p>
            <a:pPr algn="l">
              <a:lnSpc>
                <a:spcPct val="115000"/>
              </a:lnSpc>
              <a:spcBef>
                <a:spcPts val="0"/>
              </a:spcBef>
              <a:spcAft>
                <a:spcPts val="300"/>
              </a:spcAft>
            </a:pPr>
            <a:r>
              <a:rPr sz="1500" b="1" i="0">
                <a:solidFill>
                  <a:srgbClr val="004C1E"/>
                </a:solidFill>
                <a:latin typeface="Arial"/>
              </a:rPr>
              <a:t>Phương pháp luận mô hình</a:t>
            </a:r>
          </a:p>
          <a:p>
            <a:pPr algn="l">
              <a:lnSpc>
                <a:spcPct val="115000"/>
              </a:lnSpc>
              <a:spcBef>
                <a:spcPts val="0"/>
              </a:spcBef>
              <a:spcAft>
                <a:spcPts val="400"/>
              </a:spcAft>
            </a:pPr>
            <a:r>
              <a:rPr sz="1100" b="0" i="0">
                <a:solidFill>
                  <a:srgbClr val="767C76"/>
                </a:solidFill>
                <a:latin typeface="Arial"/>
              </a:rPr>
              <a:t>Cơ sở lý thuyết, lựa chọn phương pháp và 5 bước định giá</a:t>
            </a:r>
          </a:p>
        </p:txBody>
      </p:sp>
      <p:sp>
        <p:nvSpPr>
          <p:cNvPr id="9" name="Rounded Rectangle 8"/>
          <p:cNvSpPr/>
          <p:nvPr/>
        </p:nvSpPr>
        <p:spPr>
          <a:xfrm>
            <a:off x="457200" y="4534989"/>
            <a:ext cx="8686800" cy="960120"/>
          </a:xfrm>
          <a:prstGeom prst="roundRect">
            <a:avLst>
              <a:gd name="adj" fmla="val 4000"/>
            </a:avLst>
          </a:prstGeom>
          <a:solidFill>
            <a:srgbClr val="EFF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777240" y="4791021"/>
            <a:ext cx="457200" cy="457200"/>
          </a:xfrm>
          <a:prstGeom prst="ellipse">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Arial"/>
              </a:rPr>
              <a:t>3</a:t>
            </a:r>
          </a:p>
        </p:txBody>
      </p:sp>
      <p:sp>
        <p:nvSpPr>
          <p:cNvPr id="11" name="TextBox 10"/>
          <p:cNvSpPr txBox="1"/>
          <p:nvPr/>
        </p:nvSpPr>
        <p:spPr>
          <a:xfrm>
            <a:off x="1463040" y="4717869"/>
            <a:ext cx="7406640" cy="640080"/>
          </a:xfrm>
          <a:prstGeom prst="rect">
            <a:avLst/>
          </a:prstGeom>
          <a:noFill/>
        </p:spPr>
        <p:txBody>
          <a:bodyPr wrap="square" lIns="0" tIns="0" rIns="0" bIns="0" anchor="t">
            <a:spAutoFit/>
          </a:bodyPr>
          <a:lstStyle/>
          <a:p>
            <a:pPr algn="l">
              <a:lnSpc>
                <a:spcPct val="115000"/>
              </a:lnSpc>
              <a:spcBef>
                <a:spcPts val="0"/>
              </a:spcBef>
              <a:spcAft>
                <a:spcPts val="300"/>
              </a:spcAft>
            </a:pPr>
            <a:r>
              <a:rPr sz="1500" b="1" i="0">
                <a:solidFill>
                  <a:srgbClr val="004C1E"/>
                </a:solidFill>
                <a:latin typeface="Arial"/>
              </a:rPr>
              <a:t>Dữ liệu và kết quả mô hình</a:t>
            </a:r>
          </a:p>
          <a:p>
            <a:pPr algn="l">
              <a:lnSpc>
                <a:spcPct val="115000"/>
              </a:lnSpc>
              <a:spcBef>
                <a:spcPts val="0"/>
              </a:spcBef>
              <a:spcAft>
                <a:spcPts val="400"/>
              </a:spcAft>
            </a:pPr>
            <a:r>
              <a:rPr sz="1100" b="0" i="0">
                <a:solidFill>
                  <a:srgbClr val="767C76"/>
                </a:solidFill>
                <a:latin typeface="Arial"/>
              </a:rPr>
              <a:t>Danh mục tại 31/03/2026, độ lớn giá trị quyền chọn và KAO theo kịch bản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sz="2200" b="1">
                <a:solidFill>
                  <a:srgbClr val="004C1E"/>
                </a:solidFill>
              </a:rPr>
              <a:t>Thông tin chung về mô hình</a:t>
            </a:r>
          </a:p>
        </p:txBody>
      </p:sp>
      <p:sp>
        <p:nvSpPr>
          <p:cNvPr id="3" name="Text Placeholder 2"/>
          <p:cNvSpPr>
            <a:spLocks noGrp="1"/>
          </p:cNvSpPr>
          <p:nvPr>
            <p:ph type="body" sz="quarter" idx="12"/>
          </p:nvPr>
        </p:nvSpPr>
        <p:spPr/>
        <p:txBody>
          <a:bodyPr/>
          <a:lstStyle/>
          <a:p>
            <a:r>
              <a:rPr sz="1800" b="0">
                <a:solidFill>
                  <a:srgbClr val="767C76"/>
                </a:solidFill>
              </a:rPr>
              <a:t>Phần 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200" b="1">
                <a:solidFill>
                  <a:srgbClr val="004C1E"/>
                </a:solidFill>
              </a:rPr>
              <a:t>Bối cảnh và mục tiêu xây dựng mô hình</a:t>
            </a:r>
          </a:p>
        </p:txBody>
      </p:sp>
      <p:sp>
        <p:nvSpPr>
          <p:cNvPr id="3" name="TextBox 2"/>
          <p:cNvSpPr txBox="1"/>
          <p:nvPr/>
        </p:nvSpPr>
        <p:spPr>
          <a:xfrm>
            <a:off x="457200" y="1060704"/>
            <a:ext cx="8686800" cy="274320"/>
          </a:xfrm>
          <a:prstGeom prst="rect">
            <a:avLst/>
          </a:prstGeom>
          <a:noFill/>
        </p:spPr>
        <p:txBody>
          <a:bodyPr wrap="square" lIns="0" tIns="0" rIns="0" bIns="0" anchor="t">
            <a:spAutoFit/>
          </a:bodyPr>
          <a:lstStyle/>
          <a:p>
            <a:pPr algn="l">
              <a:lnSpc>
                <a:spcPct val="115000"/>
              </a:lnSpc>
              <a:spcBef>
                <a:spcPts val="0"/>
              </a:spcBef>
              <a:spcAft>
                <a:spcPts val="0"/>
              </a:spcAft>
            </a:pPr>
            <a:r>
              <a:rPr sz="1150" b="0" i="1">
                <a:solidFill>
                  <a:srgbClr val="767C76"/>
                </a:solidFill>
                <a:latin typeface="Arial"/>
              </a:rPr>
              <a:t>Thông tư 83/2025/TT-NHNN bổ sung yêu cầu đo lường rủi ro quyền chọn tự động trong tính ΔEVE</a:t>
            </a:r>
          </a:p>
        </p:txBody>
      </p:sp>
      <p:sp>
        <p:nvSpPr>
          <p:cNvPr id="4" name="Rounded Rectangle 3"/>
          <p:cNvSpPr/>
          <p:nvPr/>
        </p:nvSpPr>
        <p:spPr>
          <a:xfrm>
            <a:off x="457200" y="1481328"/>
            <a:ext cx="2770632" cy="2880360"/>
          </a:xfrm>
          <a:prstGeom prst="roundRect">
            <a:avLst>
              <a:gd name="adj" fmla="val 4000"/>
            </a:avLst>
          </a:prstGeom>
          <a:solidFill>
            <a:srgbClr val="F4F6F2"/>
          </a:solidFill>
          <a:ln w="9525">
            <a:solidFill>
              <a:srgbClr val="D6DC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658368" y="1691640"/>
            <a:ext cx="182880" cy="182880"/>
          </a:xfrm>
          <a:prstGeom prst="ellipse">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2688" y="1673352"/>
            <a:ext cx="2194560" cy="274320"/>
          </a:xfrm>
          <a:prstGeom prst="rect">
            <a:avLst/>
          </a:prstGeom>
          <a:noFill/>
        </p:spPr>
        <p:txBody>
          <a:bodyPr wrap="square" lIns="0" tIns="0" rIns="0" bIns="0" anchor="t">
            <a:spAutoFit/>
          </a:bodyPr>
          <a:lstStyle/>
          <a:p>
            <a:pPr algn="l">
              <a:lnSpc>
                <a:spcPct val="115000"/>
              </a:lnSpc>
              <a:spcBef>
                <a:spcPts val="0"/>
              </a:spcBef>
              <a:spcAft>
                <a:spcPts val="0"/>
              </a:spcAft>
            </a:pPr>
            <a:r>
              <a:rPr sz="1250" b="1" i="0">
                <a:solidFill>
                  <a:srgbClr val="004C1E"/>
                </a:solidFill>
                <a:latin typeface="Arial"/>
              </a:rPr>
              <a:t>Yêu cầu pháp lý</a:t>
            </a:r>
          </a:p>
        </p:txBody>
      </p:sp>
      <p:sp>
        <p:nvSpPr>
          <p:cNvPr id="7" name="TextBox 6"/>
          <p:cNvSpPr txBox="1"/>
          <p:nvPr/>
        </p:nvSpPr>
        <p:spPr>
          <a:xfrm>
            <a:off x="658368" y="2084831"/>
            <a:ext cx="2395728" cy="1522789"/>
          </a:xfrm>
          <a:prstGeom prst="rect">
            <a:avLst/>
          </a:prstGeom>
          <a:noFill/>
        </p:spPr>
        <p:txBody>
          <a:bodyPr wrap="square" lIns="0" tIns="0" rIns="0" bIns="0" anchor="t">
            <a:spAutoFit/>
          </a:bodyPr>
          <a:lstStyle/>
          <a:p>
            <a:pPr algn="l">
              <a:lnSpc>
                <a:spcPct val="112000"/>
              </a:lnSpc>
              <a:spcBef>
                <a:spcPts val="0"/>
              </a:spcBef>
              <a:spcAft>
                <a:spcPts val="700"/>
              </a:spcAft>
            </a:pPr>
            <a:r>
              <a:rPr sz="1050" b="0">
                <a:solidFill>
                  <a:srgbClr val="5A8E3F"/>
                </a:solidFill>
                <a:latin typeface="Arial"/>
              </a:rPr>
              <a:t>–  </a:t>
            </a:r>
            <a:r>
              <a:rPr sz="1050" b="0">
                <a:solidFill>
                  <a:srgbClr val="333733"/>
                </a:solidFill>
                <a:latin typeface="Arial"/>
              </a:rPr>
              <a:t>Mục IV phần A, phụ lục V – TT83: </a:t>
            </a:r>
            <a:r>
              <a:rPr sz="1050" b="0" i="1">
                <a:solidFill>
                  <a:srgbClr val="333733"/>
                </a:solidFill>
                <a:latin typeface="Arial"/>
              </a:rPr>
              <a:t>“Ngân hàng tự đo lường rủi ro quyền chọn tự động đối với các quyền chọn lãi suất tự động (nếu có) theo kịch bản cú sốc lãi suất i đối với từng đồng tiền c (KAO i,c) để tính ΔEVE”.</a:t>
            </a:r>
          </a:p>
          <a:p>
            <a:pPr algn="l">
              <a:lnSpc>
                <a:spcPct val="112000"/>
              </a:lnSpc>
              <a:spcBef>
                <a:spcPts val="0"/>
              </a:spcBef>
              <a:spcAft>
                <a:spcPts val="700"/>
              </a:spcAft>
            </a:pPr>
            <a:r>
              <a:rPr sz="1050" b="0">
                <a:solidFill>
                  <a:srgbClr val="5A8E3F"/>
                </a:solidFill>
                <a:latin typeface="Arial"/>
              </a:rPr>
              <a:t>–  </a:t>
            </a:r>
            <a:r>
              <a:rPr sz="1050" b="0">
                <a:solidFill>
                  <a:srgbClr val="333733"/>
                </a:solidFill>
                <a:latin typeface="Arial"/>
              </a:rPr>
              <a:t>Yêu cầu mới so với Thông tư 13/2018/TT-NHNN.</a:t>
            </a:r>
          </a:p>
        </p:txBody>
      </p:sp>
      <p:sp>
        <p:nvSpPr>
          <p:cNvPr id="8" name="Rounded Rectangle 7"/>
          <p:cNvSpPr/>
          <p:nvPr/>
        </p:nvSpPr>
        <p:spPr>
          <a:xfrm>
            <a:off x="3410712" y="1481328"/>
            <a:ext cx="2770632" cy="2880360"/>
          </a:xfrm>
          <a:prstGeom prst="roundRect">
            <a:avLst>
              <a:gd name="adj" fmla="val 4000"/>
            </a:avLst>
          </a:prstGeom>
          <a:solidFill>
            <a:srgbClr val="F4F6F2"/>
          </a:solidFill>
          <a:ln w="9525">
            <a:solidFill>
              <a:srgbClr val="D6DC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3611880" y="1691640"/>
            <a:ext cx="182880" cy="182880"/>
          </a:xfrm>
          <a:prstGeom prst="ellipse">
            <a:avLst/>
          </a:prstGeom>
          <a:solidFill>
            <a:srgbClr val="5A8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886200" y="1673352"/>
            <a:ext cx="2194560" cy="274320"/>
          </a:xfrm>
          <a:prstGeom prst="rect">
            <a:avLst/>
          </a:prstGeom>
          <a:noFill/>
        </p:spPr>
        <p:txBody>
          <a:bodyPr wrap="square" lIns="0" tIns="0" rIns="0" bIns="0" anchor="t">
            <a:spAutoFit/>
          </a:bodyPr>
          <a:lstStyle/>
          <a:p>
            <a:pPr algn="l">
              <a:lnSpc>
                <a:spcPct val="115000"/>
              </a:lnSpc>
              <a:spcBef>
                <a:spcPts val="0"/>
              </a:spcBef>
              <a:spcAft>
                <a:spcPts val="0"/>
              </a:spcAft>
            </a:pPr>
            <a:r>
              <a:rPr sz="1250" b="1" i="0">
                <a:solidFill>
                  <a:srgbClr val="004C1E"/>
                </a:solidFill>
                <a:latin typeface="Arial"/>
              </a:rPr>
              <a:t>Thực trạng danh mục VCB</a:t>
            </a:r>
          </a:p>
        </p:txBody>
      </p:sp>
      <p:sp>
        <p:nvSpPr>
          <p:cNvPr id="11" name="TextBox 10"/>
          <p:cNvSpPr txBox="1"/>
          <p:nvPr/>
        </p:nvSpPr>
        <p:spPr>
          <a:xfrm>
            <a:off x="3611880" y="2084831"/>
            <a:ext cx="2395728" cy="528286"/>
          </a:xfrm>
          <a:prstGeom prst="rect">
            <a:avLst/>
          </a:prstGeom>
          <a:noFill/>
        </p:spPr>
        <p:txBody>
          <a:bodyPr wrap="square" lIns="0" tIns="0" rIns="0" bIns="0" anchor="t">
            <a:spAutoFit/>
          </a:bodyPr>
          <a:lstStyle/>
          <a:p>
            <a:pPr algn="l">
              <a:lnSpc>
                <a:spcPct val="112000"/>
              </a:lnSpc>
              <a:spcBef>
                <a:spcPts val="0"/>
              </a:spcBef>
              <a:spcAft>
                <a:spcPts val="700"/>
              </a:spcAft>
            </a:pPr>
            <a:r>
              <a:rPr sz="1050" b="0">
                <a:solidFill>
                  <a:srgbClr val="333733"/>
                </a:solidFill>
                <a:latin typeface="Arial"/>
              </a:rPr>
              <a:t>VCB phát hành GTCG có quyền chọn</a:t>
            </a:r>
            <a:r>
              <a:rPr lang="en-US" sz="1050" b="0">
                <a:solidFill>
                  <a:srgbClr val="333733"/>
                </a:solidFill>
                <a:latin typeface="Arial"/>
              </a:rPr>
              <a:t> và</a:t>
            </a:r>
            <a:r>
              <a:rPr sz="1050" b="0">
                <a:solidFill>
                  <a:srgbClr val="333733"/>
                </a:solidFill>
                <a:latin typeface="Arial"/>
              </a:rPr>
              <a:t> </a:t>
            </a:r>
            <a:r>
              <a:rPr lang="vi-VN" sz="1050">
                <a:solidFill>
                  <a:srgbClr val="333733"/>
                </a:solidFill>
                <a:latin typeface="Arial"/>
              </a:rPr>
              <a:t>đầu tư trái phiếu TCTD có quyền chọn </a:t>
            </a:r>
            <a:r>
              <a:rPr sz="1050" b="0">
                <a:solidFill>
                  <a:srgbClr val="333733"/>
                </a:solidFill>
                <a:latin typeface="Arial"/>
              </a:rPr>
              <a:t>trên Sổ Ngân hàng.</a:t>
            </a:r>
          </a:p>
        </p:txBody>
      </p:sp>
      <p:sp>
        <p:nvSpPr>
          <p:cNvPr id="12" name="Rounded Rectangle 11"/>
          <p:cNvSpPr/>
          <p:nvPr/>
        </p:nvSpPr>
        <p:spPr>
          <a:xfrm>
            <a:off x="6364224" y="1481328"/>
            <a:ext cx="2770632" cy="2880360"/>
          </a:xfrm>
          <a:prstGeom prst="roundRect">
            <a:avLst>
              <a:gd name="adj" fmla="val 4000"/>
            </a:avLst>
          </a:prstGeom>
          <a:solidFill>
            <a:srgbClr val="F4F6F2"/>
          </a:solidFill>
          <a:ln w="9525">
            <a:solidFill>
              <a:srgbClr val="D6DC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6565392" y="1691640"/>
            <a:ext cx="182880" cy="182880"/>
          </a:xfrm>
          <a:prstGeom prst="ellipse">
            <a:avLst/>
          </a:prstGeom>
          <a:solidFill>
            <a:srgbClr val="9BB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39712" y="1673352"/>
            <a:ext cx="2194560" cy="274320"/>
          </a:xfrm>
          <a:prstGeom prst="rect">
            <a:avLst/>
          </a:prstGeom>
          <a:noFill/>
        </p:spPr>
        <p:txBody>
          <a:bodyPr wrap="square" lIns="0" tIns="0" rIns="0" bIns="0" anchor="t">
            <a:spAutoFit/>
          </a:bodyPr>
          <a:lstStyle/>
          <a:p>
            <a:pPr algn="l">
              <a:lnSpc>
                <a:spcPct val="115000"/>
              </a:lnSpc>
              <a:spcBef>
                <a:spcPts val="0"/>
              </a:spcBef>
              <a:spcAft>
                <a:spcPts val="0"/>
              </a:spcAft>
            </a:pPr>
            <a:r>
              <a:rPr sz="1250" b="1" i="0">
                <a:solidFill>
                  <a:srgbClr val="004C1E"/>
                </a:solidFill>
                <a:latin typeface="Arial"/>
              </a:rPr>
              <a:t>Mục tiêu mô hình</a:t>
            </a:r>
          </a:p>
        </p:txBody>
      </p:sp>
      <p:sp>
        <p:nvSpPr>
          <p:cNvPr id="15" name="TextBox 14"/>
          <p:cNvSpPr txBox="1"/>
          <p:nvPr/>
        </p:nvSpPr>
        <p:spPr>
          <a:xfrm>
            <a:off x="6565392" y="2084831"/>
            <a:ext cx="2395728" cy="1160895"/>
          </a:xfrm>
          <a:prstGeom prst="rect">
            <a:avLst/>
          </a:prstGeom>
          <a:noFill/>
        </p:spPr>
        <p:txBody>
          <a:bodyPr wrap="square" lIns="0" tIns="0" rIns="0" bIns="0" anchor="t">
            <a:spAutoFit/>
          </a:bodyPr>
          <a:lstStyle/>
          <a:p>
            <a:pPr algn="l">
              <a:lnSpc>
                <a:spcPct val="112000"/>
              </a:lnSpc>
              <a:spcBef>
                <a:spcPts val="0"/>
              </a:spcBef>
              <a:spcAft>
                <a:spcPts val="700"/>
              </a:spcAft>
            </a:pPr>
            <a:r>
              <a:rPr sz="1050" b="0">
                <a:solidFill>
                  <a:srgbClr val="5A8E3F"/>
                </a:solidFill>
                <a:latin typeface="Arial"/>
              </a:rPr>
              <a:t>–  </a:t>
            </a:r>
            <a:r>
              <a:rPr sz="1050" b="0">
                <a:solidFill>
                  <a:srgbClr val="333733"/>
                </a:solidFill>
                <a:latin typeface="Arial"/>
              </a:rPr>
              <a:t>Định giá quyền chọn call/put và</a:t>
            </a:r>
            <a:r>
              <a:rPr lang="en-US" sz="1050" b="0">
                <a:solidFill>
                  <a:srgbClr val="333733"/>
                </a:solidFill>
                <a:latin typeface="Arial"/>
              </a:rPr>
              <a:t> trần/</a:t>
            </a:r>
            <a:r>
              <a:rPr sz="1050" b="0">
                <a:solidFill>
                  <a:srgbClr val="333733"/>
                </a:solidFill>
                <a:latin typeface="Arial"/>
              </a:rPr>
              <a:t>sàn lãi suất </a:t>
            </a:r>
            <a:r>
              <a:rPr lang="en-US" sz="1050">
                <a:solidFill>
                  <a:srgbClr val="333733"/>
                </a:solidFill>
                <a:latin typeface="Arial"/>
              </a:rPr>
              <a:t>đính kèm</a:t>
            </a:r>
            <a:r>
              <a:rPr sz="1050" b="0">
                <a:solidFill>
                  <a:srgbClr val="333733"/>
                </a:solidFill>
                <a:latin typeface="Arial"/>
              </a:rPr>
              <a:t> trong trái phiếu.</a:t>
            </a:r>
          </a:p>
          <a:p>
            <a:pPr algn="l">
              <a:lnSpc>
                <a:spcPct val="112000"/>
              </a:lnSpc>
              <a:spcBef>
                <a:spcPts val="0"/>
              </a:spcBef>
              <a:spcAft>
                <a:spcPts val="700"/>
              </a:spcAft>
            </a:pPr>
            <a:r>
              <a:rPr sz="1050" b="0">
                <a:solidFill>
                  <a:srgbClr val="5A8E3F"/>
                </a:solidFill>
                <a:latin typeface="Arial"/>
              </a:rPr>
              <a:t>–  </a:t>
            </a:r>
            <a:r>
              <a:rPr sz="1050" b="0">
                <a:solidFill>
                  <a:srgbClr val="333733"/>
                </a:solidFill>
                <a:latin typeface="Arial"/>
              </a:rPr>
              <a:t>Đo</a:t>
            </a:r>
            <a:r>
              <a:rPr lang="en-US" sz="1050" b="0">
                <a:solidFill>
                  <a:srgbClr val="333733"/>
                </a:solidFill>
                <a:latin typeface="Arial"/>
              </a:rPr>
              <a:t> lường</a:t>
            </a:r>
            <a:r>
              <a:rPr sz="1050" b="0">
                <a:solidFill>
                  <a:srgbClr val="333733"/>
                </a:solidFill>
                <a:latin typeface="Arial"/>
              </a:rPr>
              <a:t> chênh lệch giá trị quyền chọn giữa kịch bản sốc và kịch bản cơ sở, làm đầu vào tính ΔEVE.</a:t>
            </a:r>
          </a:p>
        </p:txBody>
      </p:sp>
      <p:sp>
        <p:nvSpPr>
          <p:cNvPr id="16" name="Rounded Rectangle 15"/>
          <p:cNvSpPr/>
          <p:nvPr/>
        </p:nvSpPr>
        <p:spPr>
          <a:xfrm>
            <a:off x="457200" y="4572000"/>
            <a:ext cx="8686800" cy="1234440"/>
          </a:xfrm>
          <a:prstGeom prst="roundRect">
            <a:avLst>
              <a:gd name="adj" fmla="val 4000"/>
            </a:avLst>
          </a:prstGeom>
          <a:solidFill>
            <a:srgbClr val="EFF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31520" y="4736592"/>
            <a:ext cx="8138160" cy="669863"/>
          </a:xfrm>
          <a:prstGeom prst="rect">
            <a:avLst/>
          </a:prstGeom>
          <a:noFill/>
        </p:spPr>
        <p:txBody>
          <a:bodyPr wrap="square" lIns="0" tIns="0" rIns="0" bIns="0" anchor="t">
            <a:spAutoFit/>
          </a:bodyPr>
          <a:lstStyle/>
          <a:p>
            <a:pPr algn="l">
              <a:lnSpc>
                <a:spcPct val="125000"/>
              </a:lnSpc>
              <a:spcBef>
                <a:spcPts val="0"/>
              </a:spcBef>
              <a:spcAft>
                <a:spcPts val="400"/>
              </a:spcAft>
            </a:pPr>
            <a:r>
              <a:rPr sz="1200" b="1">
                <a:solidFill>
                  <a:srgbClr val="004C1E"/>
                </a:solidFill>
                <a:latin typeface="Arial"/>
              </a:rPr>
              <a:t>Kết quả mô hình </a:t>
            </a:r>
            <a:r>
              <a:rPr sz="1200" b="0">
                <a:solidFill>
                  <a:srgbClr val="333733"/>
                </a:solidFill>
                <a:latin typeface="Arial"/>
              </a:rPr>
              <a:t>là chênh lệch giá trị quyền chọn </a:t>
            </a:r>
            <a:r>
              <a:rPr lang="en-US" sz="1200" b="0">
                <a:solidFill>
                  <a:srgbClr val="333733"/>
                </a:solidFill>
                <a:latin typeface="Arial"/>
              </a:rPr>
              <a:t>đính kèm</a:t>
            </a:r>
            <a:r>
              <a:rPr sz="1200" b="0">
                <a:solidFill>
                  <a:srgbClr val="333733"/>
                </a:solidFill>
                <a:latin typeface="Arial"/>
              </a:rPr>
              <a:t> giữa từng kịch bản cú sốc lãi suất và kịch bản cơ sở (KAO), được sử dụng làm cấu phần rủi ro quyền chọn tự động trong đo lường ΔEVE trên Sổ Ngân hàng và phục vụ công tác quản lý rủi ro lãi suất theo quy định.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200" b="1">
                <a:solidFill>
                  <a:srgbClr val="004C1E"/>
                </a:solidFill>
              </a:rPr>
              <a:t>Phạm vi đo lường của mô hình</a:t>
            </a:r>
          </a:p>
        </p:txBody>
      </p:sp>
      <p:sp>
        <p:nvSpPr>
          <p:cNvPr id="3" name="TextBox 2"/>
          <p:cNvSpPr txBox="1"/>
          <p:nvPr/>
        </p:nvSpPr>
        <p:spPr>
          <a:xfrm>
            <a:off x="457200" y="1060704"/>
            <a:ext cx="8686800" cy="274320"/>
          </a:xfrm>
          <a:prstGeom prst="rect">
            <a:avLst/>
          </a:prstGeom>
          <a:noFill/>
        </p:spPr>
        <p:txBody>
          <a:bodyPr wrap="square" lIns="0" tIns="0" rIns="0" bIns="0" anchor="t">
            <a:spAutoFit/>
          </a:bodyPr>
          <a:lstStyle/>
          <a:p>
            <a:pPr algn="l">
              <a:lnSpc>
                <a:spcPct val="115000"/>
              </a:lnSpc>
              <a:spcBef>
                <a:spcPts val="0"/>
              </a:spcBef>
              <a:spcAft>
                <a:spcPts val="0"/>
              </a:spcAft>
            </a:pPr>
            <a:r>
              <a:rPr sz="1150" b="0" i="1">
                <a:solidFill>
                  <a:srgbClr val="767C76"/>
                </a:solidFill>
                <a:latin typeface="Arial"/>
              </a:rPr>
              <a:t>Áp dụng cho trái phiếu VND trên Sổ Ngân hàng có quyền chọn call/put và/hoặc sàn lãi suất</a:t>
            </a:r>
          </a:p>
        </p:txBody>
      </p:sp>
      <p:graphicFrame>
        <p:nvGraphicFramePr>
          <p:cNvPr id="4" name="Table 3"/>
          <p:cNvGraphicFramePr>
            <a:graphicFrameLocks noGrp="1"/>
          </p:cNvGraphicFramePr>
          <p:nvPr>
            <p:extLst>
              <p:ext uri="{D42A27DB-BD31-4B8C-83A1-F6EECF244321}">
                <p14:modId xmlns:p14="http://schemas.microsoft.com/office/powerpoint/2010/main" val="364943767"/>
              </p:ext>
            </p:extLst>
          </p:nvPr>
        </p:nvGraphicFramePr>
        <p:xfrm>
          <a:off x="457200" y="1572767"/>
          <a:ext cx="8686800" cy="4288097"/>
        </p:xfrm>
        <a:graphic>
          <a:graphicData uri="http://schemas.openxmlformats.org/drawingml/2006/table">
            <a:tbl>
              <a:tblPr firstRow="1">
                <a:tableStyleId>{5C22544A-7EE6-4342-B048-85BDC9FD1C3A}</a:tableStyleId>
              </a:tblPr>
              <a:tblGrid>
                <a:gridCol w="205740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339059">
                <a:tc>
                  <a:txBody>
                    <a:bodyPr/>
                    <a:lstStyle/>
                    <a:p>
                      <a:pPr algn="l">
                        <a:lnSpc>
                          <a:spcPct val="100000"/>
                        </a:lnSpc>
                        <a:spcAft>
                          <a:spcPts val="0"/>
                        </a:spcAft>
                      </a:pPr>
                      <a:r>
                        <a:rPr sz="1050" b="1">
                          <a:solidFill>
                            <a:srgbClr val="FFFFFF"/>
                          </a:solidFill>
                          <a:latin typeface="Arial"/>
                        </a:rPr>
                        <a:t>Đặc điểm</a:t>
                      </a:r>
                    </a:p>
                  </a:txBody>
                  <a:tcPr marL="64008" marR="64008" marT="27432" marB="27432" anchor="ctr">
                    <a:solidFill>
                      <a:srgbClr val="006600"/>
                    </a:solidFill>
                  </a:tcPr>
                </a:tc>
                <a:tc>
                  <a:txBody>
                    <a:bodyPr/>
                    <a:lstStyle/>
                    <a:p>
                      <a:pPr algn="l">
                        <a:lnSpc>
                          <a:spcPct val="100000"/>
                        </a:lnSpc>
                        <a:spcAft>
                          <a:spcPts val="0"/>
                        </a:spcAft>
                      </a:pPr>
                      <a:r>
                        <a:rPr sz="1050" b="1">
                          <a:solidFill>
                            <a:srgbClr val="FFFFFF"/>
                          </a:solidFill>
                          <a:latin typeface="Arial"/>
                        </a:rPr>
                        <a:t>Chứng khoán đầu tư</a:t>
                      </a:r>
                    </a:p>
                  </a:txBody>
                  <a:tcPr marL="64008" marR="64008" marT="27432" marB="27432" anchor="ctr">
                    <a:solidFill>
                      <a:srgbClr val="006600"/>
                    </a:solidFill>
                  </a:tcPr>
                </a:tc>
                <a:tc>
                  <a:txBody>
                    <a:bodyPr/>
                    <a:lstStyle/>
                    <a:p>
                      <a:pPr algn="l">
                        <a:lnSpc>
                          <a:spcPct val="100000"/>
                        </a:lnSpc>
                        <a:spcAft>
                          <a:spcPts val="0"/>
                        </a:spcAft>
                      </a:pPr>
                      <a:r>
                        <a:rPr sz="1050" b="1">
                          <a:solidFill>
                            <a:srgbClr val="FFFFFF"/>
                          </a:solidFill>
                          <a:latin typeface="Arial"/>
                        </a:rPr>
                        <a:t>GTCG do VCB phát hành</a:t>
                      </a:r>
                    </a:p>
                  </a:txBody>
                  <a:tcPr marL="64008" marR="64008" marT="27432" marB="27432" anchor="ctr">
                    <a:solidFill>
                      <a:srgbClr val="006600"/>
                    </a:solidFill>
                  </a:tcPr>
                </a:tc>
                <a:extLst>
                  <a:ext uri="{0D108BD9-81ED-4DB2-BD59-A6C34878D82A}">
                    <a16:rowId xmlns:a16="http://schemas.microsoft.com/office/drawing/2014/main" val="10000"/>
                  </a:ext>
                </a:extLst>
              </a:tr>
              <a:tr h="438782">
                <a:tc>
                  <a:txBody>
                    <a:bodyPr/>
                    <a:lstStyle/>
                    <a:p>
                      <a:pPr algn="l">
                        <a:lnSpc>
                          <a:spcPct val="100000"/>
                        </a:lnSpc>
                        <a:spcAft>
                          <a:spcPts val="0"/>
                        </a:spcAft>
                      </a:pPr>
                      <a:r>
                        <a:rPr sz="1050" b="0">
                          <a:solidFill>
                            <a:srgbClr val="333733"/>
                          </a:solidFill>
                          <a:latin typeface="Arial"/>
                        </a:rPr>
                        <a:t>Tổ chức phát hành</a:t>
                      </a:r>
                    </a:p>
                  </a:txBody>
                  <a:tcPr marL="64008" marR="64008" marT="27432" marB="27432" anchor="ctr">
                    <a:solidFill>
                      <a:srgbClr val="FFFFFF"/>
                    </a:solidFill>
                  </a:tcPr>
                </a:tc>
                <a:tc>
                  <a:txBody>
                    <a:bodyPr/>
                    <a:lstStyle/>
                    <a:p>
                      <a:pPr algn="l">
                        <a:lnSpc>
                          <a:spcPct val="100000"/>
                        </a:lnSpc>
                        <a:spcAft>
                          <a:spcPts val="0"/>
                        </a:spcAft>
                      </a:pPr>
                      <a:r>
                        <a:rPr sz="1050" b="0">
                          <a:solidFill>
                            <a:srgbClr val="333733"/>
                          </a:solidFill>
                          <a:latin typeface="Arial"/>
                        </a:rPr>
                        <a:t>Tổ chức tín dụng</a:t>
                      </a:r>
                    </a:p>
                  </a:txBody>
                  <a:tcPr marL="64008" marR="64008" marT="27432" marB="27432" anchor="ctr">
                    <a:solidFill>
                      <a:srgbClr val="FFFFFF"/>
                    </a:solidFill>
                  </a:tcPr>
                </a:tc>
                <a:tc>
                  <a:txBody>
                    <a:bodyPr/>
                    <a:lstStyle/>
                    <a:p>
                      <a:pPr algn="l">
                        <a:lnSpc>
                          <a:spcPct val="100000"/>
                        </a:lnSpc>
                        <a:spcAft>
                          <a:spcPts val="0"/>
                        </a:spcAft>
                      </a:pPr>
                      <a:r>
                        <a:rPr sz="1050" b="0">
                          <a:solidFill>
                            <a:srgbClr val="333733"/>
                          </a:solidFill>
                          <a:latin typeface="Arial"/>
                        </a:rPr>
                        <a:t>VCB</a:t>
                      </a:r>
                    </a:p>
                  </a:txBody>
                  <a:tcPr marL="64008" marR="64008" marT="27432" marB="27432" anchor="ctr">
                    <a:solidFill>
                      <a:srgbClr val="FFFFFF"/>
                    </a:solidFill>
                  </a:tcPr>
                </a:tc>
                <a:extLst>
                  <a:ext uri="{0D108BD9-81ED-4DB2-BD59-A6C34878D82A}">
                    <a16:rowId xmlns:a16="http://schemas.microsoft.com/office/drawing/2014/main" val="10001"/>
                  </a:ext>
                </a:extLst>
              </a:tr>
              <a:tr h="438782">
                <a:tc>
                  <a:txBody>
                    <a:bodyPr/>
                    <a:lstStyle/>
                    <a:p>
                      <a:pPr algn="l">
                        <a:lnSpc>
                          <a:spcPct val="100000"/>
                        </a:lnSpc>
                        <a:spcAft>
                          <a:spcPts val="0"/>
                        </a:spcAft>
                      </a:pPr>
                      <a:r>
                        <a:rPr sz="1050" b="0">
                          <a:solidFill>
                            <a:srgbClr val="333733"/>
                          </a:solidFill>
                          <a:latin typeface="Arial"/>
                        </a:rPr>
                        <a:t>Loại hình giao dịch</a:t>
                      </a:r>
                    </a:p>
                  </a:txBody>
                  <a:tcPr marL="64008" marR="64008" marT="27432" marB="27432" anchor="ctr">
                    <a:solidFill>
                      <a:srgbClr val="F4F6F2"/>
                    </a:solidFill>
                  </a:tcPr>
                </a:tc>
                <a:tc>
                  <a:txBody>
                    <a:bodyPr/>
                    <a:lstStyle/>
                    <a:p>
                      <a:pPr algn="l">
                        <a:lnSpc>
                          <a:spcPct val="100000"/>
                        </a:lnSpc>
                        <a:spcAft>
                          <a:spcPts val="0"/>
                        </a:spcAft>
                      </a:pPr>
                      <a:r>
                        <a:rPr sz="1050" b="0">
                          <a:solidFill>
                            <a:srgbClr val="333733"/>
                          </a:solidFill>
                          <a:latin typeface="Arial"/>
                        </a:rPr>
                        <a:t>Mua sơ cấp và mua bán thứ cấp</a:t>
                      </a:r>
                    </a:p>
                  </a:txBody>
                  <a:tcPr marL="64008" marR="64008" marT="27432" marB="27432" anchor="ctr">
                    <a:solidFill>
                      <a:srgbClr val="F4F6F2"/>
                    </a:solidFill>
                  </a:tcPr>
                </a:tc>
                <a:tc>
                  <a:txBody>
                    <a:bodyPr/>
                    <a:lstStyle/>
                    <a:p>
                      <a:pPr algn="l">
                        <a:lnSpc>
                          <a:spcPct val="100000"/>
                        </a:lnSpc>
                        <a:spcAft>
                          <a:spcPts val="0"/>
                        </a:spcAft>
                      </a:pPr>
                      <a:r>
                        <a:rPr sz="1050" b="0">
                          <a:solidFill>
                            <a:srgbClr val="333733"/>
                          </a:solidFill>
                          <a:latin typeface="Arial"/>
                        </a:rPr>
                        <a:t>Bán sơ cấp</a:t>
                      </a:r>
                    </a:p>
                  </a:txBody>
                  <a:tcPr marL="64008" marR="64008" marT="27432" marB="27432" anchor="ctr">
                    <a:solidFill>
                      <a:srgbClr val="F4F6F2"/>
                    </a:solidFill>
                  </a:tcPr>
                </a:tc>
                <a:extLst>
                  <a:ext uri="{0D108BD9-81ED-4DB2-BD59-A6C34878D82A}">
                    <a16:rowId xmlns:a16="http://schemas.microsoft.com/office/drawing/2014/main" val="10002"/>
                  </a:ext>
                </a:extLst>
              </a:tr>
              <a:tr h="438782">
                <a:tc>
                  <a:txBody>
                    <a:bodyPr/>
                    <a:lstStyle/>
                    <a:p>
                      <a:pPr algn="l">
                        <a:lnSpc>
                          <a:spcPct val="100000"/>
                        </a:lnSpc>
                        <a:spcAft>
                          <a:spcPts val="0"/>
                        </a:spcAft>
                      </a:pPr>
                      <a:r>
                        <a:rPr sz="1050" b="0">
                          <a:solidFill>
                            <a:srgbClr val="333733"/>
                          </a:solidFill>
                          <a:latin typeface="Arial"/>
                        </a:rPr>
                        <a:t>Loại GTCG có quyền chọn</a:t>
                      </a:r>
                    </a:p>
                  </a:txBody>
                  <a:tcPr marL="64008" marR="64008" marT="27432" marB="27432" anchor="ctr">
                    <a:solidFill>
                      <a:srgbClr val="FFFFFF"/>
                    </a:solidFill>
                  </a:tcPr>
                </a:tc>
                <a:tc gridSpan="2">
                  <a:txBody>
                    <a:bodyPr/>
                    <a:lstStyle/>
                    <a:p>
                      <a:pPr algn="l">
                        <a:lnSpc>
                          <a:spcPct val="100000"/>
                        </a:lnSpc>
                        <a:spcAft>
                          <a:spcPts val="0"/>
                        </a:spcAft>
                      </a:pPr>
                      <a:r>
                        <a:rPr sz="1050" b="0">
                          <a:solidFill>
                            <a:srgbClr val="333733"/>
                          </a:solidFill>
                          <a:latin typeface="Arial"/>
                        </a:rPr>
                        <a:t>Trái phiếu do TCTD phát hành (bao gồm tăng vốn và không tăng vốn)</a:t>
                      </a:r>
                    </a:p>
                  </a:txBody>
                  <a:tcPr marL="64008" marR="64008" marT="27432" marB="27432" anchor="ctr">
                    <a:solidFill>
                      <a:srgbClr val="FFFFFF"/>
                    </a:solidFill>
                  </a:tcPr>
                </a:tc>
                <a:tc hMerge="1">
                  <a:txBody>
                    <a:bodyPr/>
                    <a:lstStyle/>
                    <a:p>
                      <a:pPr algn="l">
                        <a:lnSpc>
                          <a:spcPct val="100000"/>
                        </a:lnSpc>
                        <a:spcAft>
                          <a:spcPts val="0"/>
                        </a:spcAft>
                      </a:pPr>
                      <a:endParaRPr/>
                    </a:p>
                  </a:txBody>
                  <a:tcPr marL="64008" marR="64008" marT="27432" marB="27432" anchor="ctr">
                    <a:solidFill>
                      <a:srgbClr val="FFFFFF"/>
                    </a:solidFill>
                  </a:tcPr>
                </a:tc>
                <a:extLst>
                  <a:ext uri="{0D108BD9-81ED-4DB2-BD59-A6C34878D82A}">
                    <a16:rowId xmlns:a16="http://schemas.microsoft.com/office/drawing/2014/main" val="10003"/>
                  </a:ext>
                </a:extLst>
              </a:tr>
              <a:tr h="438782">
                <a:tc>
                  <a:txBody>
                    <a:bodyPr/>
                    <a:lstStyle/>
                    <a:p>
                      <a:pPr algn="l">
                        <a:lnSpc>
                          <a:spcPct val="100000"/>
                        </a:lnSpc>
                        <a:spcAft>
                          <a:spcPts val="0"/>
                        </a:spcAft>
                      </a:pPr>
                      <a:r>
                        <a:rPr sz="1050" b="0">
                          <a:solidFill>
                            <a:srgbClr val="333733"/>
                          </a:solidFill>
                          <a:latin typeface="Arial"/>
                        </a:rPr>
                        <a:t>Kỳ hạn gốc</a:t>
                      </a:r>
                    </a:p>
                  </a:txBody>
                  <a:tcPr marL="64008" marR="64008" marT="27432" marB="27432" anchor="ctr">
                    <a:solidFill>
                      <a:srgbClr val="F4F6F2"/>
                    </a:solidFill>
                  </a:tcPr>
                </a:tc>
                <a:tc gridSpan="2">
                  <a:txBody>
                    <a:bodyPr/>
                    <a:lstStyle/>
                    <a:p>
                      <a:pPr algn="l">
                        <a:lnSpc>
                          <a:spcPct val="100000"/>
                        </a:lnSpc>
                        <a:spcAft>
                          <a:spcPts val="0"/>
                        </a:spcAft>
                      </a:pPr>
                      <a:r>
                        <a:rPr sz="1050" b="0">
                          <a:solidFill>
                            <a:srgbClr val="333733"/>
                          </a:solidFill>
                          <a:latin typeface="Arial"/>
                        </a:rPr>
                        <a:t>Tất cả các kỳ hạn gốc phát sinh trên Sổ Ngân hàng</a:t>
                      </a:r>
                    </a:p>
                  </a:txBody>
                  <a:tcPr marL="64008" marR="64008" marT="27432" marB="27432" anchor="ctr">
                    <a:solidFill>
                      <a:srgbClr val="F4F6F2"/>
                    </a:solidFill>
                  </a:tcPr>
                </a:tc>
                <a:tc hMerge="1">
                  <a:txBody>
                    <a:bodyPr/>
                    <a:lstStyle/>
                    <a:p>
                      <a:pPr algn="l">
                        <a:lnSpc>
                          <a:spcPct val="100000"/>
                        </a:lnSpc>
                        <a:spcAft>
                          <a:spcPts val="0"/>
                        </a:spcAft>
                      </a:pPr>
                      <a:endParaRPr/>
                    </a:p>
                  </a:txBody>
                  <a:tcPr marL="64008" marR="64008" marT="27432" marB="27432" anchor="ctr">
                    <a:solidFill>
                      <a:srgbClr val="F4F6F2"/>
                    </a:solidFill>
                  </a:tcPr>
                </a:tc>
                <a:extLst>
                  <a:ext uri="{0D108BD9-81ED-4DB2-BD59-A6C34878D82A}">
                    <a16:rowId xmlns:a16="http://schemas.microsoft.com/office/drawing/2014/main" val="10004"/>
                  </a:ext>
                </a:extLst>
              </a:tr>
              <a:tr h="438782">
                <a:tc>
                  <a:txBody>
                    <a:bodyPr/>
                    <a:lstStyle/>
                    <a:p>
                      <a:pPr algn="l">
                        <a:lnSpc>
                          <a:spcPct val="100000"/>
                        </a:lnSpc>
                        <a:spcAft>
                          <a:spcPts val="0"/>
                        </a:spcAft>
                      </a:pPr>
                      <a:r>
                        <a:rPr sz="1050" b="0">
                          <a:solidFill>
                            <a:srgbClr val="333733"/>
                          </a:solidFill>
                          <a:latin typeface="Arial"/>
                        </a:rPr>
                        <a:t>Đơn vị tiền tệ</a:t>
                      </a:r>
                    </a:p>
                  </a:txBody>
                  <a:tcPr marL="64008" marR="64008" marT="27432" marB="27432" anchor="ctr">
                    <a:solidFill>
                      <a:srgbClr val="FFFFFF"/>
                    </a:solidFill>
                  </a:tcPr>
                </a:tc>
                <a:tc gridSpan="2">
                  <a:txBody>
                    <a:bodyPr/>
                    <a:lstStyle/>
                    <a:p>
                      <a:pPr algn="l">
                        <a:lnSpc>
                          <a:spcPct val="100000"/>
                        </a:lnSpc>
                        <a:spcAft>
                          <a:spcPts val="0"/>
                        </a:spcAft>
                      </a:pPr>
                      <a:r>
                        <a:rPr sz="1050" b="0">
                          <a:solidFill>
                            <a:srgbClr val="333733"/>
                          </a:solidFill>
                          <a:latin typeface="Arial"/>
                        </a:rPr>
                        <a:t>VND</a:t>
                      </a:r>
                    </a:p>
                  </a:txBody>
                  <a:tcPr marL="64008" marR="64008" marT="27432" marB="27432" anchor="ctr">
                    <a:solidFill>
                      <a:srgbClr val="FFFFFF"/>
                    </a:solidFill>
                  </a:tcPr>
                </a:tc>
                <a:tc hMerge="1">
                  <a:txBody>
                    <a:bodyPr/>
                    <a:lstStyle/>
                    <a:p>
                      <a:pPr algn="l">
                        <a:lnSpc>
                          <a:spcPct val="100000"/>
                        </a:lnSpc>
                        <a:spcAft>
                          <a:spcPts val="0"/>
                        </a:spcAft>
                      </a:pPr>
                      <a:endParaRPr/>
                    </a:p>
                  </a:txBody>
                  <a:tcPr marL="64008" marR="64008" marT="27432" marB="27432" anchor="ctr">
                    <a:solidFill>
                      <a:srgbClr val="FFFFFF"/>
                    </a:solidFill>
                  </a:tcPr>
                </a:tc>
                <a:extLst>
                  <a:ext uri="{0D108BD9-81ED-4DB2-BD59-A6C34878D82A}">
                    <a16:rowId xmlns:a16="http://schemas.microsoft.com/office/drawing/2014/main" val="10005"/>
                  </a:ext>
                </a:extLst>
              </a:tr>
              <a:tr h="438782">
                <a:tc>
                  <a:txBody>
                    <a:bodyPr/>
                    <a:lstStyle/>
                    <a:p>
                      <a:pPr algn="l">
                        <a:lnSpc>
                          <a:spcPct val="100000"/>
                        </a:lnSpc>
                        <a:spcAft>
                          <a:spcPts val="0"/>
                        </a:spcAft>
                      </a:pPr>
                      <a:r>
                        <a:rPr sz="1050" b="0">
                          <a:solidFill>
                            <a:srgbClr val="333733"/>
                          </a:solidFill>
                          <a:latin typeface="Arial"/>
                        </a:rPr>
                        <a:t>Lãi suất coupon</a:t>
                      </a:r>
                    </a:p>
                  </a:txBody>
                  <a:tcPr marL="64008" marR="64008" marT="27432" marB="27432" anchor="ctr">
                    <a:solidFill>
                      <a:srgbClr val="F4F6F2"/>
                    </a:solidFill>
                  </a:tcPr>
                </a:tc>
                <a:tc gridSpan="2">
                  <a:txBody>
                    <a:bodyPr/>
                    <a:lstStyle/>
                    <a:p>
                      <a:pPr algn="l">
                        <a:lnSpc>
                          <a:spcPct val="100000"/>
                        </a:lnSpc>
                        <a:spcAft>
                          <a:spcPts val="0"/>
                        </a:spcAft>
                      </a:pPr>
                      <a:r>
                        <a:rPr sz="1050" b="0">
                          <a:solidFill>
                            <a:srgbClr val="333733"/>
                          </a:solidFill>
                          <a:latin typeface="Arial"/>
                        </a:rPr>
                        <a:t>Cố định toàn bộ; thả nổi hàng năm; cố định một số năm đầu sau đó thả nổi</a:t>
                      </a:r>
                    </a:p>
                  </a:txBody>
                  <a:tcPr marL="64008" marR="64008" marT="27432" marB="27432" anchor="ctr">
                    <a:solidFill>
                      <a:srgbClr val="F4F6F2"/>
                    </a:solidFill>
                  </a:tcPr>
                </a:tc>
                <a:tc hMerge="1">
                  <a:txBody>
                    <a:bodyPr/>
                    <a:lstStyle/>
                    <a:p>
                      <a:pPr algn="l">
                        <a:lnSpc>
                          <a:spcPct val="100000"/>
                        </a:lnSpc>
                        <a:spcAft>
                          <a:spcPts val="0"/>
                        </a:spcAft>
                      </a:pPr>
                      <a:endParaRPr/>
                    </a:p>
                  </a:txBody>
                  <a:tcPr marL="64008" marR="64008" marT="27432" marB="27432" anchor="ctr">
                    <a:solidFill>
                      <a:srgbClr val="F4F6F2"/>
                    </a:solidFill>
                  </a:tcPr>
                </a:tc>
                <a:extLst>
                  <a:ext uri="{0D108BD9-81ED-4DB2-BD59-A6C34878D82A}">
                    <a16:rowId xmlns:a16="http://schemas.microsoft.com/office/drawing/2014/main" val="10006"/>
                  </a:ext>
                </a:extLst>
              </a:tr>
              <a:tr h="438782">
                <a:tc>
                  <a:txBody>
                    <a:bodyPr/>
                    <a:lstStyle/>
                    <a:p>
                      <a:pPr algn="l">
                        <a:lnSpc>
                          <a:spcPct val="100000"/>
                        </a:lnSpc>
                        <a:spcAft>
                          <a:spcPts val="0"/>
                        </a:spcAft>
                      </a:pPr>
                      <a:r>
                        <a:rPr sz="1050" b="0">
                          <a:solidFill>
                            <a:srgbClr val="333733"/>
                          </a:solidFill>
                          <a:latin typeface="Arial"/>
                        </a:rPr>
                        <a:t>Loại quyền chọn</a:t>
                      </a:r>
                    </a:p>
                  </a:txBody>
                  <a:tcPr marL="64008" marR="64008" marT="27432" marB="27432" anchor="ctr">
                    <a:solidFill>
                      <a:srgbClr val="FFFFFF"/>
                    </a:solidFill>
                  </a:tcPr>
                </a:tc>
                <a:tc gridSpan="2">
                  <a:txBody>
                    <a:bodyPr/>
                    <a:lstStyle/>
                    <a:p>
                      <a:pPr algn="l">
                        <a:lnSpc>
                          <a:spcPct val="100000"/>
                        </a:lnSpc>
                        <a:spcAft>
                          <a:spcPts val="0"/>
                        </a:spcAft>
                      </a:pPr>
                      <a:r>
                        <a:rPr sz="1050" b="0">
                          <a:solidFill>
                            <a:srgbClr val="333733"/>
                          </a:solidFill>
                          <a:latin typeface="Arial"/>
                        </a:rPr>
                        <a:t>Chỉ có 01 trong 02 quyền call/put; có đồng thời cả 02 quyền; và/hoặc có </a:t>
                      </a:r>
                      <a:r>
                        <a:rPr lang="en-US" sz="1050" b="0">
                          <a:solidFill>
                            <a:srgbClr val="333733"/>
                          </a:solidFill>
                          <a:latin typeface="Arial"/>
                        </a:rPr>
                        <a:t>trần/</a:t>
                      </a:r>
                      <a:r>
                        <a:rPr sz="1050" b="0">
                          <a:solidFill>
                            <a:srgbClr val="333733"/>
                          </a:solidFill>
                          <a:latin typeface="Arial"/>
                        </a:rPr>
                        <a:t>sàn lãi suất</a:t>
                      </a:r>
                    </a:p>
                  </a:txBody>
                  <a:tcPr marL="64008" marR="64008" marT="27432" marB="27432" anchor="ctr">
                    <a:solidFill>
                      <a:srgbClr val="FFFFFF"/>
                    </a:solidFill>
                  </a:tcPr>
                </a:tc>
                <a:tc hMerge="1">
                  <a:txBody>
                    <a:bodyPr/>
                    <a:lstStyle/>
                    <a:p>
                      <a:pPr algn="l">
                        <a:lnSpc>
                          <a:spcPct val="100000"/>
                        </a:lnSpc>
                        <a:spcAft>
                          <a:spcPts val="0"/>
                        </a:spcAft>
                      </a:pPr>
                      <a:endParaRPr/>
                    </a:p>
                  </a:txBody>
                  <a:tcPr marL="64008" marR="64008" marT="27432" marB="27432" anchor="ctr">
                    <a:solidFill>
                      <a:srgbClr val="FFFFFF"/>
                    </a:solidFill>
                  </a:tcPr>
                </a:tc>
                <a:extLst>
                  <a:ext uri="{0D108BD9-81ED-4DB2-BD59-A6C34878D82A}">
                    <a16:rowId xmlns:a16="http://schemas.microsoft.com/office/drawing/2014/main" val="10007"/>
                  </a:ext>
                </a:extLst>
              </a:tr>
              <a:tr h="438782">
                <a:tc>
                  <a:txBody>
                    <a:bodyPr/>
                    <a:lstStyle/>
                    <a:p>
                      <a:pPr algn="l">
                        <a:lnSpc>
                          <a:spcPct val="100000"/>
                        </a:lnSpc>
                        <a:spcAft>
                          <a:spcPts val="0"/>
                        </a:spcAft>
                      </a:pPr>
                      <a:r>
                        <a:rPr sz="1050" b="0">
                          <a:solidFill>
                            <a:srgbClr val="333733"/>
                          </a:solidFill>
                          <a:latin typeface="Arial"/>
                        </a:rPr>
                        <a:t>Kiểu thực hiện quyền</a:t>
                      </a:r>
                    </a:p>
                  </a:txBody>
                  <a:tcPr marL="64008" marR="64008" marT="27432" marB="27432" anchor="ctr">
                    <a:solidFill>
                      <a:srgbClr val="F4F6F2"/>
                    </a:solidFill>
                  </a:tcPr>
                </a:tc>
                <a:tc gridSpan="2">
                  <a:txBody>
                    <a:bodyPr/>
                    <a:lstStyle/>
                    <a:p>
                      <a:pPr algn="l">
                        <a:lnSpc>
                          <a:spcPct val="100000"/>
                        </a:lnSpc>
                        <a:spcAft>
                          <a:spcPts val="0"/>
                        </a:spcAft>
                      </a:pPr>
                      <a:r>
                        <a:rPr sz="1050" b="0">
                          <a:solidFill>
                            <a:srgbClr val="333733"/>
                          </a:solidFill>
                          <a:latin typeface="Arial"/>
                        </a:rPr>
                        <a:t>European, Bermudan, American</a:t>
                      </a:r>
                    </a:p>
                  </a:txBody>
                  <a:tcPr marL="64008" marR="64008" marT="27432" marB="27432" anchor="ctr">
                    <a:solidFill>
                      <a:srgbClr val="F4F6F2"/>
                    </a:solidFill>
                  </a:tcPr>
                </a:tc>
                <a:tc hMerge="1">
                  <a:txBody>
                    <a:bodyPr/>
                    <a:lstStyle/>
                    <a:p>
                      <a:pPr algn="l">
                        <a:lnSpc>
                          <a:spcPct val="100000"/>
                        </a:lnSpc>
                        <a:spcAft>
                          <a:spcPts val="0"/>
                        </a:spcAft>
                      </a:pPr>
                      <a:endParaRPr/>
                    </a:p>
                  </a:txBody>
                  <a:tcPr marL="64008" marR="64008" marT="27432" marB="27432" anchor="ctr">
                    <a:solidFill>
                      <a:srgbClr val="F4F6F2"/>
                    </a:solidFill>
                  </a:tcPr>
                </a:tc>
                <a:extLst>
                  <a:ext uri="{0D108BD9-81ED-4DB2-BD59-A6C34878D82A}">
                    <a16:rowId xmlns:a16="http://schemas.microsoft.com/office/drawing/2014/main" val="10008"/>
                  </a:ext>
                </a:extLst>
              </a:tr>
              <a:tr h="438782">
                <a:tc>
                  <a:txBody>
                    <a:bodyPr/>
                    <a:lstStyle/>
                    <a:p>
                      <a:pPr algn="l">
                        <a:lnSpc>
                          <a:spcPct val="100000"/>
                        </a:lnSpc>
                        <a:spcAft>
                          <a:spcPts val="0"/>
                        </a:spcAft>
                      </a:pPr>
                      <a:r>
                        <a:rPr sz="1050" b="0">
                          <a:solidFill>
                            <a:srgbClr val="333733"/>
                          </a:solidFill>
                          <a:latin typeface="Arial"/>
                        </a:rPr>
                        <a:t>Sổ ghi nhận</a:t>
                      </a:r>
                    </a:p>
                  </a:txBody>
                  <a:tcPr marL="64008" marR="64008" marT="27432" marB="27432" anchor="ctr">
                    <a:solidFill>
                      <a:srgbClr val="FFFFFF"/>
                    </a:solidFill>
                  </a:tcPr>
                </a:tc>
                <a:tc gridSpan="2">
                  <a:txBody>
                    <a:bodyPr/>
                    <a:lstStyle/>
                    <a:p>
                      <a:pPr algn="l">
                        <a:lnSpc>
                          <a:spcPct val="100000"/>
                        </a:lnSpc>
                        <a:spcAft>
                          <a:spcPts val="0"/>
                        </a:spcAft>
                      </a:pPr>
                      <a:r>
                        <a:rPr sz="1050" b="0">
                          <a:solidFill>
                            <a:srgbClr val="333733"/>
                          </a:solidFill>
                          <a:latin typeface="Arial"/>
                        </a:rPr>
                        <a:t>Sổ Ngân hàng</a:t>
                      </a:r>
                    </a:p>
                  </a:txBody>
                  <a:tcPr marL="64008" marR="64008" marT="27432" marB="27432" anchor="ctr">
                    <a:solidFill>
                      <a:srgbClr val="FFFFFF"/>
                    </a:solidFill>
                  </a:tcPr>
                </a:tc>
                <a:tc hMerge="1">
                  <a:txBody>
                    <a:bodyPr/>
                    <a:lstStyle/>
                    <a:p>
                      <a:pPr algn="l">
                        <a:lnSpc>
                          <a:spcPct val="100000"/>
                        </a:lnSpc>
                        <a:spcAft>
                          <a:spcPts val="0"/>
                        </a:spcAft>
                      </a:pPr>
                      <a:endParaRPr/>
                    </a:p>
                  </a:txBody>
                  <a:tcPr marL="64008" marR="64008" marT="27432" marB="27432" anchor="ctr">
                    <a:solidFill>
                      <a:srgbClr val="FFFFFF"/>
                    </a:solidFill>
                  </a:tcPr>
                </a:tc>
                <a:extLst>
                  <a:ext uri="{0D108BD9-81ED-4DB2-BD59-A6C34878D82A}">
                    <a16:rowId xmlns:a16="http://schemas.microsoft.com/office/drawing/2014/main" val="10009"/>
                  </a:ext>
                </a:extLst>
              </a:tr>
            </a:tbl>
          </a:graphicData>
        </a:graphic>
      </p:graphicFrame>
      <p:sp>
        <p:nvSpPr>
          <p:cNvPr id="5" name="TextBox 4"/>
          <p:cNvSpPr txBox="1"/>
          <p:nvPr/>
        </p:nvSpPr>
        <p:spPr>
          <a:xfrm>
            <a:off x="457200" y="6382512"/>
            <a:ext cx="8229600" cy="137666"/>
          </a:xfrm>
          <a:prstGeom prst="rect">
            <a:avLst/>
          </a:prstGeom>
          <a:noFill/>
        </p:spPr>
        <p:txBody>
          <a:bodyPr wrap="square" lIns="0" tIns="0" rIns="0" bIns="0" anchor="t">
            <a:spAutoFit/>
          </a:bodyPr>
          <a:lstStyle/>
          <a:p>
            <a:pPr algn="l">
              <a:lnSpc>
                <a:spcPct val="115000"/>
              </a:lnSpc>
              <a:spcBef>
                <a:spcPts val="0"/>
              </a:spcBef>
              <a:spcAft>
                <a:spcPts val="0"/>
              </a:spcAft>
            </a:pPr>
            <a:r>
              <a:rPr lang="en-US" sz="850" i="1">
                <a:solidFill>
                  <a:srgbClr val="767C76"/>
                </a:solidFill>
                <a:latin typeface="Arial"/>
              </a:rPr>
              <a:t>Chỉ bao gồm tổ chức phát hành là TCTD (do quyền </a:t>
            </a:r>
            <a:r>
              <a:rPr lang="vi-VN" sz="850" b="0" i="1">
                <a:solidFill>
                  <a:srgbClr val="767C76"/>
                </a:solidFill>
                <a:latin typeface="Arial"/>
              </a:rPr>
              <a:t>chọn trong các TPDN mà VCB hiện đang đầu tư đều không thuộc phạm vi đo lường rủi ro quyền chọn theo T</a:t>
            </a:r>
            <a:r>
              <a:rPr lang="en-US" sz="850" b="0" i="1">
                <a:solidFill>
                  <a:srgbClr val="767C76"/>
                </a:solidFill>
                <a:latin typeface="Arial"/>
              </a:rPr>
              <a:t>T</a:t>
            </a:r>
            <a:r>
              <a:rPr lang="vi-VN" sz="850" b="0" i="1">
                <a:solidFill>
                  <a:srgbClr val="767C76"/>
                </a:solidFill>
                <a:latin typeface="Arial"/>
              </a:rPr>
              <a:t>83</a:t>
            </a:r>
            <a:r>
              <a:rPr lang="en-US" sz="850" b="0" i="1">
                <a:solidFill>
                  <a:srgbClr val="767C76"/>
                </a:solidFill>
                <a:latin typeface="Arial"/>
              </a:rPr>
              <a:t>).</a:t>
            </a:r>
            <a:endParaRPr sz="850" b="0" i="1">
              <a:solidFill>
                <a:srgbClr val="767C76"/>
              </a:solidFill>
              <a:latin typeface="Arial"/>
            </a:endParaRPr>
          </a:p>
        </p:txBody>
      </p:sp>
      <p:cxnSp>
        <p:nvCxnSpPr>
          <p:cNvPr id="7" name="Straight Connector 6">
            <a:extLst>
              <a:ext uri="{FF2B5EF4-FFF2-40B4-BE49-F238E27FC236}">
                <a16:creationId xmlns:a16="http://schemas.microsoft.com/office/drawing/2014/main" id="{F65D360D-F2ED-247E-90C3-F3EAB92A4C6F}"/>
              </a:ext>
            </a:extLst>
          </p:cNvPr>
          <p:cNvCxnSpPr/>
          <p:nvPr/>
        </p:nvCxnSpPr>
        <p:spPr>
          <a:xfrm>
            <a:off x="457200" y="6183086"/>
            <a:ext cx="2146663" cy="0"/>
          </a:xfrm>
          <a:prstGeom prst="line">
            <a:avLst/>
          </a:prstGeom>
          <a:ln>
            <a:solidFill>
              <a:schemeClr val="accent3"/>
            </a:solidFill>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sz="2200" b="1">
                <a:solidFill>
                  <a:srgbClr val="004C1E"/>
                </a:solidFill>
              </a:rPr>
              <a:t>Phương pháp luận mô hình</a:t>
            </a:r>
          </a:p>
        </p:txBody>
      </p:sp>
      <p:sp>
        <p:nvSpPr>
          <p:cNvPr id="3" name="Text Placeholder 2"/>
          <p:cNvSpPr>
            <a:spLocks noGrp="1"/>
          </p:cNvSpPr>
          <p:nvPr>
            <p:ph type="body" sz="quarter" idx="12"/>
          </p:nvPr>
        </p:nvSpPr>
        <p:spPr/>
        <p:txBody>
          <a:bodyPr/>
          <a:lstStyle/>
          <a:p>
            <a:r>
              <a:rPr sz="1800" b="0">
                <a:solidFill>
                  <a:srgbClr val="767C76"/>
                </a:solidFill>
              </a:rPr>
              <a:t>Phần 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200" b="1">
                <a:solidFill>
                  <a:srgbClr val="004C1E"/>
                </a:solidFill>
              </a:rPr>
              <a:t>Cơ sở lý thuyết: phân rã giá trị trái phiếu để tách giá trị quyền chọn</a:t>
            </a:r>
          </a:p>
        </p:txBody>
      </p:sp>
      <p:sp>
        <p:nvSpPr>
          <p:cNvPr id="3" name="TextBox 2"/>
          <p:cNvSpPr txBox="1"/>
          <p:nvPr/>
        </p:nvSpPr>
        <p:spPr>
          <a:xfrm>
            <a:off x="457200" y="1060704"/>
            <a:ext cx="8686800" cy="186205"/>
          </a:xfrm>
          <a:prstGeom prst="rect">
            <a:avLst/>
          </a:prstGeom>
          <a:noFill/>
        </p:spPr>
        <p:txBody>
          <a:bodyPr wrap="square" lIns="0" tIns="0" rIns="0" bIns="0" anchor="t">
            <a:spAutoFit/>
          </a:bodyPr>
          <a:lstStyle/>
          <a:p>
            <a:pPr algn="l">
              <a:lnSpc>
                <a:spcPct val="115000"/>
              </a:lnSpc>
              <a:spcBef>
                <a:spcPts val="0"/>
              </a:spcBef>
              <a:spcAft>
                <a:spcPts val="0"/>
              </a:spcAft>
            </a:pPr>
            <a:r>
              <a:rPr sz="1150" b="0" i="1">
                <a:solidFill>
                  <a:srgbClr val="767C76"/>
                </a:solidFill>
                <a:latin typeface="Arial"/>
              </a:rPr>
              <a:t>Quyền chọn </a:t>
            </a:r>
            <a:r>
              <a:rPr lang="en-US" sz="1150" b="0" i="1">
                <a:solidFill>
                  <a:srgbClr val="767C76"/>
                </a:solidFill>
                <a:latin typeface="Arial"/>
              </a:rPr>
              <a:t>đính kèm</a:t>
            </a:r>
            <a:r>
              <a:rPr sz="1150" b="0" i="1">
                <a:solidFill>
                  <a:srgbClr val="767C76"/>
                </a:solidFill>
                <a:latin typeface="Arial"/>
              </a:rPr>
              <a:t> là phần chênh lệch giữa trái phiếu có quyền chọn và trái phiếu thường cùng dòng tiền</a:t>
            </a:r>
          </a:p>
        </p:txBody>
      </p:sp>
      <p:sp>
        <p:nvSpPr>
          <p:cNvPr id="4" name="Rounded Rectangle 3"/>
          <p:cNvSpPr/>
          <p:nvPr/>
        </p:nvSpPr>
        <p:spPr>
          <a:xfrm>
            <a:off x="457200" y="1517904"/>
            <a:ext cx="5074920" cy="1005840"/>
          </a:xfrm>
          <a:prstGeom prst="roundRect">
            <a:avLst>
              <a:gd name="adj" fmla="val 4000"/>
            </a:avLst>
          </a:prstGeom>
          <a:solidFill>
            <a:srgbClr val="F4F6F2"/>
          </a:solidFill>
          <a:ln w="9525">
            <a:solidFill>
              <a:srgbClr val="D6DC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658368" y="1700784"/>
            <a:ext cx="164592" cy="164592"/>
          </a:xfrm>
          <a:prstGeom prst="ellipse">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05256" y="1664207"/>
            <a:ext cx="4480560" cy="777240"/>
          </a:xfrm>
          <a:prstGeom prst="rect">
            <a:avLst/>
          </a:prstGeom>
          <a:noFill/>
        </p:spPr>
        <p:txBody>
          <a:bodyPr wrap="square" lIns="0" tIns="0" rIns="0" bIns="0" anchor="t">
            <a:spAutoFit/>
          </a:bodyPr>
          <a:lstStyle/>
          <a:p>
            <a:pPr algn="l">
              <a:lnSpc>
                <a:spcPct val="115000"/>
              </a:lnSpc>
              <a:spcBef>
                <a:spcPts val="0"/>
              </a:spcBef>
              <a:spcAft>
                <a:spcPts val="200"/>
              </a:spcAft>
            </a:pPr>
            <a:r>
              <a:rPr sz="1200" b="1" i="0">
                <a:solidFill>
                  <a:srgbClr val="004C1E"/>
                </a:solidFill>
                <a:latin typeface="Arial"/>
              </a:rPr>
              <a:t>Quyền chọn mua (call)</a:t>
            </a:r>
          </a:p>
          <a:p>
            <a:pPr algn="l">
              <a:lnSpc>
                <a:spcPct val="112000"/>
              </a:lnSpc>
              <a:spcBef>
                <a:spcPts val="0"/>
              </a:spcBef>
              <a:spcAft>
                <a:spcPts val="400"/>
              </a:spcAft>
            </a:pPr>
            <a:r>
              <a:rPr sz="980" b="0" i="0">
                <a:solidFill>
                  <a:srgbClr val="333733"/>
                </a:solidFill>
                <a:latin typeface="Arial"/>
              </a:rPr>
              <a:t>Quyền của tổ chức phát hành, nghĩa vụ của đơn vị sở hữu. Khi giá thị trường cao hơn giá thực hiện K, chênh lệch phản ánh giá trị quyền chọn mua → làm giảm giá trị trái phiếu, mang lại lợi ích cho tổ chức phát hành.</a:t>
            </a:r>
          </a:p>
        </p:txBody>
      </p:sp>
      <p:sp>
        <p:nvSpPr>
          <p:cNvPr id="7" name="Rounded Rectangle 6"/>
          <p:cNvSpPr/>
          <p:nvPr/>
        </p:nvSpPr>
        <p:spPr>
          <a:xfrm>
            <a:off x="457200" y="2633472"/>
            <a:ext cx="5074920" cy="1005840"/>
          </a:xfrm>
          <a:prstGeom prst="roundRect">
            <a:avLst>
              <a:gd name="adj" fmla="val 4000"/>
            </a:avLst>
          </a:prstGeom>
          <a:solidFill>
            <a:srgbClr val="F4F6F2"/>
          </a:solidFill>
          <a:ln w="9525">
            <a:solidFill>
              <a:srgbClr val="D6DC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658368" y="2816352"/>
            <a:ext cx="164592" cy="164592"/>
          </a:xfrm>
          <a:prstGeom prst="ellipse">
            <a:avLst/>
          </a:prstGeom>
          <a:solidFill>
            <a:srgbClr val="5A8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05256" y="2779776"/>
            <a:ext cx="4480560" cy="777240"/>
          </a:xfrm>
          <a:prstGeom prst="rect">
            <a:avLst/>
          </a:prstGeom>
          <a:noFill/>
        </p:spPr>
        <p:txBody>
          <a:bodyPr wrap="square" lIns="0" tIns="0" rIns="0" bIns="0" anchor="t">
            <a:spAutoFit/>
          </a:bodyPr>
          <a:lstStyle/>
          <a:p>
            <a:pPr algn="l">
              <a:lnSpc>
                <a:spcPct val="115000"/>
              </a:lnSpc>
              <a:spcBef>
                <a:spcPts val="0"/>
              </a:spcBef>
              <a:spcAft>
                <a:spcPts val="200"/>
              </a:spcAft>
            </a:pPr>
            <a:r>
              <a:rPr sz="1200" b="1" i="0">
                <a:solidFill>
                  <a:srgbClr val="004C1E"/>
                </a:solidFill>
                <a:latin typeface="Arial"/>
              </a:rPr>
              <a:t>Quyền chọn bán (put)</a:t>
            </a:r>
          </a:p>
          <a:p>
            <a:pPr algn="l">
              <a:lnSpc>
                <a:spcPct val="112000"/>
              </a:lnSpc>
              <a:spcBef>
                <a:spcPts val="0"/>
              </a:spcBef>
              <a:spcAft>
                <a:spcPts val="400"/>
              </a:spcAft>
            </a:pPr>
            <a:r>
              <a:rPr sz="980" b="0" i="0">
                <a:solidFill>
                  <a:srgbClr val="333733"/>
                </a:solidFill>
                <a:latin typeface="Arial"/>
              </a:rPr>
              <a:t>Quyền của đơn vị sở hữu, nghĩa vụ của tổ chức phát hành. Khi giá thị trường thấp hơn K, chênh lệch phản ánh giá trị quyền chọn bán → làm tăng giá trị trái phiếu cho đơn vị sở hữu.</a:t>
            </a:r>
          </a:p>
        </p:txBody>
      </p:sp>
      <p:sp>
        <p:nvSpPr>
          <p:cNvPr id="10" name="Rounded Rectangle 9"/>
          <p:cNvSpPr/>
          <p:nvPr/>
        </p:nvSpPr>
        <p:spPr>
          <a:xfrm>
            <a:off x="457200" y="3749039"/>
            <a:ext cx="5074920" cy="1005840"/>
          </a:xfrm>
          <a:prstGeom prst="roundRect">
            <a:avLst>
              <a:gd name="adj" fmla="val 4000"/>
            </a:avLst>
          </a:prstGeom>
          <a:solidFill>
            <a:srgbClr val="F4F6F2"/>
          </a:solidFill>
          <a:ln w="9525">
            <a:solidFill>
              <a:srgbClr val="D6DC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658368" y="3931920"/>
            <a:ext cx="164592" cy="164592"/>
          </a:xfrm>
          <a:prstGeom prst="ellipse">
            <a:avLst/>
          </a:prstGeom>
          <a:solidFill>
            <a:srgbClr val="9BB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05256" y="3895344"/>
            <a:ext cx="4480560" cy="562205"/>
          </a:xfrm>
          <a:prstGeom prst="rect">
            <a:avLst/>
          </a:prstGeom>
          <a:noFill/>
        </p:spPr>
        <p:txBody>
          <a:bodyPr wrap="square" lIns="0" tIns="0" rIns="0" bIns="0" anchor="t">
            <a:spAutoFit/>
          </a:bodyPr>
          <a:lstStyle/>
          <a:p>
            <a:pPr algn="l">
              <a:lnSpc>
                <a:spcPct val="115000"/>
              </a:lnSpc>
              <a:spcBef>
                <a:spcPts val="0"/>
              </a:spcBef>
              <a:spcAft>
                <a:spcPts val="200"/>
              </a:spcAft>
            </a:pPr>
            <a:r>
              <a:rPr lang="en-US" sz="1200" b="1" i="0">
                <a:solidFill>
                  <a:srgbClr val="004C1E"/>
                </a:solidFill>
                <a:latin typeface="Arial"/>
              </a:rPr>
              <a:t>Trần/</a:t>
            </a:r>
            <a:r>
              <a:rPr sz="1200" b="1" i="0">
                <a:solidFill>
                  <a:srgbClr val="004C1E"/>
                </a:solidFill>
                <a:latin typeface="Arial"/>
              </a:rPr>
              <a:t>Sàn lãi suất (</a:t>
            </a:r>
            <a:r>
              <a:rPr lang="en-US" sz="1200" b="1" i="0">
                <a:solidFill>
                  <a:srgbClr val="004C1E"/>
                </a:solidFill>
                <a:latin typeface="Arial"/>
              </a:rPr>
              <a:t>cap/</a:t>
            </a:r>
            <a:r>
              <a:rPr sz="1200" b="1" i="0">
                <a:solidFill>
                  <a:srgbClr val="004C1E"/>
                </a:solidFill>
                <a:latin typeface="Arial"/>
              </a:rPr>
              <a:t>floor)</a:t>
            </a:r>
          </a:p>
          <a:p>
            <a:pPr algn="l">
              <a:lnSpc>
                <a:spcPct val="112000"/>
              </a:lnSpc>
              <a:spcBef>
                <a:spcPts val="0"/>
              </a:spcBef>
              <a:spcAft>
                <a:spcPts val="400"/>
              </a:spcAft>
            </a:pPr>
            <a:r>
              <a:rPr sz="980" b="0" i="0">
                <a:solidFill>
                  <a:srgbClr val="333733"/>
                </a:solidFill>
                <a:latin typeface="Arial"/>
              </a:rPr>
              <a:t>Tương đương đơn vị sở hữu nắm quyền chọn </a:t>
            </a:r>
            <a:r>
              <a:rPr lang="en-US" sz="980" b="0" i="0">
                <a:solidFill>
                  <a:srgbClr val="333733"/>
                </a:solidFill>
                <a:latin typeface="Arial"/>
              </a:rPr>
              <a:t>mua/</a:t>
            </a:r>
            <a:r>
              <a:rPr sz="980" b="0" i="0">
                <a:solidFill>
                  <a:srgbClr val="333733"/>
                </a:solidFill>
                <a:latin typeface="Arial"/>
              </a:rPr>
              <a:t>bán trên lãi suất kỳ hạn với giá thực hiện là mức</a:t>
            </a:r>
            <a:r>
              <a:rPr lang="en-US" sz="980" b="0" i="0">
                <a:solidFill>
                  <a:srgbClr val="333733"/>
                </a:solidFill>
                <a:latin typeface="Arial"/>
              </a:rPr>
              <a:t> lãi suất</a:t>
            </a:r>
            <a:r>
              <a:rPr sz="980" b="0" i="0">
                <a:solidFill>
                  <a:srgbClr val="333733"/>
                </a:solidFill>
                <a:latin typeface="Arial"/>
              </a:rPr>
              <a:t> </a:t>
            </a:r>
            <a:r>
              <a:rPr lang="en-US" sz="980" b="0" i="0">
                <a:solidFill>
                  <a:srgbClr val="333733"/>
                </a:solidFill>
                <a:latin typeface="Arial"/>
              </a:rPr>
              <a:t>trần/</a:t>
            </a:r>
            <a:r>
              <a:rPr sz="980" b="0" i="0">
                <a:solidFill>
                  <a:srgbClr val="333733"/>
                </a:solidFill>
                <a:latin typeface="Arial"/>
              </a:rPr>
              <a:t>sàn. </a:t>
            </a:r>
          </a:p>
        </p:txBody>
      </p:sp>
      <p:sp>
        <p:nvSpPr>
          <p:cNvPr id="13" name="Rounded Rectangle 12"/>
          <p:cNvSpPr/>
          <p:nvPr/>
        </p:nvSpPr>
        <p:spPr>
          <a:xfrm>
            <a:off x="5742432" y="1517903"/>
            <a:ext cx="3401568" cy="3236975"/>
          </a:xfrm>
          <a:prstGeom prst="roundRect">
            <a:avLst>
              <a:gd name="adj" fmla="val 4000"/>
            </a:avLst>
          </a:prstGeom>
          <a:solidFill>
            <a:srgbClr val="EFF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989320" y="1682496"/>
            <a:ext cx="2926080" cy="274320"/>
          </a:xfrm>
          <a:prstGeom prst="rect">
            <a:avLst/>
          </a:prstGeom>
          <a:noFill/>
        </p:spPr>
        <p:txBody>
          <a:bodyPr wrap="square" lIns="0" tIns="0" rIns="0" bIns="0" anchor="t">
            <a:spAutoFit/>
          </a:bodyPr>
          <a:lstStyle/>
          <a:p>
            <a:pPr algn="l">
              <a:lnSpc>
                <a:spcPct val="115000"/>
              </a:lnSpc>
              <a:spcBef>
                <a:spcPts val="0"/>
              </a:spcBef>
              <a:spcAft>
                <a:spcPts val="0"/>
              </a:spcAft>
            </a:pPr>
            <a:r>
              <a:rPr sz="1200" b="1" i="0">
                <a:solidFill>
                  <a:srgbClr val="004C1E"/>
                </a:solidFill>
                <a:latin typeface="Arial"/>
              </a:rPr>
              <a:t>Ba bước phân rã giá trị</a:t>
            </a:r>
          </a:p>
        </p:txBody>
      </p:sp>
      <p:sp>
        <p:nvSpPr>
          <p:cNvPr id="15" name="Oval 14"/>
          <p:cNvSpPr/>
          <p:nvPr/>
        </p:nvSpPr>
        <p:spPr>
          <a:xfrm>
            <a:off x="5989320" y="2241592"/>
            <a:ext cx="310896" cy="310896"/>
          </a:xfrm>
          <a:prstGeom prst="ellipse">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Arial"/>
              </a:rPr>
              <a:t>1</a:t>
            </a:r>
          </a:p>
        </p:txBody>
      </p:sp>
      <p:sp>
        <p:nvSpPr>
          <p:cNvPr id="16" name="TextBox 15"/>
          <p:cNvSpPr txBox="1"/>
          <p:nvPr/>
        </p:nvSpPr>
        <p:spPr>
          <a:xfrm>
            <a:off x="6400800" y="2214161"/>
            <a:ext cx="2560320" cy="777240"/>
          </a:xfrm>
          <a:prstGeom prst="rect">
            <a:avLst/>
          </a:prstGeom>
          <a:noFill/>
        </p:spPr>
        <p:txBody>
          <a:bodyPr wrap="square" lIns="0" tIns="0" rIns="0" bIns="0" anchor="t">
            <a:spAutoFit/>
          </a:bodyPr>
          <a:lstStyle/>
          <a:p>
            <a:pPr algn="l">
              <a:lnSpc>
                <a:spcPct val="113000"/>
              </a:lnSpc>
              <a:spcBef>
                <a:spcPts val="0"/>
              </a:spcBef>
              <a:spcAft>
                <a:spcPts val="0"/>
              </a:spcAft>
            </a:pPr>
            <a:r>
              <a:rPr sz="1000" b="0" i="0">
                <a:solidFill>
                  <a:srgbClr val="333733"/>
                </a:solidFill>
                <a:latin typeface="Arial"/>
              </a:rPr>
              <a:t>Định giá trái phiếu thường (straight) cùng cấu trúc dòng tiền, không chứa quyền chọn</a:t>
            </a:r>
          </a:p>
        </p:txBody>
      </p:sp>
      <p:sp>
        <p:nvSpPr>
          <p:cNvPr id="17" name="Oval 16"/>
          <p:cNvSpPr/>
          <p:nvPr/>
        </p:nvSpPr>
        <p:spPr>
          <a:xfrm>
            <a:off x="5989320" y="3082840"/>
            <a:ext cx="310896" cy="310896"/>
          </a:xfrm>
          <a:prstGeom prst="ellipse">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Arial"/>
              </a:rPr>
              <a:t>2</a:t>
            </a:r>
          </a:p>
        </p:txBody>
      </p:sp>
      <p:sp>
        <p:nvSpPr>
          <p:cNvPr id="18" name="TextBox 17"/>
          <p:cNvSpPr txBox="1"/>
          <p:nvPr/>
        </p:nvSpPr>
        <p:spPr>
          <a:xfrm>
            <a:off x="6400800" y="3055409"/>
            <a:ext cx="2560320" cy="333489"/>
          </a:xfrm>
          <a:prstGeom prst="rect">
            <a:avLst/>
          </a:prstGeom>
          <a:noFill/>
        </p:spPr>
        <p:txBody>
          <a:bodyPr wrap="square" lIns="0" tIns="0" rIns="0" bIns="0" anchor="t">
            <a:spAutoFit/>
          </a:bodyPr>
          <a:lstStyle/>
          <a:p>
            <a:pPr algn="l">
              <a:lnSpc>
                <a:spcPct val="113000"/>
              </a:lnSpc>
              <a:spcBef>
                <a:spcPts val="0"/>
              </a:spcBef>
              <a:spcAft>
                <a:spcPts val="0"/>
              </a:spcAft>
            </a:pPr>
            <a:r>
              <a:rPr sz="1000" b="0" i="0">
                <a:solidFill>
                  <a:srgbClr val="333733"/>
                </a:solidFill>
                <a:latin typeface="Arial"/>
              </a:rPr>
              <a:t>Định giá trái phiếu đã bao gồm đầy đủ quyền chọn </a:t>
            </a:r>
            <a:r>
              <a:rPr lang="en-US" sz="1000" b="0" i="0">
                <a:solidFill>
                  <a:srgbClr val="333733"/>
                </a:solidFill>
                <a:latin typeface="Arial"/>
              </a:rPr>
              <a:t>đính kèm</a:t>
            </a:r>
            <a:endParaRPr sz="1000" b="0" i="0">
              <a:solidFill>
                <a:srgbClr val="333733"/>
              </a:solidFill>
              <a:latin typeface="Arial"/>
            </a:endParaRPr>
          </a:p>
        </p:txBody>
      </p:sp>
      <p:sp>
        <p:nvSpPr>
          <p:cNvPr id="19" name="Oval 18"/>
          <p:cNvSpPr/>
          <p:nvPr/>
        </p:nvSpPr>
        <p:spPr>
          <a:xfrm>
            <a:off x="5989320" y="3924089"/>
            <a:ext cx="310896" cy="310896"/>
          </a:xfrm>
          <a:prstGeom prst="ellipse">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Arial"/>
              </a:rPr>
              <a:t>3</a:t>
            </a:r>
          </a:p>
        </p:txBody>
      </p:sp>
      <p:sp>
        <p:nvSpPr>
          <p:cNvPr id="20" name="TextBox 19"/>
          <p:cNvSpPr txBox="1"/>
          <p:nvPr/>
        </p:nvSpPr>
        <p:spPr>
          <a:xfrm>
            <a:off x="6400800" y="3896657"/>
            <a:ext cx="2560320" cy="333489"/>
          </a:xfrm>
          <a:prstGeom prst="rect">
            <a:avLst/>
          </a:prstGeom>
          <a:noFill/>
        </p:spPr>
        <p:txBody>
          <a:bodyPr wrap="square" lIns="0" tIns="0" rIns="0" bIns="0" anchor="t">
            <a:spAutoFit/>
          </a:bodyPr>
          <a:lstStyle/>
          <a:p>
            <a:pPr algn="l">
              <a:lnSpc>
                <a:spcPct val="113000"/>
              </a:lnSpc>
              <a:spcBef>
                <a:spcPts val="0"/>
              </a:spcBef>
              <a:spcAft>
                <a:spcPts val="0"/>
              </a:spcAft>
            </a:pPr>
            <a:r>
              <a:rPr sz="1000" b="0" i="0">
                <a:solidFill>
                  <a:srgbClr val="333733"/>
                </a:solidFill>
                <a:latin typeface="Arial"/>
              </a:rPr>
              <a:t>Giá trị quyền chọn = chênh lệch giữa hai mức giá</a:t>
            </a:r>
          </a:p>
        </p:txBody>
      </p:sp>
      <p:pic>
        <p:nvPicPr>
          <p:cNvPr id="21" name="Picture 20" descr="f_opt.png"/>
          <p:cNvPicPr>
            <a:picLocks noChangeAspect="1"/>
          </p:cNvPicPr>
          <p:nvPr/>
        </p:nvPicPr>
        <p:blipFill>
          <a:blip r:embed="rId2"/>
          <a:stretch>
            <a:fillRect/>
          </a:stretch>
        </p:blipFill>
        <p:spPr>
          <a:xfrm>
            <a:off x="6618515" y="4245587"/>
            <a:ext cx="1654629" cy="255846"/>
          </a:xfrm>
          <a:prstGeom prst="rect">
            <a:avLst/>
          </a:prstGeom>
        </p:spPr>
      </p:pic>
      <p:sp>
        <p:nvSpPr>
          <p:cNvPr id="22" name="TextBox 21"/>
          <p:cNvSpPr txBox="1"/>
          <p:nvPr/>
        </p:nvSpPr>
        <p:spPr>
          <a:xfrm>
            <a:off x="457200" y="5462332"/>
            <a:ext cx="5074920" cy="669927"/>
          </a:xfrm>
          <a:prstGeom prst="rect">
            <a:avLst/>
          </a:prstGeom>
          <a:noFill/>
        </p:spPr>
        <p:txBody>
          <a:bodyPr wrap="square" lIns="0" tIns="0" rIns="0" bIns="0" anchor="t">
            <a:spAutoFit/>
          </a:bodyPr>
          <a:lstStyle/>
          <a:p>
            <a:pPr algn="l">
              <a:lnSpc>
                <a:spcPct val="115000"/>
              </a:lnSpc>
              <a:spcBef>
                <a:spcPts val="0"/>
              </a:spcBef>
              <a:spcAft>
                <a:spcPts val="500"/>
              </a:spcAft>
            </a:pPr>
            <a:r>
              <a:rPr sz="1050" b="0">
                <a:solidFill>
                  <a:srgbClr val="5A8E3F"/>
                </a:solidFill>
                <a:latin typeface="Arial"/>
              </a:rPr>
              <a:t>–  </a:t>
            </a:r>
            <a:r>
              <a:rPr sz="1050" b="1">
                <a:solidFill>
                  <a:srgbClr val="333733"/>
                </a:solidFill>
                <a:latin typeface="Arial"/>
              </a:rPr>
              <a:t>Opt – </a:t>
            </a:r>
            <a:r>
              <a:rPr sz="1050" b="0">
                <a:solidFill>
                  <a:srgbClr val="333733"/>
                </a:solidFill>
                <a:latin typeface="Arial"/>
              </a:rPr>
              <a:t>giá trị quyền chọn </a:t>
            </a:r>
            <a:r>
              <a:rPr lang="en-US" sz="1050" b="0">
                <a:solidFill>
                  <a:srgbClr val="333733"/>
                </a:solidFill>
                <a:latin typeface="Arial"/>
              </a:rPr>
              <a:t>đính kèm</a:t>
            </a:r>
            <a:endParaRPr sz="1050" b="0">
              <a:solidFill>
                <a:srgbClr val="333733"/>
              </a:solidFill>
              <a:latin typeface="Arial"/>
            </a:endParaRPr>
          </a:p>
          <a:p>
            <a:pPr algn="l">
              <a:lnSpc>
                <a:spcPct val="115000"/>
              </a:lnSpc>
              <a:spcBef>
                <a:spcPts val="0"/>
              </a:spcBef>
              <a:spcAft>
                <a:spcPts val="500"/>
              </a:spcAft>
            </a:pPr>
            <a:r>
              <a:rPr sz="1050" b="0">
                <a:solidFill>
                  <a:srgbClr val="5A8E3F"/>
                </a:solidFill>
                <a:latin typeface="Arial"/>
              </a:rPr>
              <a:t>–  </a:t>
            </a:r>
            <a:r>
              <a:rPr sz="1050" b="1">
                <a:solidFill>
                  <a:srgbClr val="333733"/>
                </a:solidFill>
                <a:latin typeface="Arial"/>
              </a:rPr>
              <a:t>V</a:t>
            </a:r>
            <a:r>
              <a:rPr lang="en-US" sz="1050" b="1" baseline="-25000">
                <a:solidFill>
                  <a:srgbClr val="333733"/>
                </a:solidFill>
                <a:latin typeface="Arial"/>
              </a:rPr>
              <a:t>Opt</a:t>
            </a:r>
            <a:r>
              <a:rPr sz="1050" b="1">
                <a:solidFill>
                  <a:srgbClr val="333733"/>
                </a:solidFill>
                <a:latin typeface="Arial"/>
              </a:rPr>
              <a:t> – </a:t>
            </a:r>
            <a:r>
              <a:rPr sz="1050" b="0">
                <a:solidFill>
                  <a:srgbClr val="333733"/>
                </a:solidFill>
                <a:latin typeface="Arial"/>
              </a:rPr>
              <a:t>giá trị trái phiếu đã bao gồm quyền chọn </a:t>
            </a:r>
            <a:r>
              <a:rPr lang="en-US" sz="1050" b="0">
                <a:solidFill>
                  <a:srgbClr val="333733"/>
                </a:solidFill>
                <a:latin typeface="Arial"/>
              </a:rPr>
              <a:t>đính kèm</a:t>
            </a:r>
            <a:r>
              <a:rPr sz="1050" b="0">
                <a:solidFill>
                  <a:srgbClr val="333733"/>
                </a:solidFill>
                <a:latin typeface="Arial"/>
              </a:rPr>
              <a:t> mua/bán/sàn</a:t>
            </a:r>
          </a:p>
          <a:p>
            <a:pPr algn="l">
              <a:lnSpc>
                <a:spcPct val="115000"/>
              </a:lnSpc>
              <a:spcBef>
                <a:spcPts val="0"/>
              </a:spcBef>
              <a:spcAft>
                <a:spcPts val="500"/>
              </a:spcAft>
            </a:pPr>
            <a:r>
              <a:rPr sz="1050" b="0">
                <a:solidFill>
                  <a:srgbClr val="5A8E3F"/>
                </a:solidFill>
                <a:latin typeface="Arial"/>
              </a:rPr>
              <a:t>–  </a:t>
            </a:r>
            <a:r>
              <a:rPr sz="1050" b="1">
                <a:solidFill>
                  <a:srgbClr val="333733"/>
                </a:solidFill>
                <a:latin typeface="Arial"/>
              </a:rPr>
              <a:t>V₀ – </a:t>
            </a:r>
            <a:r>
              <a:rPr sz="1050" b="0">
                <a:solidFill>
                  <a:srgbClr val="333733"/>
                </a:solidFill>
                <a:latin typeface="Arial"/>
              </a:rPr>
              <a:t>giá trị trái phiếu không chứa quyền chọn </a:t>
            </a:r>
            <a:r>
              <a:rPr lang="en-US" sz="1050" b="0">
                <a:solidFill>
                  <a:srgbClr val="333733"/>
                </a:solidFill>
                <a:latin typeface="Arial"/>
              </a:rPr>
              <a:t>đính kèm</a:t>
            </a:r>
            <a:endParaRPr sz="1050" b="0">
              <a:solidFill>
                <a:srgbClr val="333733"/>
              </a:solidFill>
              <a:latin typeface="Arial"/>
            </a:endParaRPr>
          </a:p>
        </p:txBody>
      </p:sp>
      <p:cxnSp>
        <p:nvCxnSpPr>
          <p:cNvPr id="24" name="Straight Connector 23">
            <a:extLst>
              <a:ext uri="{FF2B5EF4-FFF2-40B4-BE49-F238E27FC236}">
                <a16:creationId xmlns:a16="http://schemas.microsoft.com/office/drawing/2014/main" id="{66248595-F311-D71F-3FF6-579FAA899182}"/>
              </a:ext>
            </a:extLst>
          </p:cNvPr>
          <p:cNvCxnSpPr/>
          <p:nvPr/>
        </p:nvCxnSpPr>
        <p:spPr>
          <a:xfrm>
            <a:off x="457200" y="5341553"/>
            <a:ext cx="2103120" cy="0"/>
          </a:xfrm>
          <a:prstGeom prst="line">
            <a:avLst/>
          </a:prstGeom>
          <a:ln>
            <a:solidFill>
              <a:schemeClr val="accent3"/>
            </a:solidFill>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200" b="1">
                <a:solidFill>
                  <a:srgbClr val="004C1E"/>
                </a:solidFill>
                <a:latin typeface="Arial"/>
              </a:rPr>
              <a:t>Lựa chọn phương pháp mô hình hóa</a:t>
            </a:r>
          </a:p>
        </p:txBody>
      </p:sp>
      <p:sp>
        <p:nvSpPr>
          <p:cNvPr id="3" name="TextBox 2"/>
          <p:cNvSpPr txBox="1"/>
          <p:nvPr/>
        </p:nvSpPr>
        <p:spPr>
          <a:xfrm>
            <a:off x="457200" y="1060704"/>
            <a:ext cx="8686800" cy="274320"/>
          </a:xfrm>
          <a:prstGeom prst="rect">
            <a:avLst/>
          </a:prstGeom>
          <a:noFill/>
        </p:spPr>
        <p:txBody>
          <a:bodyPr wrap="square" lIns="0" tIns="0" rIns="0" bIns="0" anchor="t">
            <a:spAutoFit/>
          </a:bodyPr>
          <a:lstStyle/>
          <a:p>
            <a:pPr algn="l">
              <a:lnSpc>
                <a:spcPct val="115000"/>
              </a:lnSpc>
              <a:spcBef>
                <a:spcPts val="0"/>
              </a:spcBef>
              <a:spcAft>
                <a:spcPts val="0"/>
              </a:spcAft>
            </a:pPr>
            <a:r>
              <a:rPr sz="1150" b="0" i="1">
                <a:solidFill>
                  <a:srgbClr val="767C76"/>
                </a:solidFill>
                <a:latin typeface="Arial"/>
              </a:rPr>
              <a:t>Ba phương án được xem xét; phương án cây lãi suất nhiều nhân tố được lựa chọn</a:t>
            </a:r>
          </a:p>
        </p:txBody>
      </p:sp>
      <p:graphicFrame>
        <p:nvGraphicFramePr>
          <p:cNvPr id="4" name="Table 3"/>
          <p:cNvGraphicFramePr>
            <a:graphicFrameLocks noGrp="1"/>
          </p:cNvGraphicFramePr>
          <p:nvPr>
            <p:extLst>
              <p:ext uri="{D42A27DB-BD31-4B8C-83A1-F6EECF244321}">
                <p14:modId xmlns:p14="http://schemas.microsoft.com/office/powerpoint/2010/main" val="4247708580"/>
              </p:ext>
            </p:extLst>
          </p:nvPr>
        </p:nvGraphicFramePr>
        <p:xfrm>
          <a:off x="457200" y="1517904"/>
          <a:ext cx="8686800" cy="4679760"/>
        </p:xfrm>
        <a:graphic>
          <a:graphicData uri="http://schemas.openxmlformats.org/drawingml/2006/table">
            <a:tbl>
              <a:tblPr firstRow="1">
                <a:tableStyleId>{5C22544A-7EE6-4342-B048-85BDC9FD1C3A}</a:tableStyleId>
              </a:tblPr>
              <a:tblGrid>
                <a:gridCol w="1115568">
                  <a:extLst>
                    <a:ext uri="{9D8B030D-6E8A-4147-A177-3AD203B41FA5}">
                      <a16:colId xmlns:a16="http://schemas.microsoft.com/office/drawing/2014/main" val="20000"/>
                    </a:ext>
                  </a:extLst>
                </a:gridCol>
                <a:gridCol w="2395728">
                  <a:extLst>
                    <a:ext uri="{9D8B030D-6E8A-4147-A177-3AD203B41FA5}">
                      <a16:colId xmlns:a16="http://schemas.microsoft.com/office/drawing/2014/main" val="20001"/>
                    </a:ext>
                  </a:extLst>
                </a:gridCol>
                <a:gridCol w="2432304">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57200">
                <a:tc>
                  <a:txBody>
                    <a:bodyPr/>
                    <a:lstStyle/>
                    <a:p>
                      <a:pPr algn="l">
                        <a:lnSpc>
                          <a:spcPct val="105000"/>
                        </a:lnSpc>
                        <a:spcAft>
                          <a:spcPts val="100"/>
                        </a:spcAft>
                      </a:pPr>
                      <a:endParaRPr/>
                    </a:p>
                  </a:txBody>
                  <a:tcPr marL="64008" marR="64008" marT="27432" marB="27432" anchor="ctr">
                    <a:solidFill>
                      <a:srgbClr val="006600"/>
                    </a:solidFill>
                  </a:tcPr>
                </a:tc>
                <a:tc>
                  <a:txBody>
                    <a:bodyPr/>
                    <a:lstStyle/>
                    <a:p>
                      <a:pPr algn="l">
                        <a:lnSpc>
                          <a:spcPct val="105000"/>
                        </a:lnSpc>
                        <a:spcAft>
                          <a:spcPts val="100"/>
                        </a:spcAft>
                      </a:pPr>
                      <a:r>
                        <a:rPr sz="919" b="1">
                          <a:solidFill>
                            <a:srgbClr val="FFFFFF"/>
                          </a:solidFill>
                          <a:latin typeface="Arial"/>
                        </a:rPr>
                        <a:t>Mô hình Black 76</a:t>
                      </a:r>
                    </a:p>
                  </a:txBody>
                  <a:tcPr marL="64008" marR="64008" marT="27432" marB="27432" anchor="ctr">
                    <a:solidFill>
                      <a:srgbClr val="006600"/>
                    </a:solidFill>
                  </a:tcPr>
                </a:tc>
                <a:tc>
                  <a:txBody>
                    <a:bodyPr/>
                    <a:lstStyle/>
                    <a:p>
                      <a:pPr algn="l">
                        <a:lnSpc>
                          <a:spcPct val="105000"/>
                        </a:lnSpc>
                        <a:spcAft>
                          <a:spcPts val="100"/>
                        </a:spcAft>
                      </a:pPr>
                      <a:r>
                        <a:rPr sz="919" b="1">
                          <a:solidFill>
                            <a:srgbClr val="FFFFFF"/>
                          </a:solidFill>
                          <a:latin typeface="Arial"/>
                        </a:rPr>
                        <a:t>Mô hình cây lãi suất</a:t>
                      </a:r>
                      <a:r>
                        <a:rPr lang="en-US" sz="919" b="1">
                          <a:solidFill>
                            <a:srgbClr val="FFFFFF"/>
                          </a:solidFill>
                          <a:latin typeface="+mn-lt"/>
                        </a:rPr>
                        <a:t> Hull-White</a:t>
                      </a:r>
                      <a:endParaRPr sz="919" b="1">
                        <a:solidFill>
                          <a:srgbClr val="FFFFFF"/>
                        </a:solidFill>
                        <a:latin typeface="Arial"/>
                      </a:endParaRPr>
                    </a:p>
                    <a:p>
                      <a:pPr algn="l">
                        <a:lnSpc>
                          <a:spcPct val="105000"/>
                        </a:lnSpc>
                        <a:spcAft>
                          <a:spcPts val="100"/>
                        </a:spcAft>
                      </a:pPr>
                      <a:r>
                        <a:rPr sz="919" b="1">
                          <a:solidFill>
                            <a:srgbClr val="FFFFFF"/>
                          </a:solidFill>
                          <a:latin typeface="Arial"/>
                        </a:rPr>
                        <a:t>một nhân tố</a:t>
                      </a:r>
                    </a:p>
                  </a:txBody>
                  <a:tcPr marL="64008" marR="64008" marT="27432" marB="27432" anchor="ctr">
                    <a:solidFill>
                      <a:srgbClr val="006600"/>
                    </a:solidFill>
                  </a:tcPr>
                </a:tc>
                <a:tc>
                  <a:txBody>
                    <a:bodyPr/>
                    <a:lstStyle/>
                    <a:p>
                      <a:pPr algn="l">
                        <a:lnSpc>
                          <a:spcPct val="105000"/>
                        </a:lnSpc>
                        <a:spcAft>
                          <a:spcPts val="100"/>
                        </a:spcAft>
                      </a:pPr>
                      <a:r>
                        <a:rPr sz="919" b="1">
                          <a:solidFill>
                            <a:srgbClr val="FFFFFF"/>
                          </a:solidFill>
                          <a:latin typeface="Arial"/>
                        </a:rPr>
                        <a:t>Mô hình cây lãi suất</a:t>
                      </a:r>
                      <a:r>
                        <a:rPr lang="en-US" sz="919" b="1">
                          <a:solidFill>
                            <a:srgbClr val="FFFFFF"/>
                          </a:solidFill>
                          <a:latin typeface="Arial"/>
                        </a:rPr>
                        <a:t> Hull-White</a:t>
                      </a:r>
                      <a:endParaRPr sz="919" b="1">
                        <a:solidFill>
                          <a:srgbClr val="FFFFFF"/>
                        </a:solidFill>
                        <a:latin typeface="Arial"/>
                      </a:endParaRPr>
                    </a:p>
                    <a:p>
                      <a:pPr algn="l">
                        <a:lnSpc>
                          <a:spcPct val="105000"/>
                        </a:lnSpc>
                        <a:spcAft>
                          <a:spcPts val="100"/>
                        </a:spcAft>
                      </a:pPr>
                      <a:r>
                        <a:rPr sz="919" b="1">
                          <a:solidFill>
                            <a:srgbClr val="FFFFFF"/>
                          </a:solidFill>
                          <a:latin typeface="Arial"/>
                        </a:rPr>
                        <a:t>nhiều nhân tố  ✓</a:t>
                      </a:r>
                    </a:p>
                  </a:txBody>
                  <a:tcPr marL="64008" marR="64008" marT="27432" marB="27432" anchor="ctr">
                    <a:solidFill>
                      <a:srgbClr val="006600"/>
                    </a:solidFill>
                  </a:tcPr>
                </a:tc>
                <a:extLst>
                  <a:ext uri="{0D108BD9-81ED-4DB2-BD59-A6C34878D82A}">
                    <a16:rowId xmlns:a16="http://schemas.microsoft.com/office/drawing/2014/main" val="10000"/>
                  </a:ext>
                </a:extLst>
              </a:tr>
              <a:tr h="841248">
                <a:tc>
                  <a:txBody>
                    <a:bodyPr/>
                    <a:lstStyle/>
                    <a:p>
                      <a:pPr algn="l">
                        <a:lnSpc>
                          <a:spcPct val="105000"/>
                        </a:lnSpc>
                        <a:spcAft>
                          <a:spcPts val="100"/>
                        </a:spcAft>
                      </a:pPr>
                      <a:r>
                        <a:rPr sz="819" b="0">
                          <a:solidFill>
                            <a:srgbClr val="333733"/>
                          </a:solidFill>
                          <a:latin typeface="Arial"/>
                        </a:rPr>
                        <a:t>Phương pháp</a:t>
                      </a:r>
                    </a:p>
                  </a:txBody>
                  <a:tcPr marL="64008" marR="64008" marT="27432" marB="27432" anchor="ctr">
                    <a:solidFill>
                      <a:srgbClr val="FFFFFF"/>
                    </a:solidFill>
                  </a:tcPr>
                </a:tc>
                <a:tc>
                  <a:txBody>
                    <a:bodyPr/>
                    <a:lstStyle/>
                    <a:p>
                      <a:pPr algn="l">
                        <a:lnSpc>
                          <a:spcPct val="105000"/>
                        </a:lnSpc>
                        <a:spcAft>
                          <a:spcPts val="100"/>
                        </a:spcAft>
                      </a:pPr>
                      <a:r>
                        <a:rPr sz="819" b="0">
                          <a:solidFill>
                            <a:srgbClr val="333733"/>
                          </a:solidFill>
                          <a:latin typeface="Arial"/>
                        </a:rPr>
                        <a:t>Định giá quyền chọn trên trái phiếu dựa trên giả định giá kỳ hạn trái phiếu tại thời điểm đáo hạn quyền chọn tuân theo phân phối Log-Normal.</a:t>
                      </a:r>
                    </a:p>
                  </a:txBody>
                  <a:tcPr marL="64008" marR="64008" marT="27432" marB="27432" anchor="ctr">
                    <a:solidFill>
                      <a:srgbClr val="FFFFFF"/>
                    </a:solidFill>
                  </a:tcPr>
                </a:tc>
                <a:tc>
                  <a:txBody>
                    <a:bodyPr/>
                    <a:lstStyle/>
                    <a:p>
                      <a:pPr algn="l">
                        <a:lnSpc>
                          <a:spcPct val="105000"/>
                        </a:lnSpc>
                        <a:spcAft>
                          <a:spcPts val="100"/>
                        </a:spcAft>
                      </a:pPr>
                      <a:r>
                        <a:rPr sz="819" b="0">
                          <a:solidFill>
                            <a:srgbClr val="333733"/>
                          </a:solidFill>
                          <a:latin typeface="Arial"/>
                        </a:rPr>
                        <a:t>Ước lượng giá quyền chọn dựa trên giả định LSCK tức thời sau mỗi khoảng thời gian có thể đi theo một trong các nhánh cây đến khi đáo hạn.</a:t>
                      </a:r>
                    </a:p>
                  </a:txBody>
                  <a:tcPr marL="64008" marR="64008" marT="27432" marB="27432" anchor="ctr">
                    <a:solidFill>
                      <a:srgbClr val="FFFFFF"/>
                    </a:solidFill>
                  </a:tcPr>
                </a:tc>
                <a:tc>
                  <a:txBody>
                    <a:bodyPr/>
                    <a:lstStyle/>
                    <a:p>
                      <a:pPr algn="l">
                        <a:lnSpc>
                          <a:spcPct val="105000"/>
                        </a:lnSpc>
                        <a:spcAft>
                          <a:spcPts val="100"/>
                        </a:spcAft>
                      </a:pPr>
                      <a:r>
                        <a:rPr sz="819" b="0">
                          <a:solidFill>
                            <a:srgbClr val="333733"/>
                          </a:solidFill>
                          <a:latin typeface="Arial"/>
                        </a:rPr>
                        <a:t>Ước lượng giá quyền chọn dựa trên giả định lãi suất tức thời của LSCK và LSTC biến động đồng thời với tương quan ρ theo một trong các nhánh cây đến khi đáo hạn.</a:t>
                      </a:r>
                    </a:p>
                  </a:txBody>
                  <a:tcPr marL="64008" marR="64008" marT="27432" marB="27432" anchor="ctr">
                    <a:solidFill>
                      <a:srgbClr val="FFFFFF"/>
                    </a:solidFill>
                  </a:tcPr>
                </a:tc>
                <a:extLst>
                  <a:ext uri="{0D108BD9-81ED-4DB2-BD59-A6C34878D82A}">
                    <a16:rowId xmlns:a16="http://schemas.microsoft.com/office/drawing/2014/main" val="10001"/>
                  </a:ext>
                </a:extLst>
              </a:tr>
              <a:tr h="841248">
                <a:tc>
                  <a:txBody>
                    <a:bodyPr/>
                    <a:lstStyle/>
                    <a:p>
                      <a:pPr algn="l">
                        <a:lnSpc>
                          <a:spcPct val="105000"/>
                        </a:lnSpc>
                        <a:spcAft>
                          <a:spcPts val="100"/>
                        </a:spcAft>
                      </a:pPr>
                      <a:r>
                        <a:rPr sz="819" b="0">
                          <a:solidFill>
                            <a:srgbClr val="333733"/>
                          </a:solidFill>
                          <a:latin typeface="Arial"/>
                        </a:rPr>
                        <a:t>Giả định chính</a:t>
                      </a:r>
                    </a:p>
                  </a:txBody>
                  <a:tcPr marL="64008" marR="64008" marT="27432" marB="27432" anchor="ctr">
                    <a:solidFill>
                      <a:srgbClr val="F4F6F2"/>
                    </a:solidFill>
                  </a:tcPr>
                </a:tc>
                <a:tc>
                  <a:txBody>
                    <a:bodyPr/>
                    <a:lstStyle/>
                    <a:p>
                      <a:pPr algn="l">
                        <a:lnSpc>
                          <a:spcPct val="105000"/>
                        </a:lnSpc>
                        <a:spcAft>
                          <a:spcPts val="100"/>
                        </a:spcAft>
                      </a:pPr>
                      <a:r>
                        <a:rPr sz="819" b="0">
                          <a:solidFill>
                            <a:srgbClr val="333733"/>
                          </a:solidFill>
                          <a:latin typeface="Arial"/>
                        </a:rPr>
                        <a:t>Giá kỳ hạn trái phiếu phân phối Log-Normal.</a:t>
                      </a:r>
                    </a:p>
                  </a:txBody>
                  <a:tcPr marL="64008" marR="64008" marT="27432" marB="27432" anchor="ctr">
                    <a:solidFill>
                      <a:srgbClr val="F4F6F2"/>
                    </a:solidFill>
                  </a:tcPr>
                </a:tc>
                <a:tc>
                  <a:txBody>
                    <a:bodyPr/>
                    <a:lstStyle/>
                    <a:p>
                      <a:pPr algn="l">
                        <a:lnSpc>
                          <a:spcPct val="105000"/>
                        </a:lnSpc>
                        <a:spcAft>
                          <a:spcPts val="100"/>
                        </a:spcAft>
                      </a:pPr>
                      <a:r>
                        <a:rPr sz="819" b="0">
                          <a:solidFill>
                            <a:srgbClr val="333733"/>
                          </a:solidFill>
                          <a:latin typeface="Arial"/>
                        </a:rPr>
                        <a:t>LSCK tức thời thay đổi theo một trong các nhánh cây; phân phối normal và có mean-reversion.</a:t>
                      </a:r>
                    </a:p>
                  </a:txBody>
                  <a:tcPr marL="64008" marR="64008" marT="27432" marB="27432" anchor="ctr">
                    <a:solidFill>
                      <a:srgbClr val="F4F6F2"/>
                    </a:solidFill>
                  </a:tcPr>
                </a:tc>
                <a:tc>
                  <a:txBody>
                    <a:bodyPr/>
                    <a:lstStyle/>
                    <a:p>
                      <a:pPr algn="l">
                        <a:lnSpc>
                          <a:spcPct val="105000"/>
                        </a:lnSpc>
                        <a:spcAft>
                          <a:spcPts val="100"/>
                        </a:spcAft>
                      </a:pPr>
                      <a:r>
                        <a:rPr sz="819" b="0">
                          <a:solidFill>
                            <a:srgbClr val="333733"/>
                          </a:solidFill>
                          <a:latin typeface="Arial"/>
                        </a:rPr>
                        <a:t>LSCK và LSTC tức thời thay đổi theo một trong các nhánh cây; phân phối normal và có mean-reversion.</a:t>
                      </a:r>
                    </a:p>
                  </a:txBody>
                  <a:tcPr marL="64008" marR="64008" marT="27432" marB="27432" anchor="ctr">
                    <a:solidFill>
                      <a:srgbClr val="F4F6F2"/>
                    </a:solidFill>
                  </a:tcPr>
                </a:tc>
                <a:extLst>
                  <a:ext uri="{0D108BD9-81ED-4DB2-BD59-A6C34878D82A}">
                    <a16:rowId xmlns:a16="http://schemas.microsoft.com/office/drawing/2014/main" val="10002"/>
                  </a:ext>
                </a:extLst>
              </a:tr>
              <a:tr h="841248">
                <a:tc>
                  <a:txBody>
                    <a:bodyPr/>
                    <a:lstStyle/>
                    <a:p>
                      <a:pPr algn="l">
                        <a:lnSpc>
                          <a:spcPct val="105000"/>
                        </a:lnSpc>
                        <a:spcAft>
                          <a:spcPts val="100"/>
                        </a:spcAft>
                      </a:pPr>
                      <a:r>
                        <a:rPr sz="819" b="0">
                          <a:solidFill>
                            <a:srgbClr val="333733"/>
                          </a:solidFill>
                          <a:latin typeface="Arial"/>
                        </a:rPr>
                        <a:t>Cách định giá</a:t>
                      </a:r>
                    </a:p>
                    <a:p>
                      <a:pPr algn="l">
                        <a:lnSpc>
                          <a:spcPct val="105000"/>
                        </a:lnSpc>
                        <a:spcAft>
                          <a:spcPts val="100"/>
                        </a:spcAft>
                      </a:pPr>
                      <a:r>
                        <a:rPr sz="819" b="0">
                          <a:solidFill>
                            <a:srgbClr val="333733"/>
                          </a:solidFill>
                          <a:latin typeface="Arial"/>
                        </a:rPr>
                        <a:t>quyền chọn</a:t>
                      </a:r>
                    </a:p>
                  </a:txBody>
                  <a:tcPr marL="64008" marR="64008" marT="27432" marB="27432" anchor="ctr">
                    <a:solidFill>
                      <a:srgbClr val="FFFFFF"/>
                    </a:solidFill>
                  </a:tcPr>
                </a:tc>
                <a:tc>
                  <a:txBody>
                    <a:bodyPr/>
                    <a:lstStyle/>
                    <a:p>
                      <a:pPr algn="l">
                        <a:lnSpc>
                          <a:spcPct val="105000"/>
                        </a:lnSpc>
                        <a:spcAft>
                          <a:spcPts val="100"/>
                        </a:spcAft>
                      </a:pPr>
                      <a:r>
                        <a:rPr sz="819" b="0">
                          <a:solidFill>
                            <a:srgbClr val="333733"/>
                          </a:solidFill>
                          <a:latin typeface="Arial"/>
                        </a:rPr>
                        <a:t>Tương tự Mô hình Định giá GTCG do TCTD phát hành trên Sổ kinh doanh có quyền chọn.</a:t>
                      </a:r>
                    </a:p>
                  </a:txBody>
                  <a:tcPr marL="64008" marR="64008" marT="27432" marB="27432" anchor="ctr">
                    <a:solidFill>
                      <a:srgbClr val="FFFFFF"/>
                    </a:solidFill>
                  </a:tcPr>
                </a:tc>
                <a:tc>
                  <a:txBody>
                    <a:bodyPr/>
                    <a:lstStyle/>
                    <a:p>
                      <a:pPr marL="171450" indent="-171450" algn="l">
                        <a:lnSpc>
                          <a:spcPct val="105000"/>
                        </a:lnSpc>
                        <a:spcAft>
                          <a:spcPts val="100"/>
                        </a:spcAft>
                        <a:buFont typeface="Arial" panose="020B0604020202020204" pitchFamily="34" charset="0"/>
                        <a:buChar char="•"/>
                      </a:pPr>
                      <a:r>
                        <a:rPr sz="819" b="0">
                          <a:solidFill>
                            <a:srgbClr val="333733"/>
                          </a:solidFill>
                          <a:latin typeface="Arial"/>
                        </a:rPr>
                        <a:t>Cây chia nhánh các kịch bản LSCK tức thời</a:t>
                      </a:r>
                      <a:endParaRPr lang="en-US" sz="819" b="0">
                        <a:solidFill>
                          <a:srgbClr val="333733"/>
                        </a:solidFill>
                        <a:latin typeface="Arial"/>
                      </a:endParaRPr>
                    </a:p>
                    <a:p>
                      <a:pPr marL="171450" indent="-171450" algn="l">
                        <a:lnSpc>
                          <a:spcPct val="105000"/>
                        </a:lnSpc>
                        <a:spcAft>
                          <a:spcPts val="100"/>
                        </a:spcAft>
                        <a:buFont typeface="Arial" panose="020B0604020202020204" pitchFamily="34" charset="0"/>
                        <a:buChar char="•"/>
                      </a:pPr>
                      <a:r>
                        <a:rPr lang="en-US" sz="819" b="0">
                          <a:solidFill>
                            <a:srgbClr val="333733"/>
                          </a:solidFill>
                          <a:latin typeface="Arial"/>
                        </a:rPr>
                        <a:t>X</a:t>
                      </a:r>
                      <a:r>
                        <a:rPr sz="819" b="0">
                          <a:solidFill>
                            <a:srgbClr val="333733"/>
                          </a:solidFill>
                          <a:latin typeface="Arial"/>
                        </a:rPr>
                        <a:t>ác định </a:t>
                      </a:r>
                      <a:r>
                        <a:rPr lang="en-US" sz="819" b="0">
                          <a:solidFill>
                            <a:srgbClr val="333733"/>
                          </a:solidFill>
                          <a:latin typeface="Arial"/>
                        </a:rPr>
                        <a:t>giá trị trái phiếu</a:t>
                      </a:r>
                      <a:r>
                        <a:rPr sz="819" b="0">
                          <a:solidFill>
                            <a:srgbClr val="333733"/>
                          </a:solidFill>
                          <a:latin typeface="Arial"/>
                        </a:rPr>
                        <a:t> tại </a:t>
                      </a:r>
                      <a:r>
                        <a:rPr lang="en-US" sz="819" b="0">
                          <a:solidFill>
                            <a:srgbClr val="333733"/>
                          </a:solidFill>
                          <a:latin typeface="Arial"/>
                        </a:rPr>
                        <a:t>các nút</a:t>
                      </a:r>
                      <a:r>
                        <a:rPr sz="819" b="0">
                          <a:solidFill>
                            <a:srgbClr val="333733"/>
                          </a:solidFill>
                          <a:latin typeface="Arial"/>
                        </a:rPr>
                        <a:t> </a:t>
                      </a:r>
                      <a:endParaRPr lang="en-US" sz="819" b="0">
                        <a:solidFill>
                          <a:srgbClr val="333733"/>
                        </a:solidFill>
                        <a:latin typeface="Arial"/>
                      </a:endParaRPr>
                    </a:p>
                    <a:p>
                      <a:pPr marL="171450" indent="-171450" algn="l">
                        <a:lnSpc>
                          <a:spcPct val="105000"/>
                        </a:lnSpc>
                        <a:spcAft>
                          <a:spcPts val="100"/>
                        </a:spcAft>
                        <a:buFont typeface="Arial" panose="020B0604020202020204" pitchFamily="34" charset="0"/>
                        <a:buChar char="•"/>
                      </a:pPr>
                      <a:r>
                        <a:rPr lang="en-US" sz="819" b="0">
                          <a:solidFill>
                            <a:srgbClr val="333733"/>
                          </a:solidFill>
                          <a:latin typeface="Arial"/>
                        </a:rPr>
                        <a:t>C</a:t>
                      </a:r>
                      <a:r>
                        <a:rPr sz="819" b="0">
                          <a:solidFill>
                            <a:srgbClr val="333733"/>
                          </a:solidFill>
                          <a:latin typeface="Arial"/>
                        </a:rPr>
                        <a:t>hiết khấu ngược về gốc cây theo LSCK và xác suất từng nút.</a:t>
                      </a:r>
                    </a:p>
                  </a:txBody>
                  <a:tcPr marL="64008" marR="64008" marT="27432" marB="27432" anchor="ctr">
                    <a:solidFill>
                      <a:srgbClr val="FFFFFF"/>
                    </a:solidFill>
                  </a:tcPr>
                </a:tc>
                <a:tc>
                  <a:txBody>
                    <a:bodyPr/>
                    <a:lstStyle/>
                    <a:p>
                      <a:pPr marL="171450" indent="-171450" algn="l">
                        <a:lnSpc>
                          <a:spcPct val="105000"/>
                        </a:lnSpc>
                        <a:spcAft>
                          <a:spcPts val="100"/>
                        </a:spcAft>
                        <a:buFont typeface="Arial" panose="020B0604020202020204" pitchFamily="34" charset="0"/>
                        <a:buChar char="•"/>
                      </a:pPr>
                      <a:r>
                        <a:rPr sz="819" b="0">
                          <a:solidFill>
                            <a:srgbClr val="333733"/>
                          </a:solidFill>
                          <a:latin typeface="Arial"/>
                        </a:rPr>
                        <a:t>Cây chia nhánh các kịch bản biến động đồng thời LSCK và LSTC có tương quan ρ;</a:t>
                      </a:r>
                      <a:endParaRPr lang="en-US" sz="819" b="0">
                        <a:solidFill>
                          <a:srgbClr val="333733"/>
                        </a:solidFill>
                        <a:latin typeface="Arial"/>
                      </a:endParaRPr>
                    </a:p>
                    <a:p>
                      <a:pPr marL="171450" indent="-171450" algn="l">
                        <a:lnSpc>
                          <a:spcPct val="105000"/>
                        </a:lnSpc>
                        <a:spcAft>
                          <a:spcPts val="100"/>
                        </a:spcAft>
                        <a:buFont typeface="Arial" panose="020B0604020202020204" pitchFamily="34" charset="0"/>
                        <a:buChar char="•"/>
                      </a:pPr>
                      <a:r>
                        <a:rPr lang="en-US" sz="819" b="0">
                          <a:solidFill>
                            <a:srgbClr val="333733"/>
                          </a:solidFill>
                          <a:latin typeface="Arial"/>
                        </a:rPr>
                        <a:t>X</a:t>
                      </a:r>
                      <a:r>
                        <a:rPr sz="819" b="0">
                          <a:solidFill>
                            <a:srgbClr val="333733"/>
                          </a:solidFill>
                          <a:latin typeface="Arial"/>
                        </a:rPr>
                        <a:t>ác định </a:t>
                      </a:r>
                      <a:r>
                        <a:rPr lang="en-US" sz="819" b="0">
                          <a:solidFill>
                            <a:srgbClr val="333733"/>
                          </a:solidFill>
                          <a:latin typeface="Arial"/>
                        </a:rPr>
                        <a:t>giá trị trái phiếu </a:t>
                      </a:r>
                      <a:r>
                        <a:rPr sz="819" b="0">
                          <a:solidFill>
                            <a:srgbClr val="333733"/>
                          </a:solidFill>
                          <a:latin typeface="Arial"/>
                        </a:rPr>
                        <a:t>theo LSTC </a:t>
                      </a:r>
                      <a:r>
                        <a:rPr lang="en-US" sz="819" b="0">
                          <a:solidFill>
                            <a:srgbClr val="333733"/>
                          </a:solidFill>
                          <a:latin typeface="Arial"/>
                        </a:rPr>
                        <a:t>và</a:t>
                      </a:r>
                      <a:r>
                        <a:rPr sz="819" b="0">
                          <a:solidFill>
                            <a:srgbClr val="333733"/>
                          </a:solidFill>
                          <a:latin typeface="Arial"/>
                        </a:rPr>
                        <a:t> điều khoản trần/sàn hoặc</a:t>
                      </a:r>
                      <a:r>
                        <a:rPr lang="en-US" sz="819" b="0">
                          <a:solidFill>
                            <a:srgbClr val="333733"/>
                          </a:solidFill>
                          <a:latin typeface="Arial"/>
                        </a:rPr>
                        <a:t> theo</a:t>
                      </a:r>
                      <a:r>
                        <a:rPr sz="819" b="0">
                          <a:solidFill>
                            <a:srgbClr val="333733"/>
                          </a:solidFill>
                          <a:latin typeface="Arial"/>
                        </a:rPr>
                        <a:t> lãi suất cố định;</a:t>
                      </a:r>
                      <a:endParaRPr lang="en-US" sz="819" b="0">
                        <a:solidFill>
                          <a:srgbClr val="333733"/>
                        </a:solidFill>
                        <a:latin typeface="Arial"/>
                      </a:endParaRPr>
                    </a:p>
                    <a:p>
                      <a:pPr marL="171450" indent="-171450" algn="l">
                        <a:lnSpc>
                          <a:spcPct val="105000"/>
                        </a:lnSpc>
                        <a:spcAft>
                          <a:spcPts val="100"/>
                        </a:spcAft>
                        <a:buFont typeface="Arial" panose="020B0604020202020204" pitchFamily="34" charset="0"/>
                        <a:buChar char="•"/>
                      </a:pPr>
                      <a:r>
                        <a:rPr lang="en-US" sz="819" b="0">
                          <a:solidFill>
                            <a:srgbClr val="333733"/>
                          </a:solidFill>
                          <a:latin typeface="Arial"/>
                        </a:rPr>
                        <a:t>C</a:t>
                      </a:r>
                      <a:r>
                        <a:rPr sz="819" b="0">
                          <a:solidFill>
                            <a:srgbClr val="333733"/>
                          </a:solidFill>
                          <a:latin typeface="Arial"/>
                        </a:rPr>
                        <a:t>hiết khấu ngược về gốc cây</a:t>
                      </a:r>
                      <a:r>
                        <a:rPr lang="en-US" sz="819" b="0">
                          <a:solidFill>
                            <a:srgbClr val="333733"/>
                          </a:solidFill>
                          <a:latin typeface="+mn-lt"/>
                        </a:rPr>
                        <a:t> theo LSCK và xác suất từng nút</a:t>
                      </a:r>
                      <a:r>
                        <a:rPr sz="819" b="0">
                          <a:solidFill>
                            <a:srgbClr val="333733"/>
                          </a:solidFill>
                          <a:latin typeface="Arial"/>
                        </a:rPr>
                        <a:t>.</a:t>
                      </a:r>
                    </a:p>
                  </a:txBody>
                  <a:tcPr marL="64008" marR="64008" marT="27432" marB="27432" anchor="ctr">
                    <a:solidFill>
                      <a:srgbClr val="FFFFFF"/>
                    </a:solidFill>
                  </a:tcPr>
                </a:tc>
                <a:extLst>
                  <a:ext uri="{0D108BD9-81ED-4DB2-BD59-A6C34878D82A}">
                    <a16:rowId xmlns:a16="http://schemas.microsoft.com/office/drawing/2014/main" val="10003"/>
                  </a:ext>
                </a:extLst>
              </a:tr>
              <a:tr h="841248">
                <a:tc>
                  <a:txBody>
                    <a:bodyPr/>
                    <a:lstStyle/>
                    <a:p>
                      <a:pPr algn="l">
                        <a:lnSpc>
                          <a:spcPct val="105000"/>
                        </a:lnSpc>
                        <a:spcAft>
                          <a:spcPts val="100"/>
                        </a:spcAft>
                      </a:pPr>
                      <a:r>
                        <a:rPr sz="819" b="0">
                          <a:solidFill>
                            <a:srgbClr val="333733"/>
                          </a:solidFill>
                          <a:latin typeface="Arial"/>
                        </a:rPr>
                        <a:t>Ưu điểm</a:t>
                      </a:r>
                    </a:p>
                  </a:txBody>
                  <a:tcPr marL="64008" marR="64008" marT="27432" marB="27432" anchor="ctr">
                    <a:solidFill>
                      <a:srgbClr val="F4F6F2"/>
                    </a:solidFill>
                  </a:tcPr>
                </a:tc>
                <a:tc>
                  <a:txBody>
                    <a:bodyPr/>
                    <a:lstStyle/>
                    <a:p>
                      <a:pPr marL="171450" indent="-171450" algn="l">
                        <a:lnSpc>
                          <a:spcPct val="105000"/>
                        </a:lnSpc>
                        <a:spcAft>
                          <a:spcPts val="100"/>
                        </a:spcAft>
                        <a:buFont typeface="Arial" panose="020B0604020202020204" pitchFamily="34" charset="0"/>
                        <a:buChar char="•"/>
                      </a:pPr>
                      <a:r>
                        <a:rPr sz="819" b="0">
                          <a:solidFill>
                            <a:srgbClr val="333733"/>
                          </a:solidFill>
                          <a:latin typeface="Arial"/>
                        </a:rPr>
                        <a:t>Công thức đóng, tính toán nhanh và trực tiếp</a:t>
                      </a:r>
                      <a:endParaRPr lang="en-US" sz="819" b="0">
                        <a:solidFill>
                          <a:srgbClr val="333733"/>
                        </a:solidFill>
                        <a:latin typeface="Arial"/>
                      </a:endParaRPr>
                    </a:p>
                    <a:p>
                      <a:pPr marL="171450" indent="-171450" algn="l">
                        <a:lnSpc>
                          <a:spcPct val="105000"/>
                        </a:lnSpc>
                        <a:spcAft>
                          <a:spcPts val="100"/>
                        </a:spcAft>
                        <a:buFont typeface="Arial" panose="020B0604020202020204" pitchFamily="34" charset="0"/>
                        <a:buChar char="•"/>
                      </a:pPr>
                      <a:r>
                        <a:rPr lang="en-US" sz="819" b="0">
                          <a:solidFill>
                            <a:srgbClr val="333733"/>
                          </a:solidFill>
                          <a:latin typeface="Arial"/>
                        </a:rPr>
                        <a:t>P</a:t>
                      </a:r>
                      <a:r>
                        <a:rPr sz="819" b="0">
                          <a:solidFill>
                            <a:srgbClr val="333733"/>
                          </a:solidFill>
                          <a:latin typeface="Arial"/>
                        </a:rPr>
                        <a:t>hù hợp với quyền chọn kiểu châu Âu.</a:t>
                      </a:r>
                    </a:p>
                  </a:txBody>
                  <a:tcPr marL="64008" marR="64008" marT="27432" marB="27432" anchor="ctr">
                    <a:solidFill>
                      <a:srgbClr val="F4F6F2"/>
                    </a:solidFill>
                  </a:tcPr>
                </a:tc>
                <a:tc>
                  <a:txBody>
                    <a:bodyPr/>
                    <a:lstStyle/>
                    <a:p>
                      <a:pPr algn="l">
                        <a:lnSpc>
                          <a:spcPct val="105000"/>
                        </a:lnSpc>
                        <a:spcAft>
                          <a:spcPts val="100"/>
                        </a:spcAft>
                      </a:pPr>
                      <a:r>
                        <a:rPr sz="819" b="0">
                          <a:solidFill>
                            <a:srgbClr val="333733"/>
                          </a:solidFill>
                          <a:latin typeface="Arial"/>
                        </a:rPr>
                        <a:t>Phù hợp với quyền chọn sớm (American, Bermudan).</a:t>
                      </a:r>
                    </a:p>
                  </a:txBody>
                  <a:tcPr marL="64008" marR="64008" marT="27432" marB="27432" anchor="ctr">
                    <a:solidFill>
                      <a:srgbClr val="F4F6F2"/>
                    </a:solidFill>
                  </a:tcPr>
                </a:tc>
                <a:tc>
                  <a:txBody>
                    <a:bodyPr/>
                    <a:lstStyle/>
                    <a:p>
                      <a:pPr marL="171450" indent="-171450" algn="l">
                        <a:lnSpc>
                          <a:spcPct val="105000"/>
                        </a:lnSpc>
                        <a:spcAft>
                          <a:spcPts val="100"/>
                        </a:spcAft>
                        <a:buFont typeface="Arial" panose="020B0604020202020204" pitchFamily="34" charset="0"/>
                        <a:buChar char="•"/>
                      </a:pPr>
                      <a:r>
                        <a:rPr sz="819" b="0">
                          <a:solidFill>
                            <a:srgbClr val="333733"/>
                          </a:solidFill>
                          <a:latin typeface="Arial"/>
                        </a:rPr>
                        <a:t>Phù hợp với quyền chọn sớm</a:t>
                      </a:r>
                      <a:endParaRPr lang="en-US" sz="819" b="0">
                        <a:solidFill>
                          <a:srgbClr val="333733"/>
                        </a:solidFill>
                        <a:latin typeface="Arial"/>
                      </a:endParaRPr>
                    </a:p>
                    <a:p>
                      <a:pPr marL="171450" indent="-171450" algn="l">
                        <a:lnSpc>
                          <a:spcPct val="105000"/>
                        </a:lnSpc>
                        <a:spcAft>
                          <a:spcPts val="100"/>
                        </a:spcAft>
                        <a:buFont typeface="Arial" panose="020B0604020202020204" pitchFamily="34" charset="0"/>
                        <a:buChar char="•"/>
                      </a:pPr>
                      <a:r>
                        <a:rPr lang="en-US" sz="819" b="0">
                          <a:solidFill>
                            <a:srgbClr val="333733"/>
                          </a:solidFill>
                          <a:latin typeface="Arial"/>
                        </a:rPr>
                        <a:t>B</a:t>
                      </a:r>
                      <a:r>
                        <a:rPr sz="819" b="0">
                          <a:solidFill>
                            <a:srgbClr val="333733"/>
                          </a:solidFill>
                          <a:latin typeface="Arial"/>
                        </a:rPr>
                        <a:t>ao gồm biến động LSCK, LSTC và tương quan của hai loại lãi suất; định giá được coupon thả nổi có trần/sàn lãi suất.</a:t>
                      </a:r>
                    </a:p>
                  </a:txBody>
                  <a:tcPr marL="64008" marR="64008" marT="27432" marB="27432" anchor="ctr">
                    <a:solidFill>
                      <a:srgbClr val="F4F6F2"/>
                    </a:solidFill>
                  </a:tcPr>
                </a:tc>
                <a:extLst>
                  <a:ext uri="{0D108BD9-81ED-4DB2-BD59-A6C34878D82A}">
                    <a16:rowId xmlns:a16="http://schemas.microsoft.com/office/drawing/2014/main" val="10004"/>
                  </a:ext>
                </a:extLst>
              </a:tr>
              <a:tr h="841248">
                <a:tc>
                  <a:txBody>
                    <a:bodyPr/>
                    <a:lstStyle/>
                    <a:p>
                      <a:pPr algn="l">
                        <a:lnSpc>
                          <a:spcPct val="105000"/>
                        </a:lnSpc>
                        <a:spcAft>
                          <a:spcPts val="100"/>
                        </a:spcAft>
                      </a:pPr>
                      <a:r>
                        <a:rPr sz="819" b="0">
                          <a:solidFill>
                            <a:srgbClr val="333733"/>
                          </a:solidFill>
                          <a:latin typeface="Arial"/>
                        </a:rPr>
                        <a:t>Nhược điểm</a:t>
                      </a:r>
                    </a:p>
                  </a:txBody>
                  <a:tcPr marL="64008" marR="64008" marT="27432" marB="27432" anchor="ctr">
                    <a:solidFill>
                      <a:srgbClr val="FFFFFF"/>
                    </a:solidFill>
                  </a:tcPr>
                </a:tc>
                <a:tc>
                  <a:txBody>
                    <a:bodyPr/>
                    <a:lstStyle/>
                    <a:p>
                      <a:pPr marL="171450" indent="-171450" algn="l">
                        <a:lnSpc>
                          <a:spcPct val="105000"/>
                        </a:lnSpc>
                        <a:spcAft>
                          <a:spcPts val="100"/>
                        </a:spcAft>
                        <a:buFont typeface="Arial" panose="020B0604020202020204" pitchFamily="34" charset="0"/>
                        <a:buChar char="•"/>
                      </a:pPr>
                      <a:r>
                        <a:rPr sz="819" b="0">
                          <a:solidFill>
                            <a:srgbClr val="333733"/>
                          </a:solidFill>
                          <a:latin typeface="Arial"/>
                        </a:rPr>
                        <a:t>Giả định phân phối Log-Normal có thể không phản ánh đủ biến động thực tế; </a:t>
                      </a:r>
                      <a:endParaRPr lang="en-US" sz="819" b="0">
                        <a:solidFill>
                          <a:srgbClr val="333733"/>
                        </a:solidFill>
                        <a:latin typeface="Arial"/>
                      </a:endParaRPr>
                    </a:p>
                    <a:p>
                      <a:pPr marL="171450" indent="-171450" algn="l">
                        <a:lnSpc>
                          <a:spcPct val="105000"/>
                        </a:lnSpc>
                        <a:spcAft>
                          <a:spcPts val="100"/>
                        </a:spcAft>
                        <a:buFont typeface="Arial" panose="020B0604020202020204" pitchFamily="34" charset="0"/>
                        <a:buChar char="•"/>
                      </a:pPr>
                      <a:r>
                        <a:rPr lang="en-US" sz="819" b="0">
                          <a:solidFill>
                            <a:srgbClr val="333733"/>
                          </a:solidFill>
                          <a:latin typeface="Arial"/>
                        </a:rPr>
                        <a:t>C</a:t>
                      </a:r>
                      <a:r>
                        <a:rPr lang="vi-VN" sz="819" b="0">
                          <a:solidFill>
                            <a:srgbClr val="333733"/>
                          </a:solidFill>
                          <a:latin typeface="Arial"/>
                        </a:rPr>
                        <a:t>hưa bao gồm giá trị quyền chọn trần/sàn lãi suất</a:t>
                      </a:r>
                      <a:r>
                        <a:rPr lang="en-US" sz="819" b="0">
                          <a:solidFill>
                            <a:srgbClr val="333733"/>
                          </a:solidFill>
                          <a:latin typeface="Arial"/>
                        </a:rPr>
                        <a:t>;</a:t>
                      </a:r>
                    </a:p>
                    <a:p>
                      <a:pPr marL="171450" indent="-171450" algn="l">
                        <a:lnSpc>
                          <a:spcPct val="105000"/>
                        </a:lnSpc>
                        <a:spcAft>
                          <a:spcPts val="100"/>
                        </a:spcAft>
                        <a:buFont typeface="Arial" panose="020B0604020202020204" pitchFamily="34" charset="0"/>
                        <a:buChar char="•"/>
                      </a:pPr>
                      <a:r>
                        <a:rPr lang="en-US" sz="819" b="0">
                          <a:solidFill>
                            <a:srgbClr val="333733"/>
                          </a:solidFill>
                          <a:latin typeface="Arial"/>
                        </a:rPr>
                        <a:t>K</a:t>
                      </a:r>
                      <a:r>
                        <a:rPr sz="819" b="0">
                          <a:solidFill>
                            <a:srgbClr val="333733"/>
                          </a:solidFill>
                          <a:latin typeface="Arial"/>
                        </a:rPr>
                        <a:t>hông phù hợp với quyền chọn sớm.</a:t>
                      </a:r>
                    </a:p>
                  </a:txBody>
                  <a:tcPr marL="64008" marR="64008" marT="27432" marB="27432" anchor="ctr">
                    <a:solidFill>
                      <a:srgbClr val="FFFFFF"/>
                    </a:solidFill>
                  </a:tcPr>
                </a:tc>
                <a:tc>
                  <a:txBody>
                    <a:bodyPr/>
                    <a:lstStyle/>
                    <a:p>
                      <a:pPr marL="171450" indent="-171450" algn="l">
                        <a:lnSpc>
                          <a:spcPct val="105000"/>
                        </a:lnSpc>
                        <a:spcAft>
                          <a:spcPts val="100"/>
                        </a:spcAft>
                        <a:buFont typeface="Arial" panose="020B0604020202020204" pitchFamily="34" charset="0"/>
                        <a:buChar char="•"/>
                      </a:pPr>
                      <a:r>
                        <a:rPr lang="en-US" sz="819" b="0">
                          <a:solidFill>
                            <a:srgbClr val="333733"/>
                          </a:solidFill>
                          <a:latin typeface="Arial"/>
                        </a:rPr>
                        <a:t>C</a:t>
                      </a:r>
                      <a:r>
                        <a:rPr sz="819" b="0">
                          <a:solidFill>
                            <a:srgbClr val="333733"/>
                          </a:solidFill>
                          <a:latin typeface="Arial"/>
                        </a:rPr>
                        <a:t>hưa bao gồm giá trị quyền chọn trần/sàn</a:t>
                      </a:r>
                      <a:r>
                        <a:rPr lang="en-US" sz="819" b="0">
                          <a:solidFill>
                            <a:srgbClr val="333733"/>
                          </a:solidFill>
                          <a:latin typeface="Arial"/>
                        </a:rPr>
                        <a:t> tính trên</a:t>
                      </a:r>
                      <a:r>
                        <a:rPr sz="819" b="0">
                          <a:solidFill>
                            <a:srgbClr val="333733"/>
                          </a:solidFill>
                          <a:latin typeface="Arial"/>
                        </a:rPr>
                        <a:t> lãi suất</a:t>
                      </a:r>
                      <a:r>
                        <a:rPr lang="en-US" sz="819" b="0">
                          <a:solidFill>
                            <a:srgbClr val="333733"/>
                          </a:solidFill>
                          <a:latin typeface="Arial"/>
                        </a:rPr>
                        <a:t> coupon thả nổi</a:t>
                      </a:r>
                      <a:r>
                        <a:rPr sz="819" b="0">
                          <a:solidFill>
                            <a:srgbClr val="333733"/>
                          </a:solidFill>
                          <a:latin typeface="Arial"/>
                        </a:rPr>
                        <a:t>; </a:t>
                      </a:r>
                      <a:endParaRPr lang="en-US" sz="819" b="0">
                        <a:solidFill>
                          <a:srgbClr val="333733"/>
                        </a:solidFill>
                        <a:latin typeface="Arial"/>
                      </a:endParaRPr>
                    </a:p>
                    <a:p>
                      <a:pPr marL="171450" indent="-171450" algn="l">
                        <a:lnSpc>
                          <a:spcPct val="105000"/>
                        </a:lnSpc>
                        <a:spcAft>
                          <a:spcPts val="100"/>
                        </a:spcAft>
                        <a:buFont typeface="Arial" panose="020B0604020202020204" pitchFamily="34" charset="0"/>
                        <a:buChar char="•"/>
                      </a:pPr>
                      <a:r>
                        <a:rPr lang="en-US" sz="819" b="0">
                          <a:solidFill>
                            <a:srgbClr val="333733"/>
                          </a:solidFill>
                          <a:latin typeface="Arial"/>
                        </a:rPr>
                        <a:t>K</a:t>
                      </a:r>
                      <a:r>
                        <a:rPr sz="819" b="0">
                          <a:solidFill>
                            <a:srgbClr val="333733"/>
                          </a:solidFill>
                          <a:latin typeface="Arial"/>
                        </a:rPr>
                        <a:t>hông có công thức đóng.</a:t>
                      </a:r>
                    </a:p>
                  </a:txBody>
                  <a:tcPr marL="64008" marR="64008" marT="27432" marB="27432" anchor="ctr">
                    <a:solidFill>
                      <a:srgbClr val="FFFFFF"/>
                    </a:solidFill>
                  </a:tcPr>
                </a:tc>
                <a:tc>
                  <a:txBody>
                    <a:bodyPr/>
                    <a:lstStyle/>
                    <a:p>
                      <a:pPr marL="171450" indent="-171450" algn="l">
                        <a:lnSpc>
                          <a:spcPct val="105000"/>
                        </a:lnSpc>
                        <a:spcAft>
                          <a:spcPts val="100"/>
                        </a:spcAft>
                        <a:buFont typeface="Arial" panose="020B0604020202020204" pitchFamily="34" charset="0"/>
                        <a:buChar char="•"/>
                      </a:pPr>
                      <a:r>
                        <a:rPr sz="819" b="0">
                          <a:solidFill>
                            <a:srgbClr val="333733"/>
                          </a:solidFill>
                          <a:latin typeface="Arial"/>
                        </a:rPr>
                        <a:t>Khối lượng tính toán lớn, triển khai phức tạp; </a:t>
                      </a:r>
                      <a:endParaRPr lang="en-US" sz="819" b="0">
                        <a:solidFill>
                          <a:srgbClr val="333733"/>
                        </a:solidFill>
                        <a:latin typeface="Arial"/>
                      </a:endParaRPr>
                    </a:p>
                    <a:p>
                      <a:pPr marL="171450" indent="-171450" algn="l">
                        <a:lnSpc>
                          <a:spcPct val="105000"/>
                        </a:lnSpc>
                        <a:spcAft>
                          <a:spcPts val="100"/>
                        </a:spcAft>
                        <a:buFont typeface="Arial" panose="020B0604020202020204" pitchFamily="34" charset="0"/>
                        <a:buChar char="•"/>
                      </a:pPr>
                      <a:r>
                        <a:rPr lang="en-US" sz="819" b="0">
                          <a:solidFill>
                            <a:srgbClr val="333733"/>
                          </a:solidFill>
                          <a:latin typeface="Arial"/>
                        </a:rPr>
                        <a:t>K</a:t>
                      </a:r>
                      <a:r>
                        <a:rPr sz="819" b="0">
                          <a:solidFill>
                            <a:srgbClr val="333733"/>
                          </a:solidFill>
                          <a:latin typeface="Arial"/>
                        </a:rPr>
                        <a:t>hông có công thức đóng.</a:t>
                      </a:r>
                    </a:p>
                  </a:txBody>
                  <a:tcPr marL="64008" marR="64008"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457200" y="6382512"/>
            <a:ext cx="8229600" cy="274320"/>
          </a:xfrm>
          <a:prstGeom prst="rect">
            <a:avLst/>
          </a:prstGeom>
          <a:noFill/>
        </p:spPr>
        <p:txBody>
          <a:bodyPr wrap="square" lIns="0" tIns="0" rIns="0" bIns="0" anchor="t">
            <a:spAutoFit/>
          </a:bodyPr>
          <a:lstStyle/>
          <a:p>
            <a:pPr algn="l">
              <a:lnSpc>
                <a:spcPct val="115000"/>
              </a:lnSpc>
              <a:spcBef>
                <a:spcPts val="0"/>
              </a:spcBef>
              <a:spcAft>
                <a:spcPts val="0"/>
              </a:spcAft>
            </a:pPr>
            <a:r>
              <a:rPr sz="850" b="0" i="1">
                <a:solidFill>
                  <a:srgbClr val="767C76"/>
                </a:solidFill>
                <a:latin typeface="Arial"/>
              </a:rPr>
              <a:t>Phương án được lựa chọn: mô hình cây lãi suất nhiều nhân tố – cây được ghép từ hai nhân tố LSCK và LSTC có tương quan ρ, tích hợp logic quyền chọn call/put và cơ chế coupon thả nổi có trần/sàn lãi suất trong cùng một lần định giá.</a:t>
            </a:r>
          </a:p>
        </p:txBody>
      </p:sp>
    </p:spTree>
    <p:extLst>
      <p:ext uri="{BB962C8B-B14F-4D97-AF65-F5344CB8AC3E}">
        <p14:creationId xmlns:p14="http://schemas.microsoft.com/office/powerpoint/2010/main" val="1871168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200" b="1">
                <a:solidFill>
                  <a:srgbClr val="004C1E"/>
                </a:solidFill>
              </a:rPr>
              <a:t>Tổng quan phương pháp: năm bước định giá bằng cây lãi suất ba chiều</a:t>
            </a:r>
          </a:p>
        </p:txBody>
      </p:sp>
      <p:sp>
        <p:nvSpPr>
          <p:cNvPr id="3" name="TextBox 2"/>
          <p:cNvSpPr txBox="1"/>
          <p:nvPr/>
        </p:nvSpPr>
        <p:spPr>
          <a:xfrm>
            <a:off x="457200" y="1060704"/>
            <a:ext cx="8686800" cy="274320"/>
          </a:xfrm>
          <a:prstGeom prst="rect">
            <a:avLst/>
          </a:prstGeom>
          <a:noFill/>
        </p:spPr>
        <p:txBody>
          <a:bodyPr wrap="square" lIns="0" tIns="0" rIns="0" bIns="0" anchor="t">
            <a:spAutoFit/>
          </a:bodyPr>
          <a:lstStyle/>
          <a:p>
            <a:pPr algn="l">
              <a:lnSpc>
                <a:spcPct val="115000"/>
              </a:lnSpc>
              <a:spcBef>
                <a:spcPts val="0"/>
              </a:spcBef>
              <a:spcAft>
                <a:spcPts val="0"/>
              </a:spcAft>
            </a:pPr>
            <a:r>
              <a:rPr sz="1150" b="0" i="1">
                <a:solidFill>
                  <a:srgbClr val="767C76"/>
                </a:solidFill>
                <a:latin typeface="Arial"/>
              </a:rPr>
              <a:t>Mỗi bước được trình bày chi tiết ở các trang tiếp theo</a:t>
            </a:r>
          </a:p>
        </p:txBody>
      </p:sp>
      <p:sp>
        <p:nvSpPr>
          <p:cNvPr id="4" name="Rounded Rectangle 3"/>
          <p:cNvSpPr/>
          <p:nvPr/>
        </p:nvSpPr>
        <p:spPr>
          <a:xfrm>
            <a:off x="457200" y="1783080"/>
            <a:ext cx="1572768" cy="2331720"/>
          </a:xfrm>
          <a:prstGeom prst="roundRect">
            <a:avLst>
              <a:gd name="adj" fmla="val 4000"/>
            </a:avLst>
          </a:prstGeom>
          <a:solidFill>
            <a:srgbClr val="EFF4E7"/>
          </a:solidFill>
          <a:ln w="9525">
            <a:solidFill>
              <a:srgbClr val="D6DC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33271" y="1993392"/>
            <a:ext cx="420624" cy="420624"/>
          </a:xfrm>
          <a:prstGeom prst="ellipse">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Arial"/>
              </a:rPr>
              <a:t>1</a:t>
            </a:r>
          </a:p>
        </p:txBody>
      </p:sp>
      <p:sp>
        <p:nvSpPr>
          <p:cNvPr id="6" name="TextBox 5"/>
          <p:cNvSpPr txBox="1"/>
          <p:nvPr/>
        </p:nvSpPr>
        <p:spPr>
          <a:xfrm>
            <a:off x="585216" y="2578608"/>
            <a:ext cx="1316736" cy="868680"/>
          </a:xfrm>
          <a:prstGeom prst="rect">
            <a:avLst/>
          </a:prstGeom>
          <a:noFill/>
        </p:spPr>
        <p:txBody>
          <a:bodyPr wrap="square" lIns="0" tIns="0" rIns="0" bIns="0" anchor="t">
            <a:spAutoFit/>
          </a:bodyPr>
          <a:lstStyle/>
          <a:p>
            <a:pPr algn="ctr">
              <a:lnSpc>
                <a:spcPct val="112000"/>
              </a:lnSpc>
              <a:spcBef>
                <a:spcPts val="0"/>
              </a:spcBef>
              <a:spcAft>
                <a:spcPts val="400"/>
              </a:spcAft>
            </a:pPr>
            <a:r>
              <a:rPr sz="1100" b="1" i="0">
                <a:solidFill>
                  <a:srgbClr val="004C1E"/>
                </a:solidFill>
                <a:latin typeface="Arial"/>
              </a:rPr>
              <a:t>Mô phỏng
đường cong lãi suất</a:t>
            </a:r>
          </a:p>
        </p:txBody>
      </p:sp>
      <p:sp>
        <p:nvSpPr>
          <p:cNvPr id="7" name="TextBox 6"/>
          <p:cNvSpPr txBox="1"/>
          <p:nvPr/>
        </p:nvSpPr>
        <p:spPr>
          <a:xfrm>
            <a:off x="585216" y="3364992"/>
            <a:ext cx="1316736" cy="685800"/>
          </a:xfrm>
          <a:prstGeom prst="rect">
            <a:avLst/>
          </a:prstGeom>
          <a:noFill/>
        </p:spPr>
        <p:txBody>
          <a:bodyPr wrap="square" lIns="0" tIns="0" rIns="0" bIns="0" anchor="t">
            <a:spAutoFit/>
          </a:bodyPr>
          <a:lstStyle/>
          <a:p>
            <a:pPr algn="ctr">
              <a:lnSpc>
                <a:spcPct val="112000"/>
              </a:lnSpc>
              <a:spcBef>
                <a:spcPts val="0"/>
              </a:spcBef>
              <a:spcAft>
                <a:spcPts val="0"/>
              </a:spcAft>
            </a:pPr>
            <a:r>
              <a:rPr sz="900" b="0" i="0">
                <a:solidFill>
                  <a:srgbClr val="767C76"/>
                </a:solidFill>
                <a:latin typeface="Arial"/>
              </a:rPr>
              <a:t>Hull–White cho LSCK (r) và LSTC (L)</a:t>
            </a:r>
          </a:p>
        </p:txBody>
      </p:sp>
      <p:sp>
        <p:nvSpPr>
          <p:cNvPr id="8" name="Right Arrow 7"/>
          <p:cNvSpPr/>
          <p:nvPr/>
        </p:nvSpPr>
        <p:spPr>
          <a:xfrm>
            <a:off x="2066543" y="2788920"/>
            <a:ext cx="182880" cy="164592"/>
          </a:xfrm>
          <a:prstGeom prst="rightArrow">
            <a:avLst/>
          </a:prstGeom>
          <a:solidFill>
            <a:srgbClr val="9BB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249424" y="1783080"/>
            <a:ext cx="1572768" cy="2331720"/>
          </a:xfrm>
          <a:prstGeom prst="roundRect">
            <a:avLst>
              <a:gd name="adj" fmla="val 4000"/>
            </a:avLst>
          </a:prstGeom>
          <a:solidFill>
            <a:srgbClr val="F4F6F2"/>
          </a:solidFill>
          <a:ln w="9525">
            <a:solidFill>
              <a:srgbClr val="D6DC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2825496" y="1993392"/>
            <a:ext cx="420624" cy="420624"/>
          </a:xfrm>
          <a:prstGeom prst="ellipse">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Arial"/>
              </a:rPr>
              <a:t>2</a:t>
            </a:r>
          </a:p>
        </p:txBody>
      </p:sp>
      <p:sp>
        <p:nvSpPr>
          <p:cNvPr id="11" name="TextBox 10"/>
          <p:cNvSpPr txBox="1"/>
          <p:nvPr/>
        </p:nvSpPr>
        <p:spPr>
          <a:xfrm>
            <a:off x="2377440" y="2578608"/>
            <a:ext cx="1316736" cy="415242"/>
          </a:xfrm>
          <a:prstGeom prst="rect">
            <a:avLst/>
          </a:prstGeom>
          <a:noFill/>
        </p:spPr>
        <p:txBody>
          <a:bodyPr wrap="square" lIns="0" tIns="0" rIns="0" bIns="0" anchor="t">
            <a:spAutoFit/>
          </a:bodyPr>
          <a:lstStyle/>
          <a:p>
            <a:pPr algn="ctr">
              <a:lnSpc>
                <a:spcPct val="112000"/>
              </a:lnSpc>
              <a:spcBef>
                <a:spcPts val="0"/>
              </a:spcBef>
              <a:spcAft>
                <a:spcPts val="400"/>
              </a:spcAft>
            </a:pPr>
            <a:r>
              <a:rPr sz="1100" b="1" i="0">
                <a:solidFill>
                  <a:srgbClr val="004C1E"/>
                </a:solidFill>
                <a:latin typeface="Arial"/>
              </a:rPr>
              <a:t>Xây dựng cây
lãi suất </a:t>
            </a:r>
            <a:r>
              <a:rPr lang="en-US" sz="1100" b="1" i="0">
                <a:solidFill>
                  <a:srgbClr val="004C1E"/>
                </a:solidFill>
                <a:latin typeface="Arial"/>
              </a:rPr>
              <a:t>một nhân tố</a:t>
            </a:r>
            <a:endParaRPr sz="1100" b="1" i="0">
              <a:solidFill>
                <a:srgbClr val="004C1E"/>
              </a:solidFill>
              <a:latin typeface="Arial"/>
            </a:endParaRPr>
          </a:p>
        </p:txBody>
      </p:sp>
      <p:sp>
        <p:nvSpPr>
          <p:cNvPr id="12" name="TextBox 11"/>
          <p:cNvSpPr txBox="1"/>
          <p:nvPr/>
        </p:nvSpPr>
        <p:spPr>
          <a:xfrm>
            <a:off x="2377440" y="3364992"/>
            <a:ext cx="1316736" cy="685800"/>
          </a:xfrm>
          <a:prstGeom prst="rect">
            <a:avLst/>
          </a:prstGeom>
          <a:noFill/>
        </p:spPr>
        <p:txBody>
          <a:bodyPr wrap="square" lIns="0" tIns="0" rIns="0" bIns="0" anchor="t">
            <a:spAutoFit/>
          </a:bodyPr>
          <a:lstStyle/>
          <a:p>
            <a:pPr algn="ctr">
              <a:lnSpc>
                <a:spcPct val="112000"/>
              </a:lnSpc>
              <a:spcBef>
                <a:spcPts val="0"/>
              </a:spcBef>
              <a:spcAft>
                <a:spcPts val="0"/>
              </a:spcAft>
            </a:pPr>
            <a:r>
              <a:rPr sz="900" b="0" i="0">
                <a:solidFill>
                  <a:srgbClr val="767C76"/>
                </a:solidFill>
                <a:latin typeface="Arial"/>
              </a:rPr>
              <a:t>Cây tam thức cho từng nhân tố</a:t>
            </a:r>
          </a:p>
        </p:txBody>
      </p:sp>
      <p:sp>
        <p:nvSpPr>
          <p:cNvPr id="13" name="Right Arrow 12"/>
          <p:cNvSpPr/>
          <p:nvPr/>
        </p:nvSpPr>
        <p:spPr>
          <a:xfrm>
            <a:off x="3858768" y="2788920"/>
            <a:ext cx="182880" cy="164592"/>
          </a:xfrm>
          <a:prstGeom prst="rightArrow">
            <a:avLst/>
          </a:prstGeom>
          <a:solidFill>
            <a:srgbClr val="9BB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041648" y="1783080"/>
            <a:ext cx="1572768" cy="2331720"/>
          </a:xfrm>
          <a:prstGeom prst="roundRect">
            <a:avLst>
              <a:gd name="adj" fmla="val 4000"/>
            </a:avLst>
          </a:prstGeom>
          <a:solidFill>
            <a:srgbClr val="EFF4E7"/>
          </a:solidFill>
          <a:ln w="9525">
            <a:solidFill>
              <a:srgbClr val="D6DC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4617720" y="1993392"/>
            <a:ext cx="420624" cy="420624"/>
          </a:xfrm>
          <a:prstGeom prst="ellipse">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Arial"/>
              </a:rPr>
              <a:t>3</a:t>
            </a:r>
          </a:p>
        </p:txBody>
      </p:sp>
      <p:sp>
        <p:nvSpPr>
          <p:cNvPr id="16" name="TextBox 15"/>
          <p:cNvSpPr txBox="1"/>
          <p:nvPr/>
        </p:nvSpPr>
        <p:spPr>
          <a:xfrm>
            <a:off x="4169663" y="2578608"/>
            <a:ext cx="1316736" cy="415242"/>
          </a:xfrm>
          <a:prstGeom prst="rect">
            <a:avLst/>
          </a:prstGeom>
          <a:noFill/>
        </p:spPr>
        <p:txBody>
          <a:bodyPr wrap="square" lIns="0" tIns="0" rIns="0" bIns="0" anchor="t">
            <a:spAutoFit/>
          </a:bodyPr>
          <a:lstStyle/>
          <a:p>
            <a:pPr algn="ctr">
              <a:lnSpc>
                <a:spcPct val="112000"/>
              </a:lnSpc>
              <a:spcBef>
                <a:spcPts val="0"/>
              </a:spcBef>
              <a:spcAft>
                <a:spcPts val="400"/>
              </a:spcAft>
            </a:pPr>
            <a:r>
              <a:rPr sz="1100" b="1" i="0">
                <a:solidFill>
                  <a:srgbClr val="004C1E"/>
                </a:solidFill>
                <a:latin typeface="Arial"/>
              </a:rPr>
              <a:t>Ghép cây
lãi suất </a:t>
            </a:r>
            <a:r>
              <a:rPr lang="en-US" sz="1100" b="1" i="0">
                <a:solidFill>
                  <a:srgbClr val="004C1E"/>
                </a:solidFill>
                <a:latin typeface="Arial"/>
              </a:rPr>
              <a:t>hai nhân tố</a:t>
            </a:r>
            <a:endParaRPr sz="1100" b="1" i="0">
              <a:solidFill>
                <a:srgbClr val="004C1E"/>
              </a:solidFill>
              <a:latin typeface="Arial"/>
            </a:endParaRPr>
          </a:p>
        </p:txBody>
      </p:sp>
      <p:sp>
        <p:nvSpPr>
          <p:cNvPr id="17" name="TextBox 16"/>
          <p:cNvSpPr txBox="1"/>
          <p:nvPr/>
        </p:nvSpPr>
        <p:spPr>
          <a:xfrm>
            <a:off x="4169663" y="3364992"/>
            <a:ext cx="1316736" cy="685800"/>
          </a:xfrm>
          <a:prstGeom prst="rect">
            <a:avLst/>
          </a:prstGeom>
          <a:noFill/>
        </p:spPr>
        <p:txBody>
          <a:bodyPr wrap="square" lIns="0" tIns="0" rIns="0" bIns="0" anchor="t">
            <a:spAutoFit/>
          </a:bodyPr>
          <a:lstStyle/>
          <a:p>
            <a:pPr algn="ctr">
              <a:lnSpc>
                <a:spcPct val="112000"/>
              </a:lnSpc>
              <a:spcBef>
                <a:spcPts val="0"/>
              </a:spcBef>
              <a:spcAft>
                <a:spcPts val="0"/>
              </a:spcAft>
            </a:pPr>
            <a:r>
              <a:rPr sz="900" b="0" i="0">
                <a:solidFill>
                  <a:srgbClr val="767C76"/>
                </a:solidFill>
                <a:latin typeface="Arial"/>
              </a:rPr>
              <a:t>Hiệu chỉnh xác suất theo tương quan ρ</a:t>
            </a:r>
          </a:p>
        </p:txBody>
      </p:sp>
      <p:sp>
        <p:nvSpPr>
          <p:cNvPr id="18" name="Right Arrow 17"/>
          <p:cNvSpPr/>
          <p:nvPr/>
        </p:nvSpPr>
        <p:spPr>
          <a:xfrm>
            <a:off x="5650992" y="2788920"/>
            <a:ext cx="182880" cy="164592"/>
          </a:xfrm>
          <a:prstGeom prst="rightArrow">
            <a:avLst/>
          </a:prstGeom>
          <a:solidFill>
            <a:srgbClr val="9BB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833872" y="1783080"/>
            <a:ext cx="1572768" cy="2331720"/>
          </a:xfrm>
          <a:prstGeom prst="roundRect">
            <a:avLst>
              <a:gd name="adj" fmla="val 4000"/>
            </a:avLst>
          </a:prstGeom>
          <a:solidFill>
            <a:srgbClr val="F4F6F2"/>
          </a:solidFill>
          <a:ln w="9525">
            <a:solidFill>
              <a:srgbClr val="D6DC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6409944" y="1993392"/>
            <a:ext cx="420624" cy="420624"/>
          </a:xfrm>
          <a:prstGeom prst="ellipse">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Arial"/>
              </a:rPr>
              <a:t>4</a:t>
            </a:r>
          </a:p>
        </p:txBody>
      </p:sp>
      <p:sp>
        <p:nvSpPr>
          <p:cNvPr id="21" name="TextBox 20"/>
          <p:cNvSpPr txBox="1"/>
          <p:nvPr/>
        </p:nvSpPr>
        <p:spPr>
          <a:xfrm>
            <a:off x="5961888" y="2578608"/>
            <a:ext cx="1316736" cy="868680"/>
          </a:xfrm>
          <a:prstGeom prst="rect">
            <a:avLst/>
          </a:prstGeom>
          <a:noFill/>
        </p:spPr>
        <p:txBody>
          <a:bodyPr wrap="square" lIns="0" tIns="0" rIns="0" bIns="0" anchor="t">
            <a:spAutoFit/>
          </a:bodyPr>
          <a:lstStyle/>
          <a:p>
            <a:pPr algn="ctr">
              <a:lnSpc>
                <a:spcPct val="112000"/>
              </a:lnSpc>
              <a:spcBef>
                <a:spcPts val="0"/>
              </a:spcBef>
              <a:spcAft>
                <a:spcPts val="400"/>
              </a:spcAft>
            </a:pPr>
            <a:r>
              <a:rPr sz="1100" b="1" i="0">
                <a:solidFill>
                  <a:srgbClr val="004C1E"/>
                </a:solidFill>
                <a:latin typeface="Arial"/>
              </a:rPr>
              <a:t>Quy nạp ngược
giá trị trái phiếu</a:t>
            </a:r>
          </a:p>
        </p:txBody>
      </p:sp>
      <p:sp>
        <p:nvSpPr>
          <p:cNvPr id="22" name="TextBox 21"/>
          <p:cNvSpPr txBox="1"/>
          <p:nvPr/>
        </p:nvSpPr>
        <p:spPr>
          <a:xfrm>
            <a:off x="5961888" y="3364992"/>
            <a:ext cx="1316736" cy="297710"/>
          </a:xfrm>
          <a:prstGeom prst="rect">
            <a:avLst/>
          </a:prstGeom>
          <a:noFill/>
        </p:spPr>
        <p:txBody>
          <a:bodyPr wrap="square" lIns="0" tIns="0" rIns="0" bIns="0" anchor="t">
            <a:spAutoFit/>
          </a:bodyPr>
          <a:lstStyle/>
          <a:p>
            <a:pPr algn="ctr">
              <a:lnSpc>
                <a:spcPct val="112000"/>
              </a:lnSpc>
              <a:spcBef>
                <a:spcPts val="0"/>
              </a:spcBef>
              <a:spcAft>
                <a:spcPts val="0"/>
              </a:spcAft>
            </a:pPr>
            <a:r>
              <a:rPr sz="900" b="0" i="0">
                <a:solidFill>
                  <a:srgbClr val="767C76"/>
                </a:solidFill>
                <a:latin typeface="Arial"/>
              </a:rPr>
              <a:t>Tích hợp logic call/put và </a:t>
            </a:r>
            <a:r>
              <a:rPr lang="en-US" sz="900" b="0" i="0">
                <a:solidFill>
                  <a:srgbClr val="767C76"/>
                </a:solidFill>
                <a:latin typeface="Arial"/>
              </a:rPr>
              <a:t>trần/</a:t>
            </a:r>
            <a:r>
              <a:rPr sz="900" b="0" i="0">
                <a:solidFill>
                  <a:srgbClr val="767C76"/>
                </a:solidFill>
                <a:latin typeface="Arial"/>
              </a:rPr>
              <a:t>sàn lãi suất</a:t>
            </a:r>
          </a:p>
        </p:txBody>
      </p:sp>
      <p:sp>
        <p:nvSpPr>
          <p:cNvPr id="23" name="Right Arrow 22"/>
          <p:cNvSpPr/>
          <p:nvPr/>
        </p:nvSpPr>
        <p:spPr>
          <a:xfrm>
            <a:off x="7443216" y="2788920"/>
            <a:ext cx="182880" cy="164592"/>
          </a:xfrm>
          <a:prstGeom prst="rightArrow">
            <a:avLst/>
          </a:prstGeom>
          <a:solidFill>
            <a:srgbClr val="9BB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7626096" y="1783080"/>
            <a:ext cx="1572768" cy="2331720"/>
          </a:xfrm>
          <a:prstGeom prst="roundRect">
            <a:avLst>
              <a:gd name="adj" fmla="val 4000"/>
            </a:avLst>
          </a:prstGeom>
          <a:solidFill>
            <a:srgbClr val="EFF4E7"/>
          </a:solidFill>
          <a:ln w="9525">
            <a:solidFill>
              <a:srgbClr val="D6DC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8202168" y="1993392"/>
            <a:ext cx="420624" cy="420624"/>
          </a:xfrm>
          <a:prstGeom prst="ellipse">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500" b="1">
                <a:solidFill>
                  <a:srgbClr val="FFFFFF"/>
                </a:solidFill>
                <a:latin typeface="Arial"/>
              </a:rPr>
              <a:t>5</a:t>
            </a:r>
          </a:p>
        </p:txBody>
      </p:sp>
      <p:sp>
        <p:nvSpPr>
          <p:cNvPr id="26" name="TextBox 25"/>
          <p:cNvSpPr txBox="1"/>
          <p:nvPr/>
        </p:nvSpPr>
        <p:spPr>
          <a:xfrm>
            <a:off x="7754112" y="2578608"/>
            <a:ext cx="1316736" cy="868680"/>
          </a:xfrm>
          <a:prstGeom prst="rect">
            <a:avLst/>
          </a:prstGeom>
          <a:noFill/>
        </p:spPr>
        <p:txBody>
          <a:bodyPr wrap="square" lIns="0" tIns="0" rIns="0" bIns="0" anchor="t">
            <a:spAutoFit/>
          </a:bodyPr>
          <a:lstStyle/>
          <a:p>
            <a:pPr algn="ctr">
              <a:lnSpc>
                <a:spcPct val="112000"/>
              </a:lnSpc>
              <a:spcBef>
                <a:spcPts val="0"/>
              </a:spcBef>
              <a:spcAft>
                <a:spcPts val="400"/>
              </a:spcAft>
            </a:pPr>
            <a:r>
              <a:rPr sz="1100" b="1" i="0">
                <a:solidFill>
                  <a:srgbClr val="004C1E"/>
                </a:solidFill>
                <a:latin typeface="Arial"/>
              </a:rPr>
              <a:t>Giá trị quyền chọn
và KAO danh mục</a:t>
            </a:r>
          </a:p>
        </p:txBody>
      </p:sp>
      <p:sp>
        <p:nvSpPr>
          <p:cNvPr id="27" name="TextBox 26"/>
          <p:cNvSpPr txBox="1"/>
          <p:nvPr/>
        </p:nvSpPr>
        <p:spPr>
          <a:xfrm>
            <a:off x="7754112" y="3364992"/>
            <a:ext cx="1316736" cy="452816"/>
          </a:xfrm>
          <a:prstGeom prst="rect">
            <a:avLst/>
          </a:prstGeom>
          <a:noFill/>
        </p:spPr>
        <p:txBody>
          <a:bodyPr wrap="square" lIns="0" tIns="0" rIns="0" bIns="0" anchor="t">
            <a:spAutoFit/>
          </a:bodyPr>
          <a:lstStyle/>
          <a:p>
            <a:pPr algn="ctr">
              <a:lnSpc>
                <a:spcPct val="112000"/>
              </a:lnSpc>
              <a:spcBef>
                <a:spcPts val="0"/>
              </a:spcBef>
              <a:spcAft>
                <a:spcPts val="0"/>
              </a:spcAft>
            </a:pPr>
            <a:r>
              <a:rPr sz="900" b="0" i="0">
                <a:solidFill>
                  <a:srgbClr val="767C76"/>
                </a:solidFill>
                <a:latin typeface="Arial"/>
              </a:rPr>
              <a:t>Chênh lệch theo</a:t>
            </a:r>
            <a:r>
              <a:rPr lang="en-US" sz="900" b="0" i="0">
                <a:solidFill>
                  <a:srgbClr val="767C76"/>
                </a:solidFill>
                <a:latin typeface="Arial"/>
              </a:rPr>
              <a:t> từng</a:t>
            </a:r>
            <a:r>
              <a:rPr sz="900" b="0" i="0">
                <a:solidFill>
                  <a:srgbClr val="767C76"/>
                </a:solidFill>
                <a:latin typeface="Arial"/>
              </a:rPr>
              <a:t> kịch bản</a:t>
            </a:r>
            <a:r>
              <a:rPr lang="en-US" sz="900">
                <a:solidFill>
                  <a:srgbClr val="767C76"/>
                </a:solidFill>
                <a:latin typeface="Arial"/>
              </a:rPr>
              <a:t> tính trên</a:t>
            </a:r>
            <a:r>
              <a:rPr sz="900" b="0" i="0">
                <a:solidFill>
                  <a:srgbClr val="767C76"/>
                </a:solidFill>
                <a:latin typeface="Arial"/>
              </a:rPr>
              <a:t> toàn</a:t>
            </a:r>
            <a:r>
              <a:rPr lang="en-US" sz="900" b="0" i="0">
                <a:solidFill>
                  <a:srgbClr val="767C76"/>
                </a:solidFill>
                <a:latin typeface="Arial"/>
              </a:rPr>
              <a:t> bộ</a:t>
            </a:r>
            <a:r>
              <a:rPr sz="900" b="0" i="0">
                <a:solidFill>
                  <a:srgbClr val="767C76"/>
                </a:solidFill>
                <a:latin typeface="Arial"/>
              </a:rPr>
              <a:t> danh mục</a:t>
            </a:r>
          </a:p>
        </p:txBody>
      </p:sp>
      <p:sp>
        <p:nvSpPr>
          <p:cNvPr id="28" name="Rounded Rectangle 27"/>
          <p:cNvSpPr/>
          <p:nvPr/>
        </p:nvSpPr>
        <p:spPr>
          <a:xfrm>
            <a:off x="457200" y="4434839"/>
            <a:ext cx="8686800" cy="1547949"/>
          </a:xfrm>
          <a:prstGeom prst="roundRect">
            <a:avLst>
              <a:gd name="adj" fmla="val 4000"/>
            </a:avLst>
          </a:prstGeom>
          <a:solidFill>
            <a:srgbClr val="F4F6F2"/>
          </a:solidFill>
          <a:ln w="9525">
            <a:solidFill>
              <a:srgbClr val="D6DC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31520" y="4590288"/>
            <a:ext cx="8138160" cy="1046440"/>
          </a:xfrm>
          <a:prstGeom prst="rect">
            <a:avLst/>
          </a:prstGeom>
          <a:noFill/>
        </p:spPr>
        <p:txBody>
          <a:bodyPr wrap="square" lIns="0" tIns="0" rIns="0" bIns="0" anchor="t">
            <a:spAutoFit/>
          </a:bodyPr>
          <a:lstStyle/>
          <a:p>
            <a:pPr algn="l">
              <a:lnSpc>
                <a:spcPct val="115000"/>
              </a:lnSpc>
              <a:spcBef>
                <a:spcPts val="0"/>
              </a:spcBef>
              <a:spcAft>
                <a:spcPts val="500"/>
              </a:spcAft>
            </a:pPr>
            <a:r>
              <a:rPr sz="1150" b="1" i="0">
                <a:solidFill>
                  <a:srgbClr val="004C1E"/>
                </a:solidFill>
                <a:latin typeface="Arial"/>
              </a:rPr>
              <a:t>Nguyên tắc xuyên suốt</a:t>
            </a:r>
          </a:p>
          <a:p>
            <a:pPr algn="l">
              <a:lnSpc>
                <a:spcPct val="115000"/>
              </a:lnSpc>
              <a:spcBef>
                <a:spcPts val="0"/>
              </a:spcBef>
              <a:spcAft>
                <a:spcPts val="400"/>
              </a:spcAft>
            </a:pPr>
            <a:r>
              <a:rPr sz="1050" b="0">
                <a:solidFill>
                  <a:srgbClr val="5A8E3F"/>
                </a:solidFill>
                <a:latin typeface="Arial"/>
              </a:rPr>
              <a:t>–  </a:t>
            </a:r>
            <a:r>
              <a:rPr sz="1050" b="0">
                <a:solidFill>
                  <a:srgbClr val="333733"/>
                </a:solidFill>
                <a:latin typeface="Arial"/>
              </a:rPr>
              <a:t>Lưới thời gian được thiết lập sao cho mọi ngày sự kiện của trái phiếu –ngày</a:t>
            </a:r>
            <a:r>
              <a:rPr lang="en-US" sz="1050" b="0">
                <a:solidFill>
                  <a:srgbClr val="333733"/>
                </a:solidFill>
                <a:latin typeface="Arial"/>
              </a:rPr>
              <a:t> xác định lại</a:t>
            </a:r>
            <a:r>
              <a:rPr sz="1050" b="0">
                <a:solidFill>
                  <a:srgbClr val="333733"/>
                </a:solidFill>
                <a:latin typeface="Arial"/>
              </a:rPr>
              <a:t> lãi suất coupon thả nổi</a:t>
            </a:r>
            <a:r>
              <a:rPr lang="en-US" sz="1050">
                <a:solidFill>
                  <a:srgbClr val="333733"/>
                </a:solidFill>
                <a:latin typeface="Arial"/>
              </a:rPr>
              <a:t> (ngày reset)</a:t>
            </a:r>
            <a:r>
              <a:rPr sz="1050" b="0">
                <a:solidFill>
                  <a:srgbClr val="333733"/>
                </a:solidFill>
                <a:latin typeface="Arial"/>
              </a:rPr>
              <a:t>, ngày thay đổi coupon cố định</a:t>
            </a:r>
            <a:r>
              <a:rPr lang="en-US" sz="1050" b="0">
                <a:solidFill>
                  <a:srgbClr val="333733"/>
                </a:solidFill>
                <a:latin typeface="Arial"/>
              </a:rPr>
              <a:t> (ngày step-up)</a:t>
            </a:r>
            <a:r>
              <a:rPr sz="1050" b="0">
                <a:solidFill>
                  <a:srgbClr val="333733"/>
                </a:solidFill>
                <a:latin typeface="Arial"/>
              </a:rPr>
              <a:t>, ngày trả coupon, ngày thực hiện quyền call/put, ngày thay đổi spread LSTC, ngày đáo hạ</a:t>
            </a:r>
            <a:r>
              <a:rPr lang="en-US" sz="1050" b="0">
                <a:solidFill>
                  <a:srgbClr val="333733"/>
                </a:solidFill>
                <a:latin typeface="Arial"/>
              </a:rPr>
              <a:t>n</a:t>
            </a:r>
            <a:r>
              <a:rPr sz="1050" b="0">
                <a:solidFill>
                  <a:srgbClr val="333733"/>
                </a:solidFill>
                <a:latin typeface="Arial"/>
              </a:rPr>
              <a:t> – đều rơi đúng lên nút của cây.</a:t>
            </a:r>
          </a:p>
          <a:p>
            <a:pPr algn="l">
              <a:lnSpc>
                <a:spcPct val="115000"/>
              </a:lnSpc>
              <a:spcBef>
                <a:spcPts val="0"/>
              </a:spcBef>
              <a:spcAft>
                <a:spcPts val="400"/>
              </a:spcAft>
            </a:pPr>
            <a:r>
              <a:rPr sz="1050" b="0">
                <a:solidFill>
                  <a:srgbClr val="5A8E3F"/>
                </a:solidFill>
                <a:latin typeface="Arial"/>
              </a:rPr>
              <a:t>–  </a:t>
            </a:r>
            <a:r>
              <a:rPr sz="1050" b="0">
                <a:solidFill>
                  <a:srgbClr val="333733"/>
                </a:solidFill>
                <a:latin typeface="Arial"/>
              </a:rPr>
              <a:t>Cùng một cấu trúc cây được dùng cho trái phiếu có quyền chọn và trái phiếu thường.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51FF0-18BC-8FDF-D9E2-5AD7D393A07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68A7BED-9BFF-7EE7-2A92-0F36E7462AA6}"/>
              </a:ext>
            </a:extLst>
          </p:cNvPr>
          <p:cNvSpPr>
            <a:spLocks noGrp="1"/>
          </p:cNvSpPr>
          <p:nvPr>
            <p:ph type="body" sz="quarter" idx="11"/>
          </p:nvPr>
        </p:nvSpPr>
        <p:spPr/>
        <p:txBody>
          <a:bodyPr/>
          <a:lstStyle/>
          <a:p>
            <a:r>
              <a:rPr sz="2200" b="1">
                <a:solidFill>
                  <a:srgbClr val="004C1E"/>
                </a:solidFill>
              </a:rPr>
              <a:t>Phương pháp luận mô hình</a:t>
            </a:r>
          </a:p>
        </p:txBody>
      </p:sp>
      <p:sp>
        <p:nvSpPr>
          <p:cNvPr id="3" name="Text Placeholder 2">
            <a:extLst>
              <a:ext uri="{FF2B5EF4-FFF2-40B4-BE49-F238E27FC236}">
                <a16:creationId xmlns:a16="http://schemas.microsoft.com/office/drawing/2014/main" id="{F23447E8-6EE5-E711-B6F1-D18ED24DA810}"/>
              </a:ext>
            </a:extLst>
          </p:cNvPr>
          <p:cNvSpPr>
            <a:spLocks noGrp="1"/>
          </p:cNvSpPr>
          <p:nvPr>
            <p:ph type="body" sz="quarter" idx="12"/>
          </p:nvPr>
        </p:nvSpPr>
        <p:spPr/>
        <p:txBody>
          <a:bodyPr/>
          <a:lstStyle/>
          <a:p>
            <a:r>
              <a:rPr sz="1800" b="0">
                <a:solidFill>
                  <a:srgbClr val="767C76"/>
                </a:solidFill>
              </a:rPr>
              <a:t>Phần 2</a:t>
            </a:r>
          </a:p>
        </p:txBody>
      </p:sp>
      <p:sp>
        <p:nvSpPr>
          <p:cNvPr id="4" name="Text Placeholder 1">
            <a:extLst>
              <a:ext uri="{FF2B5EF4-FFF2-40B4-BE49-F238E27FC236}">
                <a16:creationId xmlns:a16="http://schemas.microsoft.com/office/drawing/2014/main" id="{B680E1D3-8821-2E34-30AC-8C4642BA9CD6}"/>
              </a:ext>
            </a:extLst>
          </p:cNvPr>
          <p:cNvSpPr txBox="1">
            <a:spLocks/>
          </p:cNvSpPr>
          <p:nvPr/>
        </p:nvSpPr>
        <p:spPr bwMode="gray">
          <a:xfrm>
            <a:off x="3034150" y="3437986"/>
            <a:ext cx="5537345" cy="330072"/>
          </a:xfrm>
          <a:prstGeom prst="rect">
            <a:avLst/>
          </a:prstGeom>
          <a:blipFill dpi="0" rotWithShape="1">
            <a:blip r:embed="rId2"/>
            <a:srcRect/>
            <a:stretch>
              <a:fillRect/>
            </a:stretch>
          </a:bli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44000" tIns="72000" rIns="0" bIns="72000" numCol="1" anchor="t" anchorCtr="0" compatLnSpc="1">
            <a:prstTxWarp prst="textNoShape">
              <a:avLst/>
            </a:prstTxWarp>
            <a:spAutoFit/>
          </a:bodyPr>
          <a:lstStyle>
            <a:lvl1pPr marL="0" indent="0" algn="l" rtl="0" eaLnBrk="1" fontAlgn="base" hangingPunct="1">
              <a:lnSpc>
                <a:spcPct val="100000"/>
              </a:lnSpc>
              <a:spcBef>
                <a:spcPts val="0"/>
              </a:spcBef>
              <a:spcAft>
                <a:spcPct val="0"/>
              </a:spcAft>
              <a:buNone/>
              <a:defRPr lang="en-US" sz="2800" kern="0" baseline="0" dirty="0" smtClean="0">
                <a:solidFill>
                  <a:srgbClr val="005024"/>
                </a:solidFill>
                <a:latin typeface="+mn-lt"/>
                <a:ea typeface="+mn-ea"/>
                <a:cs typeface="+mn-cs"/>
                <a:sym typeface="+mn-lt"/>
              </a:defRPr>
            </a:lvl1pPr>
            <a:lvl2pPr marL="457200" indent="-457200" algn="l" rtl="0" eaLnBrk="1" fontAlgn="base" hangingPunct="1">
              <a:spcBef>
                <a:spcPts val="300"/>
              </a:spcBef>
              <a:spcAft>
                <a:spcPts val="0"/>
              </a:spcAft>
              <a:buFont typeface="Arial" charset="0"/>
              <a:buNone/>
              <a:defRPr lang="en-US" sz="2800" kern="1200" baseline="0" dirty="0" smtClean="0">
                <a:solidFill>
                  <a:schemeClr val="accent1"/>
                </a:solidFill>
                <a:latin typeface="+mn-lt"/>
                <a:ea typeface="+mn-ea"/>
                <a:cs typeface="+mn-cs"/>
                <a:sym typeface="+mn-lt"/>
              </a:defRPr>
            </a:lvl2pPr>
            <a:lvl3pPr marL="540000" indent="-179388" algn="l" rtl="0" eaLnBrk="1" fontAlgn="base" hangingPunct="1">
              <a:spcBef>
                <a:spcPts val="300"/>
              </a:spcBef>
              <a:spcAft>
                <a:spcPts val="0"/>
              </a:spcAft>
              <a:buFont typeface="Arial" charset="0"/>
              <a:buChar char="-"/>
              <a:defRPr sz="1400">
                <a:solidFill>
                  <a:schemeClr val="tx1"/>
                </a:solidFill>
                <a:latin typeface="+mn-lt"/>
                <a:ea typeface="+mn-ea"/>
                <a:cs typeface="+mn-cs"/>
                <a:sym typeface="+mn-lt"/>
              </a:defRPr>
            </a:lvl3pPr>
            <a:lvl4pPr marL="720000" indent="-179388" algn="l" rtl="0" eaLnBrk="1" fontAlgn="base" hangingPunct="1">
              <a:spcBef>
                <a:spcPts val="300"/>
              </a:spcBef>
              <a:spcAft>
                <a:spcPts val="0"/>
              </a:spcAft>
              <a:buFont typeface="Arial" charset="0"/>
              <a:buChar char="-"/>
              <a:defRPr sz="1400">
                <a:solidFill>
                  <a:schemeClr val="tx1"/>
                </a:solidFill>
                <a:latin typeface="+mn-lt"/>
                <a:ea typeface="+mn-ea"/>
                <a:cs typeface="+mn-cs"/>
                <a:sym typeface="+mn-lt"/>
              </a:defRPr>
            </a:lvl4pPr>
            <a:lvl5pPr marL="900000" indent="-180000" algn="l" rtl="0" eaLnBrk="1" fontAlgn="base" hangingPunct="1">
              <a:spcBef>
                <a:spcPts val="300"/>
              </a:spcBef>
              <a:spcAft>
                <a:spcPts val="0"/>
              </a:spcAft>
              <a:buFont typeface="Arial" panose="020B0604020202020204" pitchFamily="34" charset="0"/>
              <a:buChar char="-"/>
              <a:defRPr sz="1400">
                <a:solidFill>
                  <a:schemeClr val="tx1"/>
                </a:solidFill>
                <a:latin typeface="+mn-lt"/>
                <a:ea typeface="+mn-ea"/>
                <a:cs typeface="+mn-cs"/>
                <a:sym typeface="+mn-lt"/>
              </a:defRPr>
            </a:lvl5pPr>
            <a:lvl6pPr marL="1080000" indent="-180000" algn="l" rtl="0" eaLnBrk="1" fontAlgn="base" hangingPunct="1">
              <a:spcBef>
                <a:spcPts val="300"/>
              </a:spcBef>
              <a:spcAft>
                <a:spcPts val="0"/>
              </a:spcAft>
              <a:buFont typeface="Arial" charset="0"/>
              <a:buChar char="-"/>
              <a:defRPr sz="1400" baseline="0">
                <a:solidFill>
                  <a:schemeClr val="tx1"/>
                </a:solidFill>
                <a:latin typeface="+mn-lt"/>
                <a:cs typeface="+mn-cs"/>
              </a:defRPr>
            </a:lvl6pPr>
            <a:lvl7pPr marL="1260000" indent="-180000" algn="l" rtl="0" eaLnBrk="1" fontAlgn="base" hangingPunct="1">
              <a:spcBef>
                <a:spcPts val="300"/>
              </a:spcBef>
              <a:spcAft>
                <a:spcPts val="0"/>
              </a:spcAft>
              <a:buFont typeface="Arial" charset="0"/>
              <a:buChar char="-"/>
              <a:defRPr sz="1400">
                <a:solidFill>
                  <a:schemeClr val="tx1"/>
                </a:solidFill>
                <a:latin typeface="+mn-lt"/>
                <a:cs typeface="+mn-cs"/>
              </a:defRPr>
            </a:lvl7pPr>
            <a:lvl8pPr marL="1440000" indent="-180000" algn="l" rtl="0" eaLnBrk="1" fontAlgn="base" hangingPunct="1">
              <a:spcBef>
                <a:spcPts val="300"/>
              </a:spcBef>
              <a:spcAft>
                <a:spcPts val="0"/>
              </a:spcAft>
              <a:buFont typeface="Arial" charset="0"/>
              <a:buChar char="-"/>
              <a:defRPr sz="1400">
                <a:solidFill>
                  <a:schemeClr val="tx1"/>
                </a:solidFill>
                <a:latin typeface="+mn-lt"/>
                <a:cs typeface="+mn-cs"/>
              </a:defRPr>
            </a:lvl8pPr>
            <a:lvl9pPr marL="1620000" indent="-180000" algn="l" rtl="0" eaLnBrk="1" fontAlgn="base" hangingPunct="1">
              <a:spcBef>
                <a:spcPts val="300"/>
              </a:spcBef>
              <a:spcAft>
                <a:spcPts val="0"/>
              </a:spcAft>
              <a:buFont typeface="Arial" charset="0"/>
              <a:buChar char="-"/>
              <a:defRPr sz="1400" baseline="0">
                <a:solidFill>
                  <a:schemeClr val="tx1"/>
                </a:solidFill>
                <a:latin typeface="+mn-lt"/>
                <a:cs typeface="+mn-cs"/>
              </a:defRPr>
            </a:lvl9pPr>
          </a:lstStyle>
          <a:p>
            <a:r>
              <a:rPr lang="en-US" sz="1200">
                <a:solidFill>
                  <a:srgbClr val="444A44"/>
                </a:solidFill>
              </a:rPr>
              <a:t>Định giá trái phiếu thường</a:t>
            </a:r>
            <a:endParaRPr lang="vi-VN" sz="1200">
              <a:solidFill>
                <a:srgbClr val="444A44"/>
              </a:solidFill>
            </a:endParaRPr>
          </a:p>
        </p:txBody>
      </p:sp>
    </p:spTree>
    <p:extLst>
      <p:ext uri="{BB962C8B-B14F-4D97-AF65-F5344CB8AC3E}">
        <p14:creationId xmlns:p14="http://schemas.microsoft.com/office/powerpoint/2010/main" val="3653141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200" b="1">
                <a:solidFill>
                  <a:srgbClr val="004C1E"/>
                </a:solidFill>
              </a:rPr>
              <a:t>Bước 1 – Mô phỏng đường cong lãi suất theo mô hình Hull–White</a:t>
            </a:r>
          </a:p>
        </p:txBody>
      </p:sp>
      <p:sp>
        <p:nvSpPr>
          <p:cNvPr id="3" name="TextBox 2"/>
          <p:cNvSpPr txBox="1"/>
          <p:nvPr/>
        </p:nvSpPr>
        <p:spPr>
          <a:xfrm>
            <a:off x="457200" y="1060704"/>
            <a:ext cx="8686800" cy="274320"/>
          </a:xfrm>
          <a:prstGeom prst="rect">
            <a:avLst/>
          </a:prstGeom>
          <a:noFill/>
        </p:spPr>
        <p:txBody>
          <a:bodyPr wrap="square" lIns="0" tIns="0" rIns="0" bIns="0" anchor="t">
            <a:spAutoFit/>
          </a:bodyPr>
          <a:lstStyle/>
          <a:p>
            <a:pPr algn="l">
              <a:lnSpc>
                <a:spcPct val="115000"/>
              </a:lnSpc>
              <a:spcBef>
                <a:spcPts val="0"/>
              </a:spcBef>
              <a:spcAft>
                <a:spcPts val="0"/>
              </a:spcAft>
            </a:pPr>
            <a:r>
              <a:rPr sz="1150" b="0" i="1">
                <a:solidFill>
                  <a:srgbClr val="767C76"/>
                </a:solidFill>
                <a:latin typeface="Arial"/>
              </a:rPr>
              <a:t>Hai nhân tố: lãi suất chiết khấu (r) và lãi suất tham chiếu coupon (L)</a:t>
            </a:r>
          </a:p>
        </p:txBody>
      </p:sp>
      <p:sp>
        <p:nvSpPr>
          <p:cNvPr id="4" name="TextBox 3"/>
          <p:cNvSpPr txBox="1"/>
          <p:nvPr/>
        </p:nvSpPr>
        <p:spPr>
          <a:xfrm>
            <a:off x="4581778" y="1437749"/>
            <a:ext cx="4415246" cy="178126"/>
          </a:xfrm>
          <a:prstGeom prst="rect">
            <a:avLst/>
          </a:prstGeom>
          <a:noFill/>
        </p:spPr>
        <p:txBody>
          <a:bodyPr wrap="square" lIns="0" tIns="0" rIns="0" bIns="0" anchor="t">
            <a:spAutoFit/>
          </a:bodyPr>
          <a:lstStyle/>
          <a:p>
            <a:pPr algn="l">
              <a:lnSpc>
                <a:spcPct val="115000"/>
              </a:lnSpc>
              <a:spcBef>
                <a:spcPts val="0"/>
              </a:spcBef>
              <a:spcAft>
                <a:spcPts val="0"/>
              </a:spcAft>
            </a:pPr>
            <a:r>
              <a:rPr sz="1100" b="0" i="0">
                <a:solidFill>
                  <a:srgbClr val="333733"/>
                </a:solidFill>
                <a:latin typeface="Arial"/>
              </a:rPr>
              <a:t>Lãi suất kép liên tục không coupon tại thời điểm t của kỳ hạn τ = T − t:</a:t>
            </a:r>
          </a:p>
        </p:txBody>
      </p:sp>
      <p:pic>
        <p:nvPicPr>
          <p:cNvPr id="5" name="Picture 4" descr="f_hw.png"/>
          <p:cNvPicPr>
            <a:picLocks noChangeAspect="1"/>
          </p:cNvPicPr>
          <p:nvPr/>
        </p:nvPicPr>
        <p:blipFill>
          <a:blip r:embed="rId2"/>
          <a:stretch>
            <a:fillRect/>
          </a:stretch>
        </p:blipFill>
        <p:spPr>
          <a:xfrm>
            <a:off x="5248653" y="1844554"/>
            <a:ext cx="2954822" cy="284617"/>
          </a:xfrm>
          <a:prstGeom prst="rect">
            <a:avLst/>
          </a:prstGeom>
        </p:spPr>
      </p:pic>
      <p:pic>
        <p:nvPicPr>
          <p:cNvPr id="6" name="Picture 5" descr="f_bg.png"/>
          <p:cNvPicPr>
            <a:picLocks noChangeAspect="1"/>
          </p:cNvPicPr>
          <p:nvPr/>
        </p:nvPicPr>
        <p:blipFill>
          <a:blip r:embed="rId3"/>
          <a:srcRect r="74052"/>
          <a:stretch>
            <a:fillRect/>
          </a:stretch>
        </p:blipFill>
        <p:spPr>
          <a:xfrm>
            <a:off x="6064074" y="4394599"/>
            <a:ext cx="1323980" cy="420585"/>
          </a:xfrm>
          <a:prstGeom prst="rect">
            <a:avLst/>
          </a:prstGeom>
        </p:spPr>
      </p:pic>
      <p:sp>
        <p:nvSpPr>
          <p:cNvPr id="7" name="Rounded Rectangle 6"/>
          <p:cNvSpPr/>
          <p:nvPr/>
        </p:nvSpPr>
        <p:spPr>
          <a:xfrm>
            <a:off x="457200" y="1374393"/>
            <a:ext cx="3794760" cy="3765777"/>
          </a:xfrm>
          <a:prstGeom prst="roundRect">
            <a:avLst>
              <a:gd name="adj" fmla="val 4000"/>
            </a:avLst>
          </a:prstGeom>
          <a:solidFill>
            <a:srgbClr val="F4F6F2"/>
          </a:solidFill>
          <a:ln w="9525">
            <a:solidFill>
              <a:srgbClr val="D6DC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mc:AlternateContent xmlns:mc="http://schemas.openxmlformats.org/markup-compatibility/2006" xmlns:a14="http://schemas.microsoft.com/office/drawing/2010/main">
        <mc:Choice Requires="a14">
          <p:sp>
            <p:nvSpPr>
              <p:cNvPr id="8" name="TextBox 7"/>
              <p:cNvSpPr txBox="1"/>
              <p:nvPr/>
            </p:nvSpPr>
            <p:spPr>
              <a:xfrm>
                <a:off x="681442" y="1510280"/>
                <a:ext cx="3346269" cy="2998385"/>
              </a:xfrm>
              <a:prstGeom prst="rect">
                <a:avLst/>
              </a:prstGeom>
              <a:noFill/>
            </p:spPr>
            <p:txBody>
              <a:bodyPr wrap="square" lIns="0" tIns="0" rIns="0" bIns="0" anchor="t">
                <a:spAutoFit/>
              </a:bodyPr>
              <a:lstStyle/>
              <a:p>
                <a:pPr algn="l">
                  <a:lnSpc>
                    <a:spcPct val="115000"/>
                  </a:lnSpc>
                  <a:spcBef>
                    <a:spcPts val="0"/>
                  </a:spcBef>
                  <a:spcAft>
                    <a:spcPts val="500"/>
                  </a:spcAft>
                </a:pPr>
                <a:r>
                  <a:rPr sz="1150" b="1" i="0">
                    <a:solidFill>
                      <a:srgbClr val="004C1E"/>
                    </a:solidFill>
                    <a:latin typeface="Arial"/>
                  </a:rPr>
                  <a:t>Quá trình biến động của hai nhân tố</a:t>
                </a:r>
              </a:p>
              <a:p>
                <a:pPr algn="l">
                  <a:lnSpc>
                    <a:spcPct val="115000"/>
                  </a:lnSpc>
                  <a:spcBef>
                    <a:spcPts val="0"/>
                  </a:spcBef>
                  <a:spcAft>
                    <a:spcPts val="500"/>
                  </a:spcAft>
                </a:pPr>
                <a:r>
                  <a:rPr lang="en-US">
                    <a:solidFill>
                      <a:srgbClr val="5A8E3F"/>
                    </a:solidFill>
                    <a:latin typeface="Arial"/>
                  </a:rPr>
                  <a:t>– </a:t>
                </a:r>
                <a:r>
                  <a:rPr lang="en-US">
                    <a:solidFill>
                      <a:srgbClr val="333733"/>
                    </a:solidFill>
                    <a:latin typeface="Arial"/>
                  </a:rPr>
                  <a:t>Lãi suất chiếu khấu:</a:t>
                </a:r>
                <a:endParaRPr lang="en-US" sz="1000" b="0">
                  <a:solidFill>
                    <a:srgbClr val="333733"/>
                  </a:solidFill>
                  <a:latin typeface="Arial"/>
                </a:endParaRPr>
              </a:p>
              <a:p>
                <a:pPr>
                  <a:lnSpc>
                    <a:spcPct val="115000"/>
                  </a:lnSpc>
                  <a:spcBef>
                    <a:spcPts val="0"/>
                  </a:spcBef>
                  <a:spcAft>
                    <a:spcPts val="500"/>
                  </a:spcAft>
                </a:pPr>
                <a:r>
                  <a:rPr sz="1000" b="0">
                    <a:solidFill>
                      <a:srgbClr val="333733"/>
                    </a:solidFill>
                    <a:latin typeface="Arial"/>
                  </a:rPr>
                  <a:t>dr = (θ</a:t>
                </a:r>
                <a:r>
                  <a:rPr sz="1000" b="0" baseline="-25000">
                    <a:solidFill>
                      <a:srgbClr val="333733"/>
                    </a:solidFill>
                    <a:latin typeface="Arial"/>
                  </a:rPr>
                  <a:t>r</a:t>
                </a:r>
                <a:r>
                  <a:rPr sz="1000" b="0">
                    <a:solidFill>
                      <a:srgbClr val="333733"/>
                    </a:solidFill>
                    <a:latin typeface="Arial"/>
                  </a:rPr>
                  <a:t>(t) − a</a:t>
                </a:r>
                <a:r>
                  <a:rPr sz="1000" b="0" baseline="-25000">
                    <a:solidFill>
                      <a:srgbClr val="333733"/>
                    </a:solidFill>
                    <a:latin typeface="Arial"/>
                  </a:rPr>
                  <a:t>r</a:t>
                </a:r>
                <a:r>
                  <a:rPr sz="1000" b="0">
                    <a:solidFill>
                      <a:srgbClr val="333733"/>
                    </a:solidFill>
                    <a:latin typeface="Arial"/>
                  </a:rPr>
                  <a:t>·r)dt + σ</a:t>
                </a:r>
                <a:r>
                  <a:rPr sz="1000" b="0" baseline="-25000">
                    <a:solidFill>
                      <a:srgbClr val="333733"/>
                    </a:solidFill>
                    <a:latin typeface="Arial"/>
                  </a:rPr>
                  <a:t>r</a:t>
                </a:r>
                <a:r>
                  <a:rPr sz="1000" b="0">
                    <a:solidFill>
                      <a:srgbClr val="333733"/>
                    </a:solidFill>
                    <a:latin typeface="Arial"/>
                  </a:rPr>
                  <a:t>·dWʳ</a:t>
                </a:r>
                <a:endParaRPr lang="en-US" sz="1000" b="0">
                  <a:solidFill>
                    <a:srgbClr val="333733"/>
                  </a:solidFill>
                  <a:latin typeface="Arial"/>
                </a:endParaRPr>
              </a:p>
              <a:p>
                <a:pPr>
                  <a:lnSpc>
                    <a:spcPct val="115000"/>
                  </a:lnSpc>
                  <a:spcBef>
                    <a:spcPts val="0"/>
                  </a:spcBef>
                  <a:spcAft>
                    <a:spcPts val="500"/>
                  </a:spcAft>
                </a:pPr>
                <a:endParaRPr lang="en-US" sz="700" b="0">
                  <a:solidFill>
                    <a:srgbClr val="333733"/>
                  </a:solidFill>
                  <a:latin typeface="Arial"/>
                </a:endParaRPr>
              </a:p>
              <a:p>
                <a:pPr algn="l">
                  <a:lnSpc>
                    <a:spcPct val="115000"/>
                  </a:lnSpc>
                  <a:spcBef>
                    <a:spcPts val="0"/>
                  </a:spcBef>
                  <a:spcAft>
                    <a:spcPts val="500"/>
                  </a:spcAft>
                </a:pPr>
                <a:r>
                  <a:rPr lang="en-US">
                    <a:solidFill>
                      <a:srgbClr val="5A8E3F"/>
                    </a:solidFill>
                    <a:latin typeface="Arial"/>
                  </a:rPr>
                  <a:t>– </a:t>
                </a:r>
                <a:r>
                  <a:rPr lang="en-US" sz="1000" b="0">
                    <a:solidFill>
                      <a:srgbClr val="333733"/>
                    </a:solidFill>
                    <a:latin typeface="Arial"/>
                  </a:rPr>
                  <a:t>Lãi suất tham chiếu</a:t>
                </a:r>
              </a:p>
              <a:p>
                <a:pPr>
                  <a:lnSpc>
                    <a:spcPct val="115000"/>
                  </a:lnSpc>
                  <a:spcBef>
                    <a:spcPts val="0"/>
                  </a:spcBef>
                  <a:spcAft>
                    <a:spcPts val="500"/>
                  </a:spcAft>
                </a:pPr>
                <a:r>
                  <a:rPr sz="1000" b="0">
                    <a:solidFill>
                      <a:srgbClr val="333733"/>
                    </a:solidFill>
                    <a:latin typeface="Arial"/>
                  </a:rPr>
                  <a:t>dL = (θ</a:t>
                </a:r>
                <a:r>
                  <a:rPr lang="en-US" sz="1000" b="0" baseline="-25000">
                    <a:solidFill>
                      <a:srgbClr val="333733"/>
                    </a:solidFill>
                    <a:latin typeface="Arial"/>
                  </a:rPr>
                  <a:t>L</a:t>
                </a:r>
                <a:r>
                  <a:rPr sz="1000" b="0">
                    <a:solidFill>
                      <a:srgbClr val="333733"/>
                    </a:solidFill>
                    <a:latin typeface="Arial"/>
                  </a:rPr>
                  <a:t>(t) − a</a:t>
                </a:r>
                <a:r>
                  <a:rPr sz="1000" b="0" baseline="-25000">
                    <a:solidFill>
                      <a:srgbClr val="333733"/>
                    </a:solidFill>
                    <a:latin typeface="Arial"/>
                  </a:rPr>
                  <a:t>L</a:t>
                </a:r>
                <a:r>
                  <a:rPr sz="1000" b="0">
                    <a:solidFill>
                      <a:srgbClr val="333733"/>
                    </a:solidFill>
                    <a:latin typeface="Arial"/>
                  </a:rPr>
                  <a:t>·L)dt + σ</a:t>
                </a:r>
                <a:r>
                  <a:rPr sz="1000" b="0" baseline="-25000">
                    <a:solidFill>
                      <a:srgbClr val="333733"/>
                    </a:solidFill>
                    <a:latin typeface="Arial"/>
                  </a:rPr>
                  <a:t>L</a:t>
                </a:r>
                <a:r>
                  <a:rPr sz="1000" b="0">
                    <a:solidFill>
                      <a:srgbClr val="333733"/>
                    </a:solidFill>
                    <a:latin typeface="Arial"/>
                  </a:rPr>
                  <a:t>·dWᴸ</a:t>
                </a:r>
                <a:endParaRPr lang="en-US" sz="1000" b="0">
                  <a:solidFill>
                    <a:srgbClr val="333733"/>
                  </a:solidFill>
                  <a:latin typeface="Arial"/>
                </a:endParaRPr>
              </a:p>
              <a:p>
                <a:pPr>
                  <a:lnSpc>
                    <a:spcPct val="115000"/>
                  </a:lnSpc>
                  <a:spcBef>
                    <a:spcPts val="0"/>
                  </a:spcBef>
                  <a:spcAft>
                    <a:spcPts val="500"/>
                  </a:spcAft>
                </a:pPr>
                <a:endParaRPr lang="en-US" sz="700" b="0">
                  <a:solidFill>
                    <a:srgbClr val="333733"/>
                  </a:solidFill>
                  <a:latin typeface="Arial"/>
                </a:endParaRPr>
              </a:p>
              <a:p>
                <a:pPr algn="l">
                  <a:lnSpc>
                    <a:spcPct val="115000"/>
                  </a:lnSpc>
                  <a:spcBef>
                    <a:spcPts val="0"/>
                  </a:spcBef>
                  <a:spcAft>
                    <a:spcPts val="500"/>
                  </a:spcAft>
                </a:pPr>
                <a:r>
                  <a:rPr lang="en-US">
                    <a:solidFill>
                      <a:srgbClr val="5A8E3F"/>
                    </a:solidFill>
                    <a:latin typeface="Arial"/>
                  </a:rPr>
                  <a:t>– </a:t>
                </a:r>
                <a:r>
                  <a:rPr lang="en-US">
                    <a:solidFill>
                      <a:srgbClr val="333733"/>
                    </a:solidFill>
                    <a:latin typeface="Arial"/>
                  </a:rPr>
                  <a:t>Biến trạng thái</a:t>
                </a:r>
              </a:p>
              <a:p>
                <a:pPr>
                  <a:lnSpc>
                    <a:spcPct val="115000"/>
                  </a:lnSpc>
                  <a:spcBef>
                    <a:spcPts val="0"/>
                  </a:spcBef>
                  <a:spcAft>
                    <a:spcPts val="500"/>
                  </a:spcAft>
                </a:pPr>
                <a14:m>
                  <m:oMathPara xmlns:m="http://schemas.openxmlformats.org/officeDocument/2006/math">
                    <m:oMathParaPr>
                      <m:jc m:val="centerGroup"/>
                    </m:oMathParaPr>
                    <m:oMath xmlns:m="http://schemas.openxmlformats.org/officeDocument/2006/math">
                      <m:r>
                        <m:rPr>
                          <m:sty m:val="p"/>
                        </m:rPr>
                        <a:rPr lang="es-NI" sz="800" i="0">
                          <a:latin typeface="Cambria Math" panose="02040503050406030204" pitchFamily="18" charset="0"/>
                        </a:rPr>
                        <m:t>x</m:t>
                      </m:r>
                      <m:d>
                        <m:dPr>
                          <m:ctrlPr>
                            <a:rPr lang="en-US" sz="800" i="1">
                              <a:latin typeface="Cambria Math" panose="02040503050406030204" pitchFamily="18" charset="0"/>
                            </a:rPr>
                          </m:ctrlPr>
                        </m:dPr>
                        <m:e>
                          <m:r>
                            <m:rPr>
                              <m:sty m:val="p"/>
                            </m:rPr>
                            <a:rPr lang="es-NI" sz="800" i="0">
                              <a:latin typeface="Cambria Math" panose="02040503050406030204" pitchFamily="18" charset="0"/>
                            </a:rPr>
                            <m:t>t</m:t>
                          </m:r>
                        </m:e>
                      </m:d>
                      <m:r>
                        <a:rPr lang="es-NI" sz="800" i="0">
                          <a:latin typeface="Cambria Math" panose="02040503050406030204" pitchFamily="18" charset="0"/>
                        </a:rPr>
                        <m:t>=</m:t>
                      </m:r>
                      <m:r>
                        <m:rPr>
                          <m:sty m:val="p"/>
                        </m:rPr>
                        <a:rPr lang="es-NI" sz="800" i="0">
                          <a:latin typeface="Cambria Math" panose="02040503050406030204" pitchFamily="18" charset="0"/>
                        </a:rPr>
                        <m:t>r</m:t>
                      </m:r>
                      <m:d>
                        <m:dPr>
                          <m:ctrlPr>
                            <a:rPr lang="en-US" sz="800" i="1">
                              <a:latin typeface="Cambria Math" panose="02040503050406030204" pitchFamily="18" charset="0"/>
                            </a:rPr>
                          </m:ctrlPr>
                        </m:dPr>
                        <m:e>
                          <m:r>
                            <m:rPr>
                              <m:sty m:val="p"/>
                            </m:rPr>
                            <a:rPr lang="es-NI" sz="800" i="0">
                              <a:latin typeface="Cambria Math" panose="02040503050406030204" pitchFamily="18" charset="0"/>
                            </a:rPr>
                            <m:t>t</m:t>
                          </m:r>
                        </m:e>
                      </m:d>
                      <m:r>
                        <a:rPr lang="es-NI" sz="800" i="0">
                          <a:latin typeface="Cambria Math" panose="02040503050406030204" pitchFamily="18" charset="0"/>
                        </a:rPr>
                        <m:t>−</m:t>
                      </m:r>
                      <m:sSubSup>
                        <m:sSubSupPr>
                          <m:ctrlPr>
                            <a:rPr lang="en-US" sz="800" i="1">
                              <a:latin typeface="Cambria Math" panose="02040503050406030204" pitchFamily="18" charset="0"/>
                            </a:rPr>
                          </m:ctrlPr>
                        </m:sSubSupPr>
                        <m:e>
                          <m:r>
                            <m:rPr>
                              <m:sty m:val="p"/>
                            </m:rPr>
                            <a:rPr lang="es-NI" sz="800" i="0">
                              <a:latin typeface="Cambria Math" panose="02040503050406030204" pitchFamily="18" charset="0"/>
                            </a:rPr>
                            <m:t>f</m:t>
                          </m:r>
                        </m:e>
                        <m:sub>
                          <m:r>
                            <a:rPr lang="es-NI" sz="800" i="0">
                              <a:latin typeface="Cambria Math" panose="02040503050406030204" pitchFamily="18" charset="0"/>
                            </a:rPr>
                            <m:t>0</m:t>
                          </m:r>
                        </m:sub>
                        <m:sup>
                          <m:r>
                            <m:rPr>
                              <m:sty m:val="p"/>
                            </m:rPr>
                            <a:rPr lang="es-NI" sz="800" i="0">
                              <a:latin typeface="Cambria Math" panose="02040503050406030204" pitchFamily="18" charset="0"/>
                            </a:rPr>
                            <m:t>r</m:t>
                          </m:r>
                        </m:sup>
                      </m:sSubSup>
                      <m:d>
                        <m:dPr>
                          <m:ctrlPr>
                            <a:rPr lang="en-US" sz="800" i="1">
                              <a:latin typeface="Cambria Math" panose="02040503050406030204" pitchFamily="18" charset="0"/>
                            </a:rPr>
                          </m:ctrlPr>
                        </m:dPr>
                        <m:e>
                          <m:r>
                            <m:rPr>
                              <m:sty m:val="p"/>
                            </m:rPr>
                            <a:rPr lang="es-NI" sz="800" i="0">
                              <a:latin typeface="Cambria Math" panose="02040503050406030204" pitchFamily="18" charset="0"/>
                            </a:rPr>
                            <m:t>t</m:t>
                          </m:r>
                        </m:e>
                      </m:d>
                      <m:r>
                        <a:rPr lang="es-NI" sz="800" i="0">
                          <a:latin typeface="Cambria Math" panose="02040503050406030204" pitchFamily="18" charset="0"/>
                        </a:rPr>
                        <m:t>−</m:t>
                      </m:r>
                      <m:f>
                        <m:fPr>
                          <m:ctrlPr>
                            <a:rPr lang="en-US" sz="800" i="1">
                              <a:latin typeface="Cambria Math" panose="02040503050406030204" pitchFamily="18" charset="0"/>
                            </a:rPr>
                          </m:ctrlPr>
                        </m:fPr>
                        <m:num>
                          <m:sSubSup>
                            <m:sSubSupPr>
                              <m:ctrlPr>
                                <a:rPr lang="en-US" sz="800" i="1">
                                  <a:latin typeface="Cambria Math" panose="02040503050406030204" pitchFamily="18" charset="0"/>
                                </a:rPr>
                              </m:ctrlPr>
                            </m:sSubSupPr>
                            <m:e>
                              <m:r>
                                <m:rPr>
                                  <m:sty m:val="p"/>
                                </m:rPr>
                                <a:rPr lang="es-NI" sz="800" i="0">
                                  <a:latin typeface="Cambria Math" panose="02040503050406030204" pitchFamily="18" charset="0"/>
                                </a:rPr>
                                <m:t>σ</m:t>
                              </m:r>
                            </m:e>
                            <m:sub>
                              <m:r>
                                <m:rPr>
                                  <m:sty m:val="p"/>
                                </m:rPr>
                                <a:rPr lang="es-NI" sz="800" i="0">
                                  <a:latin typeface="Cambria Math" panose="02040503050406030204" pitchFamily="18" charset="0"/>
                                </a:rPr>
                                <m:t>r</m:t>
                              </m:r>
                            </m:sub>
                            <m:sup>
                              <m:r>
                                <a:rPr lang="es-NI" sz="800" i="0">
                                  <a:latin typeface="Cambria Math" panose="02040503050406030204" pitchFamily="18" charset="0"/>
                                </a:rPr>
                                <m:t>2</m:t>
                              </m:r>
                            </m:sup>
                          </m:sSubSup>
                        </m:num>
                        <m:den>
                          <m:r>
                            <a:rPr lang="es-NI" sz="800" i="0">
                              <a:latin typeface="Cambria Math" panose="02040503050406030204" pitchFamily="18" charset="0"/>
                            </a:rPr>
                            <m:t>2</m:t>
                          </m:r>
                          <m:sSubSup>
                            <m:sSubSupPr>
                              <m:ctrlPr>
                                <a:rPr lang="en-US" sz="800" i="1">
                                  <a:latin typeface="Cambria Math" panose="02040503050406030204" pitchFamily="18" charset="0"/>
                                </a:rPr>
                              </m:ctrlPr>
                            </m:sSubSupPr>
                            <m:e>
                              <m:r>
                                <m:rPr>
                                  <m:sty m:val="p"/>
                                </m:rPr>
                                <a:rPr lang="es-NI" sz="800" i="0">
                                  <a:latin typeface="Cambria Math" panose="02040503050406030204" pitchFamily="18" charset="0"/>
                                </a:rPr>
                                <m:t>a</m:t>
                              </m:r>
                            </m:e>
                            <m:sub>
                              <m:r>
                                <m:rPr>
                                  <m:sty m:val="p"/>
                                </m:rPr>
                                <a:rPr lang="es-NI" sz="800" i="0">
                                  <a:latin typeface="Cambria Math" panose="02040503050406030204" pitchFamily="18" charset="0"/>
                                </a:rPr>
                                <m:t>r</m:t>
                              </m:r>
                            </m:sub>
                            <m:sup>
                              <m:r>
                                <a:rPr lang="es-NI" sz="800" i="0">
                                  <a:latin typeface="Cambria Math" panose="02040503050406030204" pitchFamily="18" charset="0"/>
                                </a:rPr>
                                <m:t>2</m:t>
                              </m:r>
                            </m:sup>
                          </m:sSubSup>
                        </m:den>
                      </m:f>
                      <m:r>
                        <a:rPr lang="es-NI" sz="800" i="0">
                          <a:latin typeface="Cambria Math" panose="02040503050406030204" pitchFamily="18" charset="0"/>
                        </a:rPr>
                        <m:t>∙</m:t>
                      </m:r>
                      <m:sSup>
                        <m:sSupPr>
                          <m:ctrlPr>
                            <a:rPr lang="en-US" sz="800" i="1">
                              <a:latin typeface="Cambria Math" panose="02040503050406030204" pitchFamily="18" charset="0"/>
                            </a:rPr>
                          </m:ctrlPr>
                        </m:sSupPr>
                        <m:e>
                          <m:d>
                            <m:dPr>
                              <m:ctrlPr>
                                <a:rPr lang="en-US" sz="800" i="1">
                                  <a:latin typeface="Cambria Math" panose="02040503050406030204" pitchFamily="18" charset="0"/>
                                </a:rPr>
                              </m:ctrlPr>
                            </m:dPr>
                            <m:e>
                              <m:r>
                                <a:rPr lang="es-NI" sz="800" i="0">
                                  <a:latin typeface="Cambria Math" panose="02040503050406030204" pitchFamily="18" charset="0"/>
                                </a:rPr>
                                <m:t>1−</m:t>
                              </m:r>
                              <m:sSup>
                                <m:sSupPr>
                                  <m:ctrlPr>
                                    <a:rPr lang="en-US" sz="800" i="1">
                                      <a:latin typeface="Cambria Math" panose="02040503050406030204" pitchFamily="18" charset="0"/>
                                    </a:rPr>
                                  </m:ctrlPr>
                                </m:sSupPr>
                                <m:e>
                                  <m:r>
                                    <m:rPr>
                                      <m:sty m:val="p"/>
                                    </m:rPr>
                                    <a:rPr lang="es-NI" sz="800" i="0">
                                      <a:latin typeface="Cambria Math" panose="02040503050406030204" pitchFamily="18" charset="0"/>
                                    </a:rPr>
                                    <m:t>e</m:t>
                                  </m:r>
                                </m:e>
                                <m:sup>
                                  <m:r>
                                    <a:rPr lang="es-NI" sz="800" i="0">
                                      <a:latin typeface="Cambria Math" panose="02040503050406030204" pitchFamily="18" charset="0"/>
                                    </a:rPr>
                                    <m:t>−</m:t>
                                  </m:r>
                                  <m:sSub>
                                    <m:sSubPr>
                                      <m:ctrlPr>
                                        <a:rPr lang="en-US" sz="800" i="1">
                                          <a:latin typeface="Cambria Math" panose="02040503050406030204" pitchFamily="18" charset="0"/>
                                        </a:rPr>
                                      </m:ctrlPr>
                                    </m:sSubPr>
                                    <m:e>
                                      <m:r>
                                        <m:rPr>
                                          <m:sty m:val="p"/>
                                        </m:rPr>
                                        <a:rPr lang="es-NI" sz="800" i="0">
                                          <a:latin typeface="Cambria Math" panose="02040503050406030204" pitchFamily="18" charset="0"/>
                                        </a:rPr>
                                        <m:t>a</m:t>
                                      </m:r>
                                    </m:e>
                                    <m:sub>
                                      <m:r>
                                        <m:rPr>
                                          <m:sty m:val="p"/>
                                        </m:rPr>
                                        <a:rPr lang="es-NI" sz="800" i="0">
                                          <a:latin typeface="Cambria Math" panose="02040503050406030204" pitchFamily="18" charset="0"/>
                                        </a:rPr>
                                        <m:t>r</m:t>
                                      </m:r>
                                    </m:sub>
                                  </m:sSub>
                                  <m:r>
                                    <m:rPr>
                                      <m:sty m:val="p"/>
                                    </m:rPr>
                                    <a:rPr lang="es-NI" sz="800" i="0">
                                      <a:latin typeface="Cambria Math" panose="02040503050406030204" pitchFamily="18" charset="0"/>
                                    </a:rPr>
                                    <m:t>t</m:t>
                                  </m:r>
                                </m:sup>
                              </m:sSup>
                            </m:e>
                          </m:d>
                        </m:e>
                        <m:sup>
                          <m:r>
                            <a:rPr lang="es-NI" sz="800" i="0">
                              <a:latin typeface="Cambria Math" panose="02040503050406030204" pitchFamily="18" charset="0"/>
                            </a:rPr>
                            <m:t>2</m:t>
                          </m:r>
                        </m:sup>
                      </m:sSup>
                      <m:r>
                        <a:rPr lang="es-NI" sz="800" i="0">
                          <a:latin typeface="Cambria Math" panose="02040503050406030204" pitchFamily="18" charset="0"/>
                        </a:rPr>
                        <m:t>⇒</m:t>
                      </m:r>
                      <m:r>
                        <m:rPr>
                          <m:sty m:val="p"/>
                        </m:rPr>
                        <a:rPr lang="es-NI" sz="800" i="0">
                          <a:latin typeface="Cambria Math" panose="02040503050406030204" pitchFamily="18" charset="0"/>
                        </a:rPr>
                        <m:t>dx</m:t>
                      </m:r>
                      <m:d>
                        <m:dPr>
                          <m:ctrlPr>
                            <a:rPr lang="en-US" sz="800" i="1">
                              <a:latin typeface="Cambria Math" panose="02040503050406030204" pitchFamily="18" charset="0"/>
                            </a:rPr>
                          </m:ctrlPr>
                        </m:dPr>
                        <m:e>
                          <m:r>
                            <m:rPr>
                              <m:sty m:val="p"/>
                            </m:rPr>
                            <a:rPr lang="es-NI" sz="800" i="0">
                              <a:latin typeface="Cambria Math" panose="02040503050406030204" pitchFamily="18" charset="0"/>
                            </a:rPr>
                            <m:t>t</m:t>
                          </m:r>
                        </m:e>
                      </m:d>
                      <m:r>
                        <a:rPr lang="es-NI" sz="800" i="0">
                          <a:latin typeface="Cambria Math" panose="02040503050406030204" pitchFamily="18" charset="0"/>
                        </a:rPr>
                        <m:t>= −</m:t>
                      </m:r>
                      <m:sSub>
                        <m:sSubPr>
                          <m:ctrlPr>
                            <a:rPr lang="en-US" sz="800" i="1">
                              <a:latin typeface="Cambria Math" panose="02040503050406030204" pitchFamily="18" charset="0"/>
                            </a:rPr>
                          </m:ctrlPr>
                        </m:sSubPr>
                        <m:e>
                          <m:r>
                            <m:rPr>
                              <m:sty m:val="p"/>
                            </m:rPr>
                            <a:rPr lang="es-NI" sz="800" i="0">
                              <a:latin typeface="Cambria Math" panose="02040503050406030204" pitchFamily="18" charset="0"/>
                            </a:rPr>
                            <m:t>a</m:t>
                          </m:r>
                        </m:e>
                        <m:sub>
                          <m:r>
                            <m:rPr>
                              <m:sty m:val="p"/>
                            </m:rPr>
                            <a:rPr lang="es-NI" sz="800" i="0">
                              <a:latin typeface="Cambria Math" panose="02040503050406030204" pitchFamily="18" charset="0"/>
                            </a:rPr>
                            <m:t>r</m:t>
                          </m:r>
                        </m:sub>
                      </m:sSub>
                      <m:sSub>
                        <m:sSubPr>
                          <m:ctrlPr>
                            <a:rPr lang="en-US" sz="800" i="1">
                              <a:latin typeface="Cambria Math" panose="02040503050406030204" pitchFamily="18" charset="0"/>
                            </a:rPr>
                          </m:ctrlPr>
                        </m:sSubPr>
                        <m:e>
                          <m:r>
                            <m:rPr>
                              <m:sty m:val="p"/>
                            </m:rPr>
                            <a:rPr lang="es-NI" sz="800" i="0">
                              <a:latin typeface="Cambria Math" panose="02040503050406030204" pitchFamily="18" charset="0"/>
                            </a:rPr>
                            <m:t>x</m:t>
                          </m:r>
                        </m:e>
                        <m:sub>
                          <m:r>
                            <m:rPr>
                              <m:sty m:val="p"/>
                            </m:rPr>
                            <a:rPr lang="es-NI" sz="800" i="0">
                              <a:latin typeface="Cambria Math" panose="02040503050406030204" pitchFamily="18" charset="0"/>
                            </a:rPr>
                            <m:t>t</m:t>
                          </m:r>
                        </m:sub>
                      </m:sSub>
                      <m:r>
                        <m:rPr>
                          <m:sty m:val="p"/>
                        </m:rPr>
                        <a:rPr lang="es-NI" sz="800" i="0">
                          <a:latin typeface="Cambria Math" panose="02040503050406030204" pitchFamily="18" charset="0"/>
                        </a:rPr>
                        <m:t>dt</m:t>
                      </m:r>
                      <m:r>
                        <a:rPr lang="es-NI" sz="800" i="0">
                          <a:latin typeface="Cambria Math" panose="02040503050406030204" pitchFamily="18" charset="0"/>
                        </a:rPr>
                        <m:t>+</m:t>
                      </m:r>
                      <m:sSub>
                        <m:sSubPr>
                          <m:ctrlPr>
                            <a:rPr lang="en-US" sz="800" i="1">
                              <a:latin typeface="Cambria Math" panose="02040503050406030204" pitchFamily="18" charset="0"/>
                            </a:rPr>
                          </m:ctrlPr>
                        </m:sSubPr>
                        <m:e>
                          <m:r>
                            <m:rPr>
                              <m:sty m:val="p"/>
                            </m:rPr>
                            <a:rPr lang="es-NI" sz="800" i="0">
                              <a:latin typeface="Cambria Math" panose="02040503050406030204" pitchFamily="18" charset="0"/>
                            </a:rPr>
                            <m:t>σ</m:t>
                          </m:r>
                        </m:e>
                        <m:sub>
                          <m:r>
                            <m:rPr>
                              <m:sty m:val="p"/>
                            </m:rPr>
                            <a:rPr lang="es-NI" sz="800" i="0">
                              <a:latin typeface="Cambria Math" panose="02040503050406030204" pitchFamily="18" charset="0"/>
                            </a:rPr>
                            <m:t>r</m:t>
                          </m:r>
                        </m:sub>
                      </m:sSub>
                      <m:r>
                        <m:rPr>
                          <m:sty m:val="p"/>
                        </m:rPr>
                        <a:rPr lang="es-NI" sz="800" i="0">
                          <a:latin typeface="Cambria Math" panose="02040503050406030204" pitchFamily="18" charset="0"/>
                        </a:rPr>
                        <m:t>d</m:t>
                      </m:r>
                      <m:sSubSup>
                        <m:sSubSupPr>
                          <m:ctrlPr>
                            <a:rPr lang="en-US" sz="800" i="1">
                              <a:latin typeface="Cambria Math" panose="02040503050406030204" pitchFamily="18" charset="0"/>
                            </a:rPr>
                          </m:ctrlPr>
                        </m:sSubSupPr>
                        <m:e>
                          <m:r>
                            <m:rPr>
                              <m:sty m:val="p"/>
                            </m:rPr>
                            <a:rPr lang="es-NI" sz="800" i="0">
                              <a:latin typeface="Cambria Math" panose="02040503050406030204" pitchFamily="18" charset="0"/>
                            </a:rPr>
                            <m:t>W</m:t>
                          </m:r>
                        </m:e>
                        <m:sub>
                          <m:r>
                            <m:rPr>
                              <m:sty m:val="p"/>
                            </m:rPr>
                            <a:rPr lang="es-NI" sz="800" i="0">
                              <a:latin typeface="Cambria Math" panose="02040503050406030204" pitchFamily="18" charset="0"/>
                            </a:rPr>
                            <m:t>t</m:t>
                          </m:r>
                        </m:sub>
                        <m:sup>
                          <m:r>
                            <m:rPr>
                              <m:sty m:val="p"/>
                            </m:rPr>
                            <a:rPr lang="es-NI" sz="800" i="0">
                              <a:latin typeface="Cambria Math" panose="02040503050406030204" pitchFamily="18" charset="0"/>
                            </a:rPr>
                            <m:t>r</m:t>
                          </m:r>
                        </m:sup>
                      </m:sSubSup>
                    </m:oMath>
                  </m:oMathPara>
                </a14:m>
                <a:endParaRPr lang="en-US" sz="1000" b="0">
                  <a:solidFill>
                    <a:srgbClr val="333733"/>
                  </a:solidFill>
                  <a:latin typeface="Arial"/>
                </a:endParaRPr>
              </a:p>
              <a:p>
                <a:pPr algn="l">
                  <a:lnSpc>
                    <a:spcPct val="115000"/>
                  </a:lnSpc>
                  <a:spcBef>
                    <a:spcPts val="0"/>
                  </a:spcBef>
                  <a:spcAft>
                    <a:spcPts val="500"/>
                  </a:spcAft>
                </a:pPr>
                <a14:m>
                  <m:oMathPara xmlns:m="http://schemas.openxmlformats.org/officeDocument/2006/math">
                    <m:oMathParaPr>
                      <m:jc m:val="centerGroup"/>
                    </m:oMathParaPr>
                    <m:oMath xmlns:m="http://schemas.openxmlformats.org/officeDocument/2006/math">
                      <m:r>
                        <m:rPr>
                          <m:sty m:val="p"/>
                        </m:rPr>
                        <a:rPr lang="es-NI" sz="800" i="0">
                          <a:latin typeface="Cambria Math" panose="02040503050406030204" pitchFamily="18" charset="0"/>
                        </a:rPr>
                        <m:t>y</m:t>
                      </m:r>
                      <m:d>
                        <m:dPr>
                          <m:ctrlPr>
                            <a:rPr lang="en-US" sz="800" i="1">
                              <a:latin typeface="Cambria Math" panose="02040503050406030204" pitchFamily="18" charset="0"/>
                            </a:rPr>
                          </m:ctrlPr>
                        </m:dPr>
                        <m:e>
                          <m:r>
                            <m:rPr>
                              <m:sty m:val="p"/>
                            </m:rPr>
                            <a:rPr lang="es-NI" sz="800" i="0">
                              <a:latin typeface="Cambria Math" panose="02040503050406030204" pitchFamily="18" charset="0"/>
                            </a:rPr>
                            <m:t>t</m:t>
                          </m:r>
                        </m:e>
                      </m:d>
                      <m:r>
                        <a:rPr lang="es-NI" sz="800" i="0">
                          <a:latin typeface="Cambria Math" panose="02040503050406030204" pitchFamily="18" charset="0"/>
                        </a:rPr>
                        <m:t>=</m:t>
                      </m:r>
                      <m:r>
                        <m:rPr>
                          <m:sty m:val="p"/>
                        </m:rPr>
                        <a:rPr lang="es-NI" sz="800" i="0">
                          <a:latin typeface="Cambria Math" panose="02040503050406030204" pitchFamily="18" charset="0"/>
                        </a:rPr>
                        <m:t>L</m:t>
                      </m:r>
                      <m:d>
                        <m:dPr>
                          <m:ctrlPr>
                            <a:rPr lang="en-US" sz="800" i="1">
                              <a:latin typeface="Cambria Math" panose="02040503050406030204" pitchFamily="18" charset="0"/>
                            </a:rPr>
                          </m:ctrlPr>
                        </m:dPr>
                        <m:e>
                          <m:r>
                            <m:rPr>
                              <m:sty m:val="p"/>
                            </m:rPr>
                            <a:rPr lang="es-NI" sz="800" i="0">
                              <a:latin typeface="Cambria Math" panose="02040503050406030204" pitchFamily="18" charset="0"/>
                            </a:rPr>
                            <m:t>t</m:t>
                          </m:r>
                        </m:e>
                      </m:d>
                      <m:r>
                        <a:rPr lang="es-NI" sz="800" i="0">
                          <a:latin typeface="Cambria Math" panose="02040503050406030204" pitchFamily="18" charset="0"/>
                        </a:rPr>
                        <m:t>−</m:t>
                      </m:r>
                      <m:sSubSup>
                        <m:sSubSupPr>
                          <m:ctrlPr>
                            <a:rPr lang="en-US" sz="800" i="1">
                              <a:latin typeface="Cambria Math" panose="02040503050406030204" pitchFamily="18" charset="0"/>
                            </a:rPr>
                          </m:ctrlPr>
                        </m:sSubSupPr>
                        <m:e>
                          <m:r>
                            <m:rPr>
                              <m:sty m:val="p"/>
                            </m:rPr>
                            <a:rPr lang="es-NI" sz="800" i="0">
                              <a:latin typeface="Cambria Math" panose="02040503050406030204" pitchFamily="18" charset="0"/>
                            </a:rPr>
                            <m:t>f</m:t>
                          </m:r>
                        </m:e>
                        <m:sub>
                          <m:r>
                            <a:rPr lang="es-NI" sz="800" i="0">
                              <a:latin typeface="Cambria Math" panose="02040503050406030204" pitchFamily="18" charset="0"/>
                            </a:rPr>
                            <m:t>0</m:t>
                          </m:r>
                        </m:sub>
                        <m:sup>
                          <m:r>
                            <m:rPr>
                              <m:sty m:val="p"/>
                            </m:rPr>
                            <a:rPr lang="es-NI" sz="800" i="0">
                              <a:latin typeface="Cambria Math" panose="02040503050406030204" pitchFamily="18" charset="0"/>
                            </a:rPr>
                            <m:t>L</m:t>
                          </m:r>
                        </m:sup>
                      </m:sSubSup>
                      <m:d>
                        <m:dPr>
                          <m:ctrlPr>
                            <a:rPr lang="en-US" sz="800" i="1">
                              <a:latin typeface="Cambria Math" panose="02040503050406030204" pitchFamily="18" charset="0"/>
                            </a:rPr>
                          </m:ctrlPr>
                        </m:dPr>
                        <m:e>
                          <m:r>
                            <m:rPr>
                              <m:sty m:val="p"/>
                            </m:rPr>
                            <a:rPr lang="es-NI" sz="800" i="0">
                              <a:latin typeface="Cambria Math" panose="02040503050406030204" pitchFamily="18" charset="0"/>
                            </a:rPr>
                            <m:t>t</m:t>
                          </m:r>
                        </m:e>
                      </m:d>
                      <m:r>
                        <a:rPr lang="es-NI" sz="800" i="0">
                          <a:latin typeface="Cambria Math" panose="02040503050406030204" pitchFamily="18" charset="0"/>
                        </a:rPr>
                        <m:t>−</m:t>
                      </m:r>
                      <m:f>
                        <m:fPr>
                          <m:ctrlPr>
                            <a:rPr lang="en-US" sz="800" i="1">
                              <a:latin typeface="Cambria Math" panose="02040503050406030204" pitchFamily="18" charset="0"/>
                            </a:rPr>
                          </m:ctrlPr>
                        </m:fPr>
                        <m:num>
                          <m:sSubSup>
                            <m:sSubSupPr>
                              <m:ctrlPr>
                                <a:rPr lang="en-US" sz="800" i="1">
                                  <a:latin typeface="Cambria Math" panose="02040503050406030204" pitchFamily="18" charset="0"/>
                                </a:rPr>
                              </m:ctrlPr>
                            </m:sSubSupPr>
                            <m:e>
                              <m:r>
                                <m:rPr>
                                  <m:sty m:val="p"/>
                                </m:rPr>
                                <a:rPr lang="es-NI" sz="800" i="0">
                                  <a:latin typeface="Cambria Math" panose="02040503050406030204" pitchFamily="18" charset="0"/>
                                </a:rPr>
                                <m:t>σ</m:t>
                              </m:r>
                            </m:e>
                            <m:sub>
                              <m:r>
                                <m:rPr>
                                  <m:sty m:val="p"/>
                                </m:rPr>
                                <a:rPr lang="es-NI" sz="800" i="0">
                                  <a:latin typeface="Cambria Math" panose="02040503050406030204" pitchFamily="18" charset="0"/>
                                </a:rPr>
                                <m:t>L</m:t>
                              </m:r>
                            </m:sub>
                            <m:sup>
                              <m:r>
                                <a:rPr lang="es-NI" sz="800" i="0">
                                  <a:latin typeface="Cambria Math" panose="02040503050406030204" pitchFamily="18" charset="0"/>
                                </a:rPr>
                                <m:t>2</m:t>
                              </m:r>
                            </m:sup>
                          </m:sSubSup>
                        </m:num>
                        <m:den>
                          <m:r>
                            <a:rPr lang="es-NI" sz="800" i="0">
                              <a:latin typeface="Cambria Math" panose="02040503050406030204" pitchFamily="18" charset="0"/>
                            </a:rPr>
                            <m:t>2</m:t>
                          </m:r>
                          <m:sSubSup>
                            <m:sSubSupPr>
                              <m:ctrlPr>
                                <a:rPr lang="en-US" sz="800" i="1">
                                  <a:latin typeface="Cambria Math" panose="02040503050406030204" pitchFamily="18" charset="0"/>
                                </a:rPr>
                              </m:ctrlPr>
                            </m:sSubSupPr>
                            <m:e>
                              <m:r>
                                <m:rPr>
                                  <m:sty m:val="p"/>
                                </m:rPr>
                                <a:rPr lang="es-NI" sz="800" i="0">
                                  <a:latin typeface="Cambria Math" panose="02040503050406030204" pitchFamily="18" charset="0"/>
                                </a:rPr>
                                <m:t>a</m:t>
                              </m:r>
                            </m:e>
                            <m:sub>
                              <m:r>
                                <m:rPr>
                                  <m:sty m:val="p"/>
                                </m:rPr>
                                <a:rPr lang="es-NI" sz="800" i="0">
                                  <a:latin typeface="Cambria Math" panose="02040503050406030204" pitchFamily="18" charset="0"/>
                                </a:rPr>
                                <m:t>L</m:t>
                              </m:r>
                            </m:sub>
                            <m:sup>
                              <m:r>
                                <a:rPr lang="es-NI" sz="800" i="0">
                                  <a:latin typeface="Cambria Math" panose="02040503050406030204" pitchFamily="18" charset="0"/>
                                </a:rPr>
                                <m:t>2</m:t>
                              </m:r>
                            </m:sup>
                          </m:sSubSup>
                        </m:den>
                      </m:f>
                      <m:r>
                        <a:rPr lang="es-NI" sz="800" i="0">
                          <a:latin typeface="Cambria Math" panose="02040503050406030204" pitchFamily="18" charset="0"/>
                        </a:rPr>
                        <m:t>∙</m:t>
                      </m:r>
                      <m:sSup>
                        <m:sSupPr>
                          <m:ctrlPr>
                            <a:rPr lang="en-US" sz="800" i="1">
                              <a:latin typeface="Cambria Math" panose="02040503050406030204" pitchFamily="18" charset="0"/>
                            </a:rPr>
                          </m:ctrlPr>
                        </m:sSupPr>
                        <m:e>
                          <m:d>
                            <m:dPr>
                              <m:ctrlPr>
                                <a:rPr lang="en-US" sz="800" i="1">
                                  <a:latin typeface="Cambria Math" panose="02040503050406030204" pitchFamily="18" charset="0"/>
                                </a:rPr>
                              </m:ctrlPr>
                            </m:dPr>
                            <m:e>
                              <m:r>
                                <a:rPr lang="es-NI" sz="800" i="0">
                                  <a:latin typeface="Cambria Math" panose="02040503050406030204" pitchFamily="18" charset="0"/>
                                </a:rPr>
                                <m:t>1−</m:t>
                              </m:r>
                              <m:sSup>
                                <m:sSupPr>
                                  <m:ctrlPr>
                                    <a:rPr lang="en-US" sz="800" i="1">
                                      <a:latin typeface="Cambria Math" panose="02040503050406030204" pitchFamily="18" charset="0"/>
                                    </a:rPr>
                                  </m:ctrlPr>
                                </m:sSupPr>
                                <m:e>
                                  <m:r>
                                    <m:rPr>
                                      <m:sty m:val="p"/>
                                    </m:rPr>
                                    <a:rPr lang="es-NI" sz="800" i="0" smtClean="0">
                                      <a:latin typeface="Cambria Math" panose="02040503050406030204" pitchFamily="18" charset="0"/>
                                    </a:rPr>
                                    <m:t>e</m:t>
                                  </m:r>
                                </m:e>
                                <m:sup>
                                  <m:r>
                                    <a:rPr lang="es-NI" sz="800" i="0" smtClean="0">
                                      <a:latin typeface="Cambria Math" panose="02040503050406030204" pitchFamily="18" charset="0"/>
                                    </a:rPr>
                                    <m:t>−</m:t>
                                  </m:r>
                                  <m:sSub>
                                    <m:sSubPr>
                                      <m:ctrlPr>
                                        <a:rPr lang="en-US" sz="800" i="1">
                                          <a:latin typeface="Cambria Math" panose="02040503050406030204" pitchFamily="18" charset="0"/>
                                        </a:rPr>
                                      </m:ctrlPr>
                                    </m:sSubPr>
                                    <m:e>
                                      <m:r>
                                        <m:rPr>
                                          <m:sty m:val="p"/>
                                        </m:rPr>
                                        <a:rPr lang="es-NI" sz="800" i="0" smtClean="0">
                                          <a:latin typeface="Cambria Math" panose="02040503050406030204" pitchFamily="18" charset="0"/>
                                        </a:rPr>
                                        <m:t>a</m:t>
                                      </m:r>
                                    </m:e>
                                    <m:sub>
                                      <m:r>
                                        <m:rPr>
                                          <m:sty m:val="p"/>
                                        </m:rPr>
                                        <a:rPr lang="es-NI" sz="800" i="0" smtClean="0">
                                          <a:latin typeface="Cambria Math" panose="02040503050406030204" pitchFamily="18" charset="0"/>
                                        </a:rPr>
                                        <m:t>L</m:t>
                                      </m:r>
                                    </m:sub>
                                  </m:sSub>
                                  <m:r>
                                    <m:rPr>
                                      <m:sty m:val="p"/>
                                    </m:rPr>
                                    <a:rPr lang="es-NI" sz="800" i="0" smtClean="0">
                                      <a:latin typeface="Cambria Math" panose="02040503050406030204" pitchFamily="18" charset="0"/>
                                    </a:rPr>
                                    <m:t>t</m:t>
                                  </m:r>
                                </m:sup>
                              </m:sSup>
                            </m:e>
                          </m:d>
                        </m:e>
                        <m:sup>
                          <m:r>
                            <a:rPr lang="es-NI" sz="800" i="0">
                              <a:latin typeface="Cambria Math" panose="02040503050406030204" pitchFamily="18" charset="0"/>
                            </a:rPr>
                            <m:t>2</m:t>
                          </m:r>
                        </m:sup>
                      </m:sSup>
                      <m:r>
                        <a:rPr lang="es-NI" sz="800" i="0">
                          <a:latin typeface="Cambria Math" panose="02040503050406030204" pitchFamily="18" charset="0"/>
                        </a:rPr>
                        <m:t>⇒</m:t>
                      </m:r>
                      <m:r>
                        <m:rPr>
                          <m:sty m:val="p"/>
                        </m:rPr>
                        <a:rPr lang="es-NI" sz="800" i="0">
                          <a:latin typeface="Cambria Math" panose="02040503050406030204" pitchFamily="18" charset="0"/>
                        </a:rPr>
                        <m:t>dy</m:t>
                      </m:r>
                      <m:d>
                        <m:dPr>
                          <m:ctrlPr>
                            <a:rPr lang="en-US" sz="800" i="1">
                              <a:latin typeface="Cambria Math" panose="02040503050406030204" pitchFamily="18" charset="0"/>
                            </a:rPr>
                          </m:ctrlPr>
                        </m:dPr>
                        <m:e>
                          <m:r>
                            <m:rPr>
                              <m:sty m:val="p"/>
                            </m:rPr>
                            <a:rPr lang="es-NI" sz="800" i="0">
                              <a:latin typeface="Cambria Math" panose="02040503050406030204" pitchFamily="18" charset="0"/>
                            </a:rPr>
                            <m:t>t</m:t>
                          </m:r>
                        </m:e>
                      </m:d>
                      <m:r>
                        <a:rPr lang="es-NI" sz="800" i="0">
                          <a:latin typeface="Cambria Math" panose="02040503050406030204" pitchFamily="18" charset="0"/>
                        </a:rPr>
                        <m:t>=−</m:t>
                      </m:r>
                      <m:sSub>
                        <m:sSubPr>
                          <m:ctrlPr>
                            <a:rPr lang="en-US" sz="800" i="1">
                              <a:latin typeface="Cambria Math" panose="02040503050406030204" pitchFamily="18" charset="0"/>
                            </a:rPr>
                          </m:ctrlPr>
                        </m:sSubPr>
                        <m:e>
                          <m:r>
                            <m:rPr>
                              <m:sty m:val="p"/>
                            </m:rPr>
                            <a:rPr lang="es-NI" sz="800" i="0">
                              <a:latin typeface="Cambria Math" panose="02040503050406030204" pitchFamily="18" charset="0"/>
                            </a:rPr>
                            <m:t>a</m:t>
                          </m:r>
                        </m:e>
                        <m:sub>
                          <m:r>
                            <m:rPr>
                              <m:sty m:val="p"/>
                            </m:rPr>
                            <a:rPr lang="es-NI" sz="800" i="0">
                              <a:latin typeface="Cambria Math" panose="02040503050406030204" pitchFamily="18" charset="0"/>
                            </a:rPr>
                            <m:t>L</m:t>
                          </m:r>
                        </m:sub>
                      </m:sSub>
                      <m:sSub>
                        <m:sSubPr>
                          <m:ctrlPr>
                            <a:rPr lang="en-US" sz="800" i="1">
                              <a:latin typeface="Cambria Math" panose="02040503050406030204" pitchFamily="18" charset="0"/>
                            </a:rPr>
                          </m:ctrlPr>
                        </m:sSubPr>
                        <m:e>
                          <m:r>
                            <m:rPr>
                              <m:sty m:val="p"/>
                            </m:rPr>
                            <a:rPr lang="es-NI" sz="800" i="0">
                              <a:latin typeface="Cambria Math" panose="02040503050406030204" pitchFamily="18" charset="0"/>
                            </a:rPr>
                            <m:t>y</m:t>
                          </m:r>
                        </m:e>
                        <m:sub>
                          <m:r>
                            <m:rPr>
                              <m:sty m:val="p"/>
                            </m:rPr>
                            <a:rPr lang="es-NI" sz="800" i="0">
                              <a:latin typeface="Cambria Math" panose="02040503050406030204" pitchFamily="18" charset="0"/>
                            </a:rPr>
                            <m:t>t</m:t>
                          </m:r>
                        </m:sub>
                      </m:sSub>
                      <m:r>
                        <m:rPr>
                          <m:sty m:val="p"/>
                        </m:rPr>
                        <a:rPr lang="es-NI" sz="800" i="0">
                          <a:latin typeface="Cambria Math" panose="02040503050406030204" pitchFamily="18" charset="0"/>
                        </a:rPr>
                        <m:t>dt</m:t>
                      </m:r>
                      <m:r>
                        <a:rPr lang="es-NI" sz="800" i="0">
                          <a:latin typeface="Cambria Math" panose="02040503050406030204" pitchFamily="18" charset="0"/>
                        </a:rPr>
                        <m:t>+</m:t>
                      </m:r>
                      <m:sSub>
                        <m:sSubPr>
                          <m:ctrlPr>
                            <a:rPr lang="en-US" sz="800" i="1">
                              <a:latin typeface="Cambria Math" panose="02040503050406030204" pitchFamily="18" charset="0"/>
                            </a:rPr>
                          </m:ctrlPr>
                        </m:sSubPr>
                        <m:e>
                          <m:r>
                            <m:rPr>
                              <m:sty m:val="p"/>
                            </m:rPr>
                            <a:rPr lang="es-NI" sz="800" i="0">
                              <a:latin typeface="Cambria Math" panose="02040503050406030204" pitchFamily="18" charset="0"/>
                            </a:rPr>
                            <m:t>σ</m:t>
                          </m:r>
                        </m:e>
                        <m:sub>
                          <m:r>
                            <m:rPr>
                              <m:sty m:val="p"/>
                            </m:rPr>
                            <a:rPr lang="es-NI" sz="800" i="0">
                              <a:latin typeface="Cambria Math" panose="02040503050406030204" pitchFamily="18" charset="0"/>
                            </a:rPr>
                            <m:t>L</m:t>
                          </m:r>
                        </m:sub>
                      </m:sSub>
                      <m:r>
                        <m:rPr>
                          <m:sty m:val="p"/>
                        </m:rPr>
                        <a:rPr lang="es-NI" sz="800" i="0">
                          <a:latin typeface="Cambria Math" panose="02040503050406030204" pitchFamily="18" charset="0"/>
                        </a:rPr>
                        <m:t>d</m:t>
                      </m:r>
                      <m:sSubSup>
                        <m:sSubSupPr>
                          <m:ctrlPr>
                            <a:rPr lang="en-US" sz="800" i="1">
                              <a:latin typeface="Cambria Math" panose="02040503050406030204" pitchFamily="18" charset="0"/>
                            </a:rPr>
                          </m:ctrlPr>
                        </m:sSubSupPr>
                        <m:e>
                          <m:r>
                            <m:rPr>
                              <m:sty m:val="p"/>
                            </m:rPr>
                            <a:rPr lang="es-NI" sz="800" i="0">
                              <a:latin typeface="Cambria Math" panose="02040503050406030204" pitchFamily="18" charset="0"/>
                            </a:rPr>
                            <m:t>W</m:t>
                          </m:r>
                        </m:e>
                        <m:sub>
                          <m:r>
                            <m:rPr>
                              <m:sty m:val="p"/>
                            </m:rPr>
                            <a:rPr lang="es-NI" sz="800" i="0">
                              <a:latin typeface="Cambria Math" panose="02040503050406030204" pitchFamily="18" charset="0"/>
                            </a:rPr>
                            <m:t>t</m:t>
                          </m:r>
                        </m:sub>
                        <m:sup>
                          <m:r>
                            <m:rPr>
                              <m:sty m:val="p"/>
                            </m:rPr>
                            <a:rPr lang="es-NI" sz="800" i="0">
                              <a:latin typeface="Cambria Math" panose="02040503050406030204" pitchFamily="18" charset="0"/>
                            </a:rPr>
                            <m:t>L</m:t>
                          </m:r>
                        </m:sup>
                      </m:sSubSup>
                    </m:oMath>
                  </m:oMathPara>
                </a14:m>
                <a:endParaRPr sz="1000" b="0">
                  <a:solidFill>
                    <a:srgbClr val="333733"/>
                  </a:solidFill>
                  <a:latin typeface="Arial"/>
                </a:endParaRPr>
              </a:p>
              <a:p>
                <a:pPr algn="l">
                  <a:lnSpc>
                    <a:spcPct val="115000"/>
                  </a:lnSpc>
                  <a:spcBef>
                    <a:spcPts val="0"/>
                  </a:spcBef>
                  <a:spcAft>
                    <a:spcPts val="500"/>
                  </a:spcAft>
                </a:pPr>
                <a:endParaRPr lang="en-US" sz="700" b="0">
                  <a:solidFill>
                    <a:srgbClr val="5A8E3F"/>
                  </a:solidFill>
                  <a:latin typeface="Arial"/>
                </a:endParaRPr>
              </a:p>
              <a:p>
                <a:pPr algn="l">
                  <a:lnSpc>
                    <a:spcPct val="115000"/>
                  </a:lnSpc>
                  <a:spcBef>
                    <a:spcPts val="0"/>
                  </a:spcBef>
                  <a:spcAft>
                    <a:spcPts val="500"/>
                  </a:spcAft>
                </a:pPr>
                <a:r>
                  <a:rPr sz="1000" b="0">
                    <a:solidFill>
                      <a:srgbClr val="5A8E3F"/>
                    </a:solidFill>
                    <a:latin typeface="Arial"/>
                  </a:rPr>
                  <a:t>–  </a:t>
                </a:r>
                <a:r>
                  <a:rPr sz="1000" b="0">
                    <a:solidFill>
                      <a:srgbClr val="333733"/>
                    </a:solidFill>
                    <a:latin typeface="Arial"/>
                  </a:rPr>
                  <a:t>(z, κ) ∈ {(x, r), (y, L)} :</a:t>
                </a:r>
              </a:p>
            </p:txBody>
          </p:sp>
        </mc:Choice>
        <mc:Fallback xmlns="">
          <p:sp>
            <p:nvSpPr>
              <p:cNvPr id="8" name="TextBox 7"/>
              <p:cNvSpPr txBox="1">
                <a:spLocks noRot="1" noChangeAspect="1" noMove="1" noResize="1" noEditPoints="1" noAdjustHandles="1" noChangeArrowheads="1" noChangeShapeType="1" noTextEdit="1"/>
              </p:cNvSpPr>
              <p:nvPr/>
            </p:nvSpPr>
            <p:spPr>
              <a:xfrm>
                <a:off x="681442" y="1510280"/>
                <a:ext cx="3346269" cy="2998385"/>
              </a:xfrm>
              <a:prstGeom prst="rect">
                <a:avLst/>
              </a:prstGeom>
              <a:blipFill>
                <a:blip r:embed="rId4"/>
                <a:stretch>
                  <a:fillRect l="-2732" t="-1423" b="-610"/>
                </a:stretch>
              </a:blipFill>
            </p:spPr>
            <p:txBody>
              <a:bodyPr/>
              <a:lstStyle/>
              <a:p>
                <a:r>
                  <a:rPr lang="en-US">
                    <a:noFill/>
                  </a:rPr>
                  <a:t> </a:t>
                </a:r>
              </a:p>
            </p:txBody>
          </p:sp>
        </mc:Fallback>
      </mc:AlternateContent>
      <p:pic>
        <p:nvPicPr>
          <p:cNvPr id="9" name="Picture 8" descr="f_sde.png"/>
          <p:cNvPicPr>
            <a:picLocks noChangeAspect="1"/>
          </p:cNvPicPr>
          <p:nvPr/>
        </p:nvPicPr>
        <p:blipFill>
          <a:blip r:embed="rId5"/>
          <a:srcRect l="-1" r="50557"/>
          <a:stretch>
            <a:fillRect/>
          </a:stretch>
        </p:blipFill>
        <p:spPr>
          <a:xfrm>
            <a:off x="1550577" y="4505922"/>
            <a:ext cx="1607996" cy="268472"/>
          </a:xfrm>
          <a:prstGeom prst="rect">
            <a:avLst/>
          </a:prstGeom>
        </p:spPr>
      </p:pic>
      <p:sp>
        <p:nvSpPr>
          <p:cNvPr id="10" name="Rounded Rectangle 9"/>
          <p:cNvSpPr/>
          <p:nvPr/>
        </p:nvSpPr>
        <p:spPr>
          <a:xfrm>
            <a:off x="456406" y="5275680"/>
            <a:ext cx="8686800" cy="934921"/>
          </a:xfrm>
          <a:prstGeom prst="roundRect">
            <a:avLst>
              <a:gd name="adj" fmla="val 4000"/>
            </a:avLst>
          </a:prstGeom>
          <a:solidFill>
            <a:srgbClr val="EFF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50095" y="5411191"/>
            <a:ext cx="8301010" cy="663900"/>
          </a:xfrm>
          <a:prstGeom prst="rect">
            <a:avLst/>
          </a:prstGeom>
          <a:noFill/>
        </p:spPr>
        <p:txBody>
          <a:bodyPr wrap="square" lIns="0" tIns="0" rIns="0" bIns="0" anchor="t">
            <a:spAutoFit/>
          </a:bodyPr>
          <a:lstStyle/>
          <a:p>
            <a:pPr algn="l">
              <a:lnSpc>
                <a:spcPct val="115000"/>
              </a:lnSpc>
              <a:spcBef>
                <a:spcPts val="0"/>
              </a:spcBef>
              <a:spcAft>
                <a:spcPts val="500"/>
              </a:spcAft>
            </a:pPr>
            <a:r>
              <a:rPr sz="1150" b="1" i="0">
                <a:solidFill>
                  <a:srgbClr val="004C1E"/>
                </a:solidFill>
                <a:latin typeface="Arial"/>
              </a:rPr>
              <a:t>Đường cong đầu vào Pκ(0, t)</a:t>
            </a:r>
          </a:p>
          <a:p>
            <a:pPr algn="l">
              <a:lnSpc>
                <a:spcPct val="115000"/>
              </a:lnSpc>
              <a:spcBef>
                <a:spcPts val="0"/>
              </a:spcBef>
              <a:spcAft>
                <a:spcPts val="500"/>
              </a:spcAft>
            </a:pPr>
            <a:r>
              <a:rPr sz="980" b="0">
                <a:solidFill>
                  <a:srgbClr val="5A8E3F"/>
                </a:solidFill>
                <a:latin typeface="Arial"/>
              </a:rPr>
              <a:t>–  </a:t>
            </a:r>
            <a:r>
              <a:rPr sz="980" b="1">
                <a:solidFill>
                  <a:srgbClr val="333733"/>
                </a:solidFill>
                <a:latin typeface="Arial"/>
              </a:rPr>
              <a:t>κ = L: </a:t>
            </a:r>
            <a:r>
              <a:rPr sz="980" b="0">
                <a:solidFill>
                  <a:srgbClr val="333733"/>
                </a:solidFill>
                <a:latin typeface="Arial"/>
              </a:rPr>
              <a:t>đường LSTC kép liên tục không coupon tương ứng từng trái phiếu (SOB4 12M).</a:t>
            </a:r>
          </a:p>
          <a:p>
            <a:pPr algn="l">
              <a:lnSpc>
                <a:spcPct val="115000"/>
              </a:lnSpc>
              <a:spcBef>
                <a:spcPts val="0"/>
              </a:spcBef>
              <a:spcAft>
                <a:spcPts val="500"/>
              </a:spcAft>
            </a:pPr>
            <a:r>
              <a:rPr sz="980" b="0">
                <a:solidFill>
                  <a:srgbClr val="5A8E3F"/>
                </a:solidFill>
                <a:latin typeface="Arial"/>
              </a:rPr>
              <a:t>–  </a:t>
            </a:r>
            <a:r>
              <a:rPr sz="980" b="1">
                <a:solidFill>
                  <a:srgbClr val="333733"/>
                </a:solidFill>
                <a:latin typeface="Arial"/>
              </a:rPr>
              <a:t>κ = r: </a:t>
            </a:r>
            <a:r>
              <a:rPr sz="980" b="0">
                <a:solidFill>
                  <a:srgbClr val="333733"/>
                </a:solidFill>
                <a:latin typeface="Arial"/>
              </a:rPr>
              <a:t>đường LSCK trái phiếu không quyền chọn</a:t>
            </a:r>
            <a:r>
              <a:rPr lang="en-US" sz="980" b="0">
                <a:solidFill>
                  <a:srgbClr val="333733"/>
                </a:solidFill>
                <a:latin typeface="Arial"/>
              </a:rPr>
              <a:t> tương ứng với phân nhóm tổ chức phát hành</a:t>
            </a:r>
            <a:r>
              <a:rPr sz="980" b="0">
                <a:solidFill>
                  <a:srgbClr val="333733"/>
                </a:solidFill>
                <a:latin typeface="Arial"/>
              </a:rPr>
              <a:t>.</a:t>
            </a:r>
          </a:p>
        </p:txBody>
      </p:sp>
      <p:sp>
        <p:nvSpPr>
          <p:cNvPr id="12" name="TextBox 11"/>
          <p:cNvSpPr txBox="1"/>
          <p:nvPr/>
        </p:nvSpPr>
        <p:spPr>
          <a:xfrm>
            <a:off x="457200" y="6504434"/>
            <a:ext cx="8229600" cy="274320"/>
          </a:xfrm>
          <a:prstGeom prst="rect">
            <a:avLst/>
          </a:prstGeom>
          <a:noFill/>
        </p:spPr>
        <p:txBody>
          <a:bodyPr wrap="square" lIns="0" tIns="0" rIns="0" bIns="0" anchor="t">
            <a:spAutoFit/>
          </a:bodyPr>
          <a:lstStyle/>
          <a:p>
            <a:pPr algn="l">
              <a:lnSpc>
                <a:spcPct val="115000"/>
              </a:lnSpc>
              <a:spcBef>
                <a:spcPts val="0"/>
              </a:spcBef>
              <a:spcAft>
                <a:spcPts val="0"/>
              </a:spcAft>
            </a:pPr>
            <a:r>
              <a:rPr lang="en-US" sz="850" b="0" i="1">
                <a:solidFill>
                  <a:srgbClr val="767C76"/>
                </a:solidFill>
                <a:latin typeface="Arial"/>
              </a:rPr>
              <a:t>a</a:t>
            </a:r>
            <a:r>
              <a:rPr sz="850" b="0" i="1">
                <a:solidFill>
                  <a:srgbClr val="767C76"/>
                </a:solidFill>
                <a:latin typeface="Arial"/>
              </a:rPr>
              <a:t>, σ là tham số mô hình Hull–White; f₀(t) là lãi suất liên tục kỳ hạn tức thời – tham chiếu TLXDMH “Mô phỏng đường cong lãi suất không coupon trong tính toán CEA”.</a:t>
            </a:r>
          </a:p>
        </p:txBody>
      </p:sp>
      <p:pic>
        <p:nvPicPr>
          <p:cNvPr id="13" name="Picture 12" descr="f_ckappa.png">
            <a:extLst>
              <a:ext uri="{FF2B5EF4-FFF2-40B4-BE49-F238E27FC236}">
                <a16:creationId xmlns:a16="http://schemas.microsoft.com/office/drawing/2014/main" id="{240542D9-1793-FD23-3CDE-F7FB4129B2AF}"/>
              </a:ext>
            </a:extLst>
          </p:cNvPr>
          <p:cNvPicPr>
            <a:picLocks noChangeAspect="1"/>
          </p:cNvPicPr>
          <p:nvPr/>
        </p:nvPicPr>
        <p:blipFill>
          <a:blip r:embed="rId6"/>
          <a:stretch>
            <a:fillRect/>
          </a:stretch>
        </p:blipFill>
        <p:spPr>
          <a:xfrm>
            <a:off x="4892021" y="2862598"/>
            <a:ext cx="3794760" cy="353217"/>
          </a:xfrm>
          <a:prstGeom prst="rect">
            <a:avLst/>
          </a:prstGeom>
        </p:spPr>
      </p:pic>
      <p:sp>
        <p:nvSpPr>
          <p:cNvPr id="14" name="TextBox 13">
            <a:extLst>
              <a:ext uri="{FF2B5EF4-FFF2-40B4-BE49-F238E27FC236}">
                <a16:creationId xmlns:a16="http://schemas.microsoft.com/office/drawing/2014/main" id="{2A0DCAE3-9AF6-4882-E718-2AC28B3B14B6}"/>
              </a:ext>
            </a:extLst>
          </p:cNvPr>
          <p:cNvSpPr txBox="1"/>
          <p:nvPr/>
        </p:nvSpPr>
        <p:spPr>
          <a:xfrm>
            <a:off x="4581778" y="2455946"/>
            <a:ext cx="4344194" cy="178126"/>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a:solidFill>
                  <a:srgbClr val="333733"/>
                </a:solidFill>
                <a:latin typeface="Arial"/>
              </a:rPr>
              <a:t>Trong đó:</a:t>
            </a:r>
            <a:endParaRPr sz="1100" b="0" i="0">
              <a:solidFill>
                <a:srgbClr val="333733"/>
              </a:solidFill>
              <a:latin typeface="Arial"/>
            </a:endParaRPr>
          </a:p>
        </p:txBody>
      </p:sp>
      <p:pic>
        <p:nvPicPr>
          <p:cNvPr id="17" name="Picture 16" descr="f_bg.png">
            <a:extLst>
              <a:ext uri="{FF2B5EF4-FFF2-40B4-BE49-F238E27FC236}">
                <a16:creationId xmlns:a16="http://schemas.microsoft.com/office/drawing/2014/main" id="{D097DAF6-578F-1535-7864-5EF079370F57}"/>
              </a:ext>
            </a:extLst>
          </p:cNvPr>
          <p:cNvPicPr>
            <a:picLocks noChangeAspect="1"/>
          </p:cNvPicPr>
          <p:nvPr/>
        </p:nvPicPr>
        <p:blipFill>
          <a:blip r:embed="rId3"/>
          <a:srcRect l="31132"/>
          <a:stretch>
            <a:fillRect/>
          </a:stretch>
        </p:blipFill>
        <p:spPr>
          <a:xfrm>
            <a:off x="5095770" y="3690834"/>
            <a:ext cx="3316209" cy="396918"/>
          </a:xfrm>
          <a:prstGeom prst="rect">
            <a:avLst/>
          </a:prstGeom>
        </p:spPr>
      </p:pic>
      <p:pic>
        <p:nvPicPr>
          <p:cNvPr id="18" name="Picture 17" descr="f_sde.png">
            <a:extLst>
              <a:ext uri="{FF2B5EF4-FFF2-40B4-BE49-F238E27FC236}">
                <a16:creationId xmlns:a16="http://schemas.microsoft.com/office/drawing/2014/main" id="{78910815-6131-487C-C9E9-F18D2B56B6B6}"/>
              </a:ext>
            </a:extLst>
          </p:cNvPr>
          <p:cNvPicPr>
            <a:picLocks noChangeAspect="1"/>
          </p:cNvPicPr>
          <p:nvPr/>
        </p:nvPicPr>
        <p:blipFill>
          <a:blip r:embed="rId5"/>
          <a:srcRect l="55496" r="-1"/>
          <a:stretch>
            <a:fillRect/>
          </a:stretch>
        </p:blipFill>
        <p:spPr>
          <a:xfrm>
            <a:off x="1630892" y="4815184"/>
            <a:ext cx="1447365" cy="26847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0079" y="381000"/>
            <a:ext cx="8686800" cy="762000"/>
          </a:xfrm>
        </p:spPr>
        <p:txBody>
          <a:bodyPr/>
          <a:lstStyle/>
          <a:p>
            <a:r>
              <a:rPr sz="2200" b="1">
                <a:solidFill>
                  <a:srgbClr val="004C1E"/>
                </a:solidFill>
              </a:rPr>
              <a:t>Bước 2 – Xây dựng cây lãi suất hai chiều cho từng nhân tố</a:t>
            </a:r>
          </a:p>
        </p:txBody>
      </p:sp>
      <p:sp>
        <p:nvSpPr>
          <p:cNvPr id="3" name="TextBox 2"/>
          <p:cNvSpPr txBox="1"/>
          <p:nvPr/>
        </p:nvSpPr>
        <p:spPr>
          <a:xfrm>
            <a:off x="600078" y="1060704"/>
            <a:ext cx="8543921" cy="186205"/>
          </a:xfrm>
          <a:prstGeom prst="rect">
            <a:avLst/>
          </a:prstGeom>
          <a:noFill/>
        </p:spPr>
        <p:txBody>
          <a:bodyPr wrap="square" lIns="0" tIns="0" rIns="0" bIns="0" anchor="t">
            <a:spAutoFit/>
          </a:bodyPr>
          <a:lstStyle/>
          <a:p>
            <a:pPr algn="l">
              <a:lnSpc>
                <a:spcPct val="115000"/>
              </a:lnSpc>
              <a:spcBef>
                <a:spcPts val="0"/>
              </a:spcBef>
              <a:spcAft>
                <a:spcPts val="0"/>
              </a:spcAft>
            </a:pPr>
            <a:r>
              <a:rPr sz="1150" b="0" i="1">
                <a:solidFill>
                  <a:srgbClr val="767C76"/>
                </a:solidFill>
                <a:latin typeface="Arial"/>
              </a:rPr>
              <a:t>Rời rạc hóa thời gian thành N+1 nút; mỗi nút rẽ ba nhánh lên / ngang / xuống</a:t>
            </a:r>
          </a:p>
        </p:txBody>
      </p:sp>
      <p:sp>
        <p:nvSpPr>
          <p:cNvPr id="4" name="TextBox 3"/>
          <p:cNvSpPr txBox="1"/>
          <p:nvPr/>
        </p:nvSpPr>
        <p:spPr>
          <a:xfrm>
            <a:off x="572299" y="1447265"/>
            <a:ext cx="4733924" cy="567463"/>
          </a:xfrm>
          <a:prstGeom prst="rect">
            <a:avLst/>
          </a:prstGeom>
          <a:noFill/>
        </p:spPr>
        <p:txBody>
          <a:bodyPr wrap="square" lIns="0" tIns="0" rIns="0" bIns="0" anchor="t">
            <a:spAutoFit/>
          </a:bodyPr>
          <a:lstStyle/>
          <a:p>
            <a:pPr algn="just">
              <a:lnSpc>
                <a:spcPct val="115000"/>
              </a:lnSpc>
              <a:spcBef>
                <a:spcPts val="0"/>
              </a:spcBef>
              <a:spcAft>
                <a:spcPts val="0"/>
              </a:spcAft>
            </a:pPr>
            <a:r>
              <a:rPr sz="1100" b="0">
                <a:solidFill>
                  <a:srgbClr val="5A8E3F"/>
                </a:solidFill>
                <a:latin typeface="Arial"/>
              </a:rPr>
              <a:t>–  </a:t>
            </a:r>
            <a:r>
              <a:rPr sz="1100" b="0">
                <a:solidFill>
                  <a:srgbClr val="333733"/>
                </a:solidFill>
                <a:latin typeface="Arial"/>
              </a:rPr>
              <a:t>Lưới thời gian từ t = 0 (định giá) đến t = T (đáo hạn) được chọn sao cho mọi ngày sự kiện của trái phiếu đều rơi đúng lên nút; bước thời gian Δt</a:t>
            </a:r>
            <a:r>
              <a:rPr sz="1100" b="0" baseline="-25000">
                <a:solidFill>
                  <a:srgbClr val="333733"/>
                </a:solidFill>
                <a:latin typeface="Arial"/>
              </a:rPr>
              <a:t>i</a:t>
            </a:r>
            <a:r>
              <a:rPr sz="1100" b="0">
                <a:solidFill>
                  <a:srgbClr val="333733"/>
                </a:solidFill>
                <a:latin typeface="Arial"/>
              </a:rPr>
              <a:t> không đều nhau.</a:t>
            </a:r>
            <a:r>
              <a:rPr lang="en-US" sz="1100" b="0">
                <a:solidFill>
                  <a:srgbClr val="333733"/>
                </a:solidFill>
                <a:latin typeface="Arial"/>
              </a:rPr>
              <a:t> Tại nút (i, j):</a:t>
            </a:r>
            <a:endParaRPr sz="1100" b="0">
              <a:solidFill>
                <a:srgbClr val="333733"/>
              </a:solidFill>
              <a:latin typeface="Arial"/>
            </a:endParaRPr>
          </a:p>
        </p:txBody>
      </p:sp>
      <p:pic>
        <p:nvPicPr>
          <p:cNvPr id="5" name="Picture 4" descr="f_grid2.png"/>
          <p:cNvPicPr>
            <a:picLocks noChangeAspect="1"/>
          </p:cNvPicPr>
          <p:nvPr/>
        </p:nvPicPr>
        <p:blipFill>
          <a:blip r:embed="rId2"/>
          <a:srcRect r="72601"/>
          <a:stretch>
            <a:fillRect/>
          </a:stretch>
        </p:blipFill>
        <p:spPr>
          <a:xfrm>
            <a:off x="2367840" y="2083512"/>
            <a:ext cx="1257142" cy="319460"/>
          </a:xfrm>
          <a:prstGeom prst="rect">
            <a:avLst/>
          </a:prstGeom>
        </p:spPr>
      </p:pic>
      <p:sp>
        <p:nvSpPr>
          <p:cNvPr id="6" name="Rounded Rectangle 5"/>
          <p:cNvSpPr/>
          <p:nvPr/>
        </p:nvSpPr>
        <p:spPr>
          <a:xfrm>
            <a:off x="572298" y="3078812"/>
            <a:ext cx="4733925" cy="2951682"/>
          </a:xfrm>
          <a:prstGeom prst="roundRect">
            <a:avLst>
              <a:gd name="adj" fmla="val 4000"/>
            </a:avLst>
          </a:prstGeom>
          <a:solidFill>
            <a:srgbClr val="F4F6F2"/>
          </a:solidFill>
          <a:ln w="9525">
            <a:solidFill>
              <a:srgbClr val="D6DC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38999" y="3206829"/>
            <a:ext cx="4314824" cy="186205"/>
          </a:xfrm>
          <a:prstGeom prst="rect">
            <a:avLst/>
          </a:prstGeom>
          <a:noFill/>
        </p:spPr>
        <p:txBody>
          <a:bodyPr wrap="square" lIns="0" tIns="0" rIns="0" bIns="0" anchor="t">
            <a:spAutoFit/>
          </a:bodyPr>
          <a:lstStyle/>
          <a:p>
            <a:pPr algn="l">
              <a:lnSpc>
                <a:spcPct val="115000"/>
              </a:lnSpc>
              <a:spcBef>
                <a:spcPts val="0"/>
              </a:spcBef>
              <a:spcAft>
                <a:spcPts val="0"/>
              </a:spcAft>
            </a:pPr>
            <a:r>
              <a:rPr sz="1150" b="1" i="0">
                <a:solidFill>
                  <a:srgbClr val="004C1E"/>
                </a:solidFill>
                <a:latin typeface="Arial"/>
              </a:rPr>
              <a:t>Xác suất chuyển nhánh từ </a:t>
            </a:r>
            <a:r>
              <a:rPr lang="en-US" sz="1150" b="1" i="0">
                <a:solidFill>
                  <a:srgbClr val="004C1E"/>
                </a:solidFill>
                <a:latin typeface="Arial"/>
              </a:rPr>
              <a:t>bước i (</a:t>
            </a:r>
            <a:r>
              <a:rPr sz="1150" b="1" i="0">
                <a:solidFill>
                  <a:srgbClr val="004C1E"/>
                </a:solidFill>
                <a:latin typeface="Arial"/>
              </a:rPr>
              <a:t>nút (i, j)</a:t>
            </a:r>
            <a:r>
              <a:rPr lang="en-US" sz="1150" b="1" i="0">
                <a:solidFill>
                  <a:srgbClr val="004C1E"/>
                </a:solidFill>
                <a:latin typeface="Arial"/>
              </a:rPr>
              <a:t>)</a:t>
            </a:r>
            <a:r>
              <a:rPr sz="1150" b="1" i="0">
                <a:solidFill>
                  <a:srgbClr val="004C1E"/>
                </a:solidFill>
                <a:latin typeface="Arial"/>
              </a:rPr>
              <a:t> sang bước i + 1</a:t>
            </a:r>
          </a:p>
        </p:txBody>
      </p:sp>
      <p:pic>
        <p:nvPicPr>
          <p:cNvPr id="8" name="Picture 7" descr="f_prob.png"/>
          <p:cNvPicPr>
            <a:picLocks noChangeAspect="1"/>
          </p:cNvPicPr>
          <p:nvPr/>
        </p:nvPicPr>
        <p:blipFill>
          <a:blip r:embed="rId3"/>
          <a:srcRect r="71774"/>
          <a:stretch>
            <a:fillRect/>
          </a:stretch>
        </p:blipFill>
        <p:spPr>
          <a:xfrm>
            <a:off x="838998" y="3533826"/>
            <a:ext cx="1375798" cy="336715"/>
          </a:xfrm>
          <a:prstGeom prst="rect">
            <a:avLst/>
          </a:prstGeom>
        </p:spPr>
      </p:pic>
      <p:sp>
        <p:nvSpPr>
          <p:cNvPr id="9" name="TextBox 8"/>
          <p:cNvSpPr txBox="1"/>
          <p:nvPr/>
        </p:nvSpPr>
        <p:spPr>
          <a:xfrm>
            <a:off x="838998" y="5119937"/>
            <a:ext cx="4414838" cy="161904"/>
          </a:xfrm>
          <a:prstGeom prst="rect">
            <a:avLst/>
          </a:prstGeom>
          <a:noFill/>
        </p:spPr>
        <p:txBody>
          <a:bodyPr wrap="square" lIns="0" tIns="0" rIns="0" bIns="0" anchor="t">
            <a:spAutoFit/>
          </a:bodyPr>
          <a:lstStyle/>
          <a:p>
            <a:pPr algn="l">
              <a:lnSpc>
                <a:spcPct val="115000"/>
              </a:lnSpc>
              <a:spcBef>
                <a:spcPts val="0"/>
              </a:spcBef>
              <a:spcAft>
                <a:spcPts val="0"/>
              </a:spcAft>
            </a:pPr>
            <a:r>
              <a:rPr sz="1000" b="0" i="0">
                <a:latin typeface="Arial"/>
              </a:rPr>
              <a:t>tương ứng với các nút (i+1, j+1), (i+1, j) và (i+1, j−1).</a:t>
            </a:r>
          </a:p>
        </p:txBody>
      </p:sp>
      <p:sp>
        <p:nvSpPr>
          <p:cNvPr id="14" name="TextBox 13"/>
          <p:cNvSpPr txBox="1"/>
          <p:nvPr/>
        </p:nvSpPr>
        <p:spPr>
          <a:xfrm>
            <a:off x="572298" y="6330258"/>
            <a:ext cx="8114502" cy="288092"/>
          </a:xfrm>
          <a:prstGeom prst="rect">
            <a:avLst/>
          </a:prstGeom>
          <a:noFill/>
        </p:spPr>
        <p:txBody>
          <a:bodyPr wrap="square" lIns="0" tIns="0" rIns="0" bIns="0" anchor="t">
            <a:spAutoFit/>
          </a:bodyPr>
          <a:lstStyle/>
          <a:p>
            <a:pPr algn="l">
              <a:lnSpc>
                <a:spcPct val="115000"/>
              </a:lnSpc>
              <a:spcBef>
                <a:spcPts val="0"/>
              </a:spcBef>
              <a:spcAft>
                <a:spcPts val="0"/>
              </a:spcAft>
            </a:pPr>
            <a:r>
              <a:rPr sz="850" b="0" i="1">
                <a:solidFill>
                  <a:srgbClr val="767C76"/>
                </a:solidFill>
                <a:latin typeface="Arial"/>
              </a:rPr>
              <a:t>Ngày sự kiện của trái phiếu gồm: ngày </a:t>
            </a:r>
            <a:r>
              <a:rPr lang="en-US" sz="850" b="0" i="1">
                <a:solidFill>
                  <a:srgbClr val="767C76"/>
                </a:solidFill>
                <a:latin typeface="Arial"/>
              </a:rPr>
              <a:t>xác định lại </a:t>
            </a:r>
            <a:r>
              <a:rPr sz="850" b="0" i="1">
                <a:solidFill>
                  <a:srgbClr val="767C76"/>
                </a:solidFill>
                <a:latin typeface="Arial"/>
              </a:rPr>
              <a:t>lãi suất coupon thả nổi</a:t>
            </a:r>
            <a:r>
              <a:rPr lang="en-US" sz="850" i="1">
                <a:solidFill>
                  <a:srgbClr val="767C76"/>
                </a:solidFill>
                <a:latin typeface="Arial"/>
              </a:rPr>
              <a:t> (ngày reset)</a:t>
            </a:r>
            <a:r>
              <a:rPr sz="850" b="0" i="1">
                <a:solidFill>
                  <a:srgbClr val="767C76"/>
                </a:solidFill>
                <a:latin typeface="Arial"/>
              </a:rPr>
              <a:t>, ngày thay đổi coupon cố định, ngày trả coupon, ngày thực hiện quyền call/put, ngày thay đổi spread LSTC, ngày đáo hạn trái phiếu.</a:t>
            </a:r>
          </a:p>
        </p:txBody>
      </p:sp>
      <p:pic>
        <p:nvPicPr>
          <p:cNvPr id="16" name="Picture 15" descr="f_prob.png">
            <a:extLst>
              <a:ext uri="{FF2B5EF4-FFF2-40B4-BE49-F238E27FC236}">
                <a16:creationId xmlns:a16="http://schemas.microsoft.com/office/drawing/2014/main" id="{CEE12E18-DB3B-694A-276A-CF9BC2E4BE16}"/>
              </a:ext>
            </a:extLst>
          </p:cNvPr>
          <p:cNvPicPr>
            <a:picLocks noChangeAspect="1"/>
          </p:cNvPicPr>
          <p:nvPr/>
        </p:nvPicPr>
        <p:blipFill>
          <a:blip r:embed="rId3"/>
          <a:srcRect l="34431" r="34095"/>
          <a:stretch>
            <a:fillRect/>
          </a:stretch>
        </p:blipFill>
        <p:spPr>
          <a:xfrm>
            <a:off x="838996" y="4048503"/>
            <a:ext cx="1375796" cy="301965"/>
          </a:xfrm>
          <a:prstGeom prst="rect">
            <a:avLst/>
          </a:prstGeom>
        </p:spPr>
      </p:pic>
      <p:pic>
        <p:nvPicPr>
          <p:cNvPr id="17" name="Picture 16" descr="f_prob.png">
            <a:extLst>
              <a:ext uri="{FF2B5EF4-FFF2-40B4-BE49-F238E27FC236}">
                <a16:creationId xmlns:a16="http://schemas.microsoft.com/office/drawing/2014/main" id="{4328B5F5-4EFF-5817-752E-9EFA85026000}"/>
              </a:ext>
            </a:extLst>
          </p:cNvPr>
          <p:cNvPicPr>
            <a:picLocks noChangeAspect="1"/>
          </p:cNvPicPr>
          <p:nvPr/>
        </p:nvPicPr>
        <p:blipFill>
          <a:blip r:embed="rId3"/>
          <a:srcRect l="71774"/>
          <a:stretch>
            <a:fillRect/>
          </a:stretch>
        </p:blipFill>
        <p:spPr>
          <a:xfrm>
            <a:off x="838998" y="4528430"/>
            <a:ext cx="1375792" cy="336714"/>
          </a:xfrm>
          <a:prstGeom prst="rect">
            <a:avLst/>
          </a:prstGeom>
        </p:spPr>
      </p:pic>
      <p:cxnSp>
        <p:nvCxnSpPr>
          <p:cNvPr id="20" name="Straight Connector 19">
            <a:extLst>
              <a:ext uri="{FF2B5EF4-FFF2-40B4-BE49-F238E27FC236}">
                <a16:creationId xmlns:a16="http://schemas.microsoft.com/office/drawing/2014/main" id="{364441BB-1A62-DCDA-B488-29C7326E3E2C}"/>
              </a:ext>
            </a:extLst>
          </p:cNvPr>
          <p:cNvCxnSpPr/>
          <p:nvPr/>
        </p:nvCxnSpPr>
        <p:spPr>
          <a:xfrm>
            <a:off x="2569373" y="3571646"/>
            <a:ext cx="0" cy="1255677"/>
          </a:xfrm>
          <a:prstGeom prst="line">
            <a:avLst/>
          </a:prstGeom>
          <a:ln>
            <a:solidFill>
              <a:schemeClr val="accent3"/>
            </a:solidFill>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819AE5E-F287-9AD7-8128-C47A13FB914C}"/>
              </a:ext>
            </a:extLst>
          </p:cNvPr>
          <p:cNvCxnSpPr>
            <a:cxnSpLocks/>
          </p:cNvCxnSpPr>
          <p:nvPr/>
        </p:nvCxnSpPr>
        <p:spPr>
          <a:xfrm rot="1440000">
            <a:off x="5792787" y="3745331"/>
            <a:ext cx="2143125" cy="0"/>
          </a:xfrm>
          <a:prstGeom prst="line">
            <a:avLst/>
          </a:prstGeom>
          <a:ln>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1637CDB-BDDE-AC19-3B79-87EBDA1540FE}"/>
              </a:ext>
            </a:extLst>
          </p:cNvPr>
          <p:cNvCxnSpPr>
            <a:cxnSpLocks/>
          </p:cNvCxnSpPr>
          <p:nvPr/>
        </p:nvCxnSpPr>
        <p:spPr>
          <a:xfrm rot="20160000" flipV="1">
            <a:off x="5792787" y="2873644"/>
            <a:ext cx="2143125" cy="0"/>
          </a:xfrm>
          <a:prstGeom prst="line">
            <a:avLst/>
          </a:prstGeom>
          <a:ln>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5BA06A2-94BF-BE32-1712-1624016049B4}"/>
              </a:ext>
            </a:extLst>
          </p:cNvPr>
          <p:cNvCxnSpPr/>
          <p:nvPr/>
        </p:nvCxnSpPr>
        <p:spPr>
          <a:xfrm>
            <a:off x="5877808" y="3309487"/>
            <a:ext cx="1965960" cy="0"/>
          </a:xfrm>
          <a:prstGeom prst="line">
            <a:avLst/>
          </a:prstGeom>
          <a:ln>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E828A3F-8598-6D4D-73D6-499ED3AA0724}"/>
              </a:ext>
            </a:extLst>
          </p:cNvPr>
          <p:cNvCxnSpPr/>
          <p:nvPr/>
        </p:nvCxnSpPr>
        <p:spPr>
          <a:xfrm>
            <a:off x="7843271" y="2437799"/>
            <a:ext cx="0" cy="3108960"/>
          </a:xfrm>
          <a:prstGeom prst="line">
            <a:avLst/>
          </a:prstGeom>
          <a:ln>
            <a:solidFill>
              <a:schemeClr val="accent3"/>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B3EFB10-0644-8F10-F368-2AD1318079DF}"/>
              </a:ext>
            </a:extLst>
          </p:cNvPr>
          <p:cNvCxnSpPr/>
          <p:nvPr/>
        </p:nvCxnSpPr>
        <p:spPr>
          <a:xfrm>
            <a:off x="8958263" y="2437800"/>
            <a:ext cx="0" cy="871687"/>
          </a:xfrm>
          <a:prstGeom prst="straightConnector1">
            <a:avLst/>
          </a:prstGeom>
          <a:ln>
            <a:solidFill>
              <a:schemeClr val="accent3"/>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2DD1BA9-0CCE-0A81-DAF9-465617A9A31B}"/>
              </a:ext>
            </a:extLst>
          </p:cNvPr>
          <p:cNvSpPr txBox="1"/>
          <p:nvPr/>
        </p:nvSpPr>
        <p:spPr>
          <a:xfrm>
            <a:off x="8980331" y="2794569"/>
            <a:ext cx="372669" cy="153888"/>
          </a:xfrm>
          <a:prstGeom prst="rect">
            <a:avLst/>
          </a:prstGeom>
          <a:noFill/>
        </p:spPr>
        <p:txBody>
          <a:bodyPr wrap="square" lIns="0" tIns="0" rIns="0" bIns="0" rtlCol="0">
            <a:spAutoFit/>
          </a:bodyPr>
          <a:lstStyle/>
          <a:p>
            <a:pPr>
              <a:lnSpc>
                <a:spcPct val="100000"/>
              </a:lnSpc>
            </a:pPr>
            <a:r>
              <a:rPr lang="el-GR" b="1">
                <a:solidFill>
                  <a:srgbClr val="00582D"/>
                </a:solidFill>
                <a:latin typeface="Courier New" panose="02070309020205020404" pitchFamily="49" charset="0"/>
                <a:cs typeface="Courier New" panose="02070309020205020404" pitchFamily="49" charset="0"/>
              </a:rPr>
              <a:t>Δ</a:t>
            </a:r>
            <a:r>
              <a:rPr lang="en-US" b="1">
                <a:solidFill>
                  <a:srgbClr val="00582D"/>
                </a:solidFill>
                <a:latin typeface="+mj-lt"/>
                <a:cs typeface="Courier New" panose="02070309020205020404" pitchFamily="49" charset="0"/>
              </a:rPr>
              <a:t>z</a:t>
            </a:r>
            <a:r>
              <a:rPr lang="en-US" b="1" baseline="-25000">
                <a:solidFill>
                  <a:srgbClr val="00582D"/>
                </a:solidFill>
                <a:latin typeface="+mj-lt"/>
                <a:cs typeface="Courier New" panose="02070309020205020404" pitchFamily="49" charset="0"/>
              </a:rPr>
              <a:t>i+1</a:t>
            </a:r>
            <a:endParaRPr lang="en-US" b="1" baseline="-25000" dirty="0" err="1">
              <a:solidFill>
                <a:srgbClr val="00582D"/>
              </a:solidFill>
              <a:latin typeface="+mj-lt"/>
            </a:endParaRPr>
          </a:p>
        </p:txBody>
      </p:sp>
      <p:cxnSp>
        <p:nvCxnSpPr>
          <p:cNvPr id="32" name="Straight Arrow Connector 31">
            <a:extLst>
              <a:ext uri="{FF2B5EF4-FFF2-40B4-BE49-F238E27FC236}">
                <a16:creationId xmlns:a16="http://schemas.microsoft.com/office/drawing/2014/main" id="{CCCEF3C8-1CCC-8983-B377-8F5A950719DB}"/>
              </a:ext>
            </a:extLst>
          </p:cNvPr>
          <p:cNvCxnSpPr/>
          <p:nvPr/>
        </p:nvCxnSpPr>
        <p:spPr>
          <a:xfrm>
            <a:off x="5877808" y="5584224"/>
            <a:ext cx="1965463" cy="0"/>
          </a:xfrm>
          <a:prstGeom prst="straightConnector1">
            <a:avLst/>
          </a:prstGeom>
          <a:ln>
            <a:solidFill>
              <a:schemeClr val="accent3"/>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9576217-8C56-060E-8379-9C98216574F0}"/>
              </a:ext>
            </a:extLst>
          </p:cNvPr>
          <p:cNvCxnSpPr/>
          <p:nvPr/>
        </p:nvCxnSpPr>
        <p:spPr>
          <a:xfrm>
            <a:off x="5894953" y="3313623"/>
            <a:ext cx="0" cy="2286000"/>
          </a:xfrm>
          <a:prstGeom prst="line">
            <a:avLst/>
          </a:prstGeom>
          <a:ln>
            <a:solidFill>
              <a:schemeClr val="accent3"/>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9A32BF50-EE35-6E1A-B5A8-99525DE253A6}"/>
              </a:ext>
            </a:extLst>
          </p:cNvPr>
          <p:cNvSpPr txBox="1"/>
          <p:nvPr/>
        </p:nvSpPr>
        <p:spPr>
          <a:xfrm>
            <a:off x="6702583" y="5399823"/>
            <a:ext cx="315911" cy="153888"/>
          </a:xfrm>
          <a:prstGeom prst="rect">
            <a:avLst/>
          </a:prstGeom>
          <a:noFill/>
        </p:spPr>
        <p:txBody>
          <a:bodyPr wrap="square" lIns="0" tIns="0" rIns="0" bIns="0" rtlCol="0">
            <a:spAutoFit/>
          </a:bodyPr>
          <a:lstStyle/>
          <a:p>
            <a:pPr>
              <a:lnSpc>
                <a:spcPct val="100000"/>
              </a:lnSpc>
            </a:pPr>
            <a:r>
              <a:rPr lang="el-GR" b="1">
                <a:solidFill>
                  <a:srgbClr val="00582D"/>
                </a:solidFill>
                <a:latin typeface="Courier New" panose="02070309020205020404" pitchFamily="49" charset="0"/>
                <a:cs typeface="Courier New" panose="02070309020205020404" pitchFamily="49" charset="0"/>
              </a:rPr>
              <a:t>Δ</a:t>
            </a:r>
            <a:r>
              <a:rPr lang="en-US" b="1">
                <a:solidFill>
                  <a:srgbClr val="00582D"/>
                </a:solidFill>
                <a:latin typeface="+mj-lt"/>
                <a:cs typeface="Courier New" panose="02070309020205020404" pitchFamily="49" charset="0"/>
              </a:rPr>
              <a:t>t</a:t>
            </a:r>
            <a:r>
              <a:rPr lang="en-US" b="1" baseline="-25000">
                <a:solidFill>
                  <a:srgbClr val="00582D"/>
                </a:solidFill>
                <a:latin typeface="+mj-lt"/>
                <a:cs typeface="Courier New" panose="02070309020205020404" pitchFamily="49" charset="0"/>
              </a:rPr>
              <a:t>i</a:t>
            </a:r>
            <a:endParaRPr lang="en-US" b="1" baseline="-25000" dirty="0" err="1">
              <a:solidFill>
                <a:srgbClr val="00582D"/>
              </a:solidFill>
              <a:latin typeface="+mj-lt"/>
            </a:endParaRPr>
          </a:p>
        </p:txBody>
      </p:sp>
      <p:sp>
        <p:nvSpPr>
          <p:cNvPr id="35" name="TextBox 34">
            <a:extLst>
              <a:ext uri="{FF2B5EF4-FFF2-40B4-BE49-F238E27FC236}">
                <a16:creationId xmlns:a16="http://schemas.microsoft.com/office/drawing/2014/main" id="{0608324C-831A-A904-FCDF-29A4ECC9B755}"/>
              </a:ext>
            </a:extLst>
          </p:cNvPr>
          <p:cNvSpPr txBox="1"/>
          <p:nvPr/>
        </p:nvSpPr>
        <p:spPr>
          <a:xfrm>
            <a:off x="5586663" y="3216625"/>
            <a:ext cx="315911" cy="153888"/>
          </a:xfrm>
          <a:prstGeom prst="rect">
            <a:avLst/>
          </a:prstGeom>
          <a:noFill/>
        </p:spPr>
        <p:txBody>
          <a:bodyPr wrap="square" lIns="0" tIns="0" rIns="0" bIns="0" rtlCol="0">
            <a:spAutoFit/>
          </a:bodyPr>
          <a:lstStyle/>
          <a:p>
            <a:pPr>
              <a:lnSpc>
                <a:spcPct val="100000"/>
              </a:lnSpc>
            </a:pPr>
            <a:r>
              <a:rPr lang="en-US" b="1">
                <a:solidFill>
                  <a:srgbClr val="00582D"/>
                </a:solidFill>
                <a:latin typeface="+mj-lt"/>
                <a:cs typeface="Courier New" panose="02070309020205020404" pitchFamily="49" charset="0"/>
              </a:rPr>
              <a:t>A(i,j)</a:t>
            </a:r>
            <a:endParaRPr lang="en-US" b="1" baseline="-25000" dirty="0" err="1">
              <a:solidFill>
                <a:srgbClr val="00582D"/>
              </a:solidFill>
              <a:latin typeface="+mj-lt"/>
            </a:endParaRPr>
          </a:p>
        </p:txBody>
      </p:sp>
      <p:sp>
        <p:nvSpPr>
          <p:cNvPr id="36" name="TextBox 35">
            <a:extLst>
              <a:ext uri="{FF2B5EF4-FFF2-40B4-BE49-F238E27FC236}">
                <a16:creationId xmlns:a16="http://schemas.microsoft.com/office/drawing/2014/main" id="{FF6F1DC9-1164-5A27-627A-45156F593D7E}"/>
              </a:ext>
            </a:extLst>
          </p:cNvPr>
          <p:cNvSpPr txBox="1"/>
          <p:nvPr/>
        </p:nvSpPr>
        <p:spPr>
          <a:xfrm>
            <a:off x="7843270" y="2213527"/>
            <a:ext cx="688207" cy="153888"/>
          </a:xfrm>
          <a:prstGeom prst="rect">
            <a:avLst/>
          </a:prstGeom>
          <a:noFill/>
        </p:spPr>
        <p:txBody>
          <a:bodyPr wrap="square" lIns="0" tIns="0" rIns="0" bIns="0" rtlCol="0">
            <a:spAutoFit/>
          </a:bodyPr>
          <a:lstStyle/>
          <a:p>
            <a:pPr>
              <a:lnSpc>
                <a:spcPct val="100000"/>
              </a:lnSpc>
            </a:pPr>
            <a:r>
              <a:rPr lang="en-US" b="1">
                <a:solidFill>
                  <a:srgbClr val="00582D"/>
                </a:solidFill>
                <a:latin typeface="+mj-lt"/>
                <a:cs typeface="Courier New" panose="02070309020205020404" pitchFamily="49" charset="0"/>
              </a:rPr>
              <a:t>A</a:t>
            </a:r>
            <a:r>
              <a:rPr lang="en-US" b="1" baseline="-25000">
                <a:solidFill>
                  <a:srgbClr val="00582D"/>
                </a:solidFill>
                <a:latin typeface="+mj-lt"/>
                <a:cs typeface="Courier New" panose="02070309020205020404" pitchFamily="49" charset="0"/>
              </a:rPr>
              <a:t>u</a:t>
            </a:r>
            <a:r>
              <a:rPr lang="en-US" b="1">
                <a:solidFill>
                  <a:srgbClr val="00582D"/>
                </a:solidFill>
                <a:latin typeface="+mj-lt"/>
                <a:cs typeface="Courier New" panose="02070309020205020404" pitchFamily="49" charset="0"/>
              </a:rPr>
              <a:t>(i+1,j+1)</a:t>
            </a:r>
            <a:endParaRPr lang="en-US" b="1" baseline="-25000" dirty="0" err="1">
              <a:solidFill>
                <a:srgbClr val="00582D"/>
              </a:solidFill>
              <a:latin typeface="+mj-lt"/>
            </a:endParaRPr>
          </a:p>
        </p:txBody>
      </p:sp>
      <p:sp>
        <p:nvSpPr>
          <p:cNvPr id="37" name="TextBox 36">
            <a:extLst>
              <a:ext uri="{FF2B5EF4-FFF2-40B4-BE49-F238E27FC236}">
                <a16:creationId xmlns:a16="http://schemas.microsoft.com/office/drawing/2014/main" id="{74FEC13E-62C0-3121-C8B8-2F03130F093D}"/>
              </a:ext>
            </a:extLst>
          </p:cNvPr>
          <p:cNvSpPr txBox="1"/>
          <p:nvPr/>
        </p:nvSpPr>
        <p:spPr>
          <a:xfrm>
            <a:off x="7835425" y="4104230"/>
            <a:ext cx="733899" cy="153888"/>
          </a:xfrm>
          <a:prstGeom prst="rect">
            <a:avLst/>
          </a:prstGeom>
          <a:noFill/>
        </p:spPr>
        <p:txBody>
          <a:bodyPr wrap="square" lIns="0" tIns="0" rIns="0" bIns="0" rtlCol="0">
            <a:spAutoFit/>
          </a:bodyPr>
          <a:lstStyle/>
          <a:p>
            <a:pPr>
              <a:lnSpc>
                <a:spcPct val="100000"/>
              </a:lnSpc>
            </a:pPr>
            <a:r>
              <a:rPr lang="en-US" b="1">
                <a:solidFill>
                  <a:srgbClr val="00582D"/>
                </a:solidFill>
                <a:latin typeface="+mj-lt"/>
                <a:cs typeface="Courier New" panose="02070309020205020404" pitchFamily="49" charset="0"/>
              </a:rPr>
              <a:t>A</a:t>
            </a:r>
            <a:r>
              <a:rPr lang="en-US" b="1" baseline="-25000">
                <a:solidFill>
                  <a:srgbClr val="00582D"/>
                </a:solidFill>
                <a:latin typeface="+mj-lt"/>
                <a:cs typeface="Courier New" panose="02070309020205020404" pitchFamily="49" charset="0"/>
              </a:rPr>
              <a:t>d</a:t>
            </a:r>
            <a:r>
              <a:rPr lang="en-US" b="1">
                <a:solidFill>
                  <a:srgbClr val="00582D"/>
                </a:solidFill>
                <a:latin typeface="+mj-lt"/>
                <a:cs typeface="Courier New" panose="02070309020205020404" pitchFamily="49" charset="0"/>
              </a:rPr>
              <a:t>(i+1,j-1)</a:t>
            </a:r>
            <a:endParaRPr lang="en-US" b="1" baseline="-25000" dirty="0" err="1">
              <a:solidFill>
                <a:srgbClr val="00582D"/>
              </a:solidFill>
              <a:latin typeface="+mj-lt"/>
            </a:endParaRPr>
          </a:p>
        </p:txBody>
      </p:sp>
      <p:sp>
        <p:nvSpPr>
          <p:cNvPr id="38" name="TextBox 37">
            <a:extLst>
              <a:ext uri="{FF2B5EF4-FFF2-40B4-BE49-F238E27FC236}">
                <a16:creationId xmlns:a16="http://schemas.microsoft.com/office/drawing/2014/main" id="{7A5FABD1-B37D-AD84-9536-C42DF87E1110}"/>
              </a:ext>
            </a:extLst>
          </p:cNvPr>
          <p:cNvSpPr txBox="1"/>
          <p:nvPr/>
        </p:nvSpPr>
        <p:spPr>
          <a:xfrm>
            <a:off x="7832569" y="3331431"/>
            <a:ext cx="559592" cy="153888"/>
          </a:xfrm>
          <a:prstGeom prst="rect">
            <a:avLst/>
          </a:prstGeom>
          <a:noFill/>
        </p:spPr>
        <p:txBody>
          <a:bodyPr wrap="square" lIns="0" tIns="0" rIns="0" bIns="0" rtlCol="0">
            <a:spAutoFit/>
          </a:bodyPr>
          <a:lstStyle/>
          <a:p>
            <a:pPr>
              <a:lnSpc>
                <a:spcPct val="100000"/>
              </a:lnSpc>
            </a:pPr>
            <a:r>
              <a:rPr lang="en-US" b="1">
                <a:solidFill>
                  <a:srgbClr val="00582D"/>
                </a:solidFill>
                <a:latin typeface="+mj-lt"/>
                <a:cs typeface="Courier New" panose="02070309020205020404" pitchFamily="49" charset="0"/>
              </a:rPr>
              <a:t>A</a:t>
            </a:r>
            <a:r>
              <a:rPr lang="en-US" b="1" baseline="-25000">
                <a:solidFill>
                  <a:srgbClr val="00582D"/>
                </a:solidFill>
                <a:latin typeface="+mj-lt"/>
                <a:cs typeface="Courier New" panose="02070309020205020404" pitchFamily="49" charset="0"/>
              </a:rPr>
              <a:t>m</a:t>
            </a:r>
            <a:r>
              <a:rPr lang="en-US" b="1">
                <a:solidFill>
                  <a:srgbClr val="00582D"/>
                </a:solidFill>
                <a:latin typeface="+mj-lt"/>
                <a:cs typeface="Courier New" panose="02070309020205020404" pitchFamily="49" charset="0"/>
              </a:rPr>
              <a:t>(i+1,j)</a:t>
            </a:r>
            <a:endParaRPr lang="en-US" b="1" baseline="-25000" dirty="0" err="1">
              <a:solidFill>
                <a:srgbClr val="00582D"/>
              </a:solidFill>
              <a:latin typeface="+mj-lt"/>
            </a:endParaRPr>
          </a:p>
        </p:txBody>
      </p:sp>
      <p:sp>
        <p:nvSpPr>
          <p:cNvPr id="39" name="TextBox 38">
            <a:extLst>
              <a:ext uri="{FF2B5EF4-FFF2-40B4-BE49-F238E27FC236}">
                <a16:creationId xmlns:a16="http://schemas.microsoft.com/office/drawing/2014/main" id="{1B302A6C-4FEB-C60F-33A3-B67CDA7E0E0E}"/>
              </a:ext>
            </a:extLst>
          </p:cNvPr>
          <p:cNvSpPr txBox="1"/>
          <p:nvPr/>
        </p:nvSpPr>
        <p:spPr>
          <a:xfrm>
            <a:off x="6660516" y="3109168"/>
            <a:ext cx="559592" cy="153888"/>
          </a:xfrm>
          <a:prstGeom prst="rect">
            <a:avLst/>
          </a:prstGeom>
          <a:noFill/>
        </p:spPr>
        <p:txBody>
          <a:bodyPr wrap="square" lIns="0" tIns="0" rIns="0" bIns="0" rtlCol="0">
            <a:spAutoFit/>
          </a:bodyPr>
          <a:lstStyle/>
          <a:p>
            <a:pPr>
              <a:lnSpc>
                <a:spcPct val="100000"/>
              </a:lnSpc>
            </a:pPr>
            <a:r>
              <a:rPr lang="en-US" b="1">
                <a:solidFill>
                  <a:srgbClr val="00582D"/>
                </a:solidFill>
                <a:latin typeface="+mj-lt"/>
                <a:cs typeface="Courier New" panose="02070309020205020404" pitchFamily="49" charset="0"/>
              </a:rPr>
              <a:t>p</a:t>
            </a:r>
            <a:r>
              <a:rPr lang="en-US" b="1" baseline="-25000">
                <a:solidFill>
                  <a:srgbClr val="00582D"/>
                </a:solidFill>
                <a:latin typeface="+mj-lt"/>
                <a:cs typeface="Courier New" panose="02070309020205020404" pitchFamily="49" charset="0"/>
              </a:rPr>
              <a:t>m</a:t>
            </a:r>
            <a:endParaRPr lang="en-US" b="1" baseline="-25000" dirty="0" err="1">
              <a:solidFill>
                <a:srgbClr val="00582D"/>
              </a:solidFill>
              <a:latin typeface="+mj-lt"/>
            </a:endParaRPr>
          </a:p>
        </p:txBody>
      </p:sp>
      <p:sp>
        <p:nvSpPr>
          <p:cNvPr id="40" name="TextBox 39">
            <a:extLst>
              <a:ext uri="{FF2B5EF4-FFF2-40B4-BE49-F238E27FC236}">
                <a16:creationId xmlns:a16="http://schemas.microsoft.com/office/drawing/2014/main" id="{C1B2364B-3F78-2605-C526-BB9EE1CFD3D7}"/>
              </a:ext>
            </a:extLst>
          </p:cNvPr>
          <p:cNvSpPr txBox="1"/>
          <p:nvPr/>
        </p:nvSpPr>
        <p:spPr>
          <a:xfrm rot="20160000">
            <a:off x="6594079" y="2679956"/>
            <a:ext cx="559592" cy="153888"/>
          </a:xfrm>
          <a:prstGeom prst="rect">
            <a:avLst/>
          </a:prstGeom>
          <a:noFill/>
        </p:spPr>
        <p:txBody>
          <a:bodyPr wrap="square" lIns="0" tIns="0" rIns="0" bIns="0" rtlCol="0">
            <a:spAutoFit/>
          </a:bodyPr>
          <a:lstStyle/>
          <a:p>
            <a:pPr>
              <a:lnSpc>
                <a:spcPct val="100000"/>
              </a:lnSpc>
            </a:pPr>
            <a:r>
              <a:rPr lang="en-US" b="1">
                <a:solidFill>
                  <a:srgbClr val="00582D"/>
                </a:solidFill>
                <a:latin typeface="+mj-lt"/>
                <a:cs typeface="Courier New" panose="02070309020205020404" pitchFamily="49" charset="0"/>
              </a:rPr>
              <a:t>p</a:t>
            </a:r>
            <a:r>
              <a:rPr lang="en-US" b="1" baseline="-25000">
                <a:solidFill>
                  <a:srgbClr val="00582D"/>
                </a:solidFill>
                <a:latin typeface="+mj-lt"/>
                <a:cs typeface="Courier New" panose="02070309020205020404" pitchFamily="49" charset="0"/>
              </a:rPr>
              <a:t>u</a:t>
            </a:r>
            <a:endParaRPr lang="en-US" b="1" baseline="-25000" dirty="0" err="1">
              <a:solidFill>
                <a:srgbClr val="00582D"/>
              </a:solidFill>
              <a:latin typeface="+mj-lt"/>
            </a:endParaRPr>
          </a:p>
        </p:txBody>
      </p:sp>
      <p:sp>
        <p:nvSpPr>
          <p:cNvPr id="41" name="TextBox 40">
            <a:extLst>
              <a:ext uri="{FF2B5EF4-FFF2-40B4-BE49-F238E27FC236}">
                <a16:creationId xmlns:a16="http://schemas.microsoft.com/office/drawing/2014/main" id="{A6FA25DE-741C-FF92-2AC3-7F94190A273E}"/>
              </a:ext>
            </a:extLst>
          </p:cNvPr>
          <p:cNvSpPr txBox="1"/>
          <p:nvPr/>
        </p:nvSpPr>
        <p:spPr>
          <a:xfrm rot="1440000" flipH="1">
            <a:off x="6597889" y="3555321"/>
            <a:ext cx="559592" cy="153888"/>
          </a:xfrm>
          <a:prstGeom prst="rect">
            <a:avLst/>
          </a:prstGeom>
          <a:noFill/>
        </p:spPr>
        <p:txBody>
          <a:bodyPr wrap="square" lIns="0" tIns="0" rIns="0" bIns="0" rtlCol="0">
            <a:spAutoFit/>
          </a:bodyPr>
          <a:lstStyle/>
          <a:p>
            <a:pPr>
              <a:lnSpc>
                <a:spcPct val="100000"/>
              </a:lnSpc>
            </a:pPr>
            <a:r>
              <a:rPr lang="en-US" b="1">
                <a:solidFill>
                  <a:srgbClr val="00582D"/>
                </a:solidFill>
                <a:latin typeface="+mj-lt"/>
                <a:cs typeface="Courier New" panose="02070309020205020404" pitchFamily="49" charset="0"/>
              </a:rPr>
              <a:t>p</a:t>
            </a:r>
            <a:r>
              <a:rPr lang="en-US" b="1" baseline="-25000">
                <a:solidFill>
                  <a:srgbClr val="00582D"/>
                </a:solidFill>
                <a:latin typeface="+mj-lt"/>
                <a:cs typeface="Courier New" panose="02070309020205020404" pitchFamily="49" charset="0"/>
              </a:rPr>
              <a:t>d</a:t>
            </a:r>
            <a:endParaRPr lang="en-US" b="1" baseline="-25000" dirty="0" err="1">
              <a:solidFill>
                <a:srgbClr val="00582D"/>
              </a:solidFill>
              <a:latin typeface="+mj-lt"/>
            </a:endParaRPr>
          </a:p>
        </p:txBody>
      </p:sp>
      <p:cxnSp>
        <p:nvCxnSpPr>
          <p:cNvPr id="43" name="Straight Connector 42">
            <a:extLst>
              <a:ext uri="{FF2B5EF4-FFF2-40B4-BE49-F238E27FC236}">
                <a16:creationId xmlns:a16="http://schemas.microsoft.com/office/drawing/2014/main" id="{8E4F0A71-F2D0-C0A3-BFE4-6A1E7CD81A21}"/>
              </a:ext>
            </a:extLst>
          </p:cNvPr>
          <p:cNvCxnSpPr/>
          <p:nvPr/>
        </p:nvCxnSpPr>
        <p:spPr>
          <a:xfrm>
            <a:off x="7859136" y="2437799"/>
            <a:ext cx="1097280" cy="0"/>
          </a:xfrm>
          <a:prstGeom prst="line">
            <a:avLst/>
          </a:prstGeom>
          <a:ln>
            <a:solidFill>
              <a:schemeClr val="accent3"/>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CF1CD40-2671-9671-5E1C-9E8E38EC068C}"/>
              </a:ext>
            </a:extLst>
          </p:cNvPr>
          <p:cNvCxnSpPr/>
          <p:nvPr/>
        </p:nvCxnSpPr>
        <p:spPr>
          <a:xfrm>
            <a:off x="7865227" y="3293569"/>
            <a:ext cx="1097280" cy="0"/>
          </a:xfrm>
          <a:prstGeom prst="line">
            <a:avLst/>
          </a:prstGeom>
          <a:ln>
            <a:solidFill>
              <a:schemeClr val="accent3"/>
            </a:solidFill>
            <a:prstDash val="dash"/>
            <a:tailEnd type="none"/>
          </a:ln>
        </p:spPr>
        <p:style>
          <a:lnRef idx="1">
            <a:schemeClr val="accent1"/>
          </a:lnRef>
          <a:fillRef idx="0">
            <a:schemeClr val="accent1"/>
          </a:fillRef>
          <a:effectRef idx="0">
            <a:schemeClr val="accent1"/>
          </a:effectRef>
          <a:fontRef idx="minor">
            <a:schemeClr val="tx1"/>
          </a:fontRef>
        </p:style>
      </p:cxnSp>
      <p:pic>
        <p:nvPicPr>
          <p:cNvPr id="46" name="Picture 45" descr="f_jmax.png">
            <a:extLst>
              <a:ext uri="{FF2B5EF4-FFF2-40B4-BE49-F238E27FC236}">
                <a16:creationId xmlns:a16="http://schemas.microsoft.com/office/drawing/2014/main" id="{80FC72A9-1DA8-7BDF-9734-2CE36122DD1F}"/>
              </a:ext>
            </a:extLst>
          </p:cNvPr>
          <p:cNvPicPr>
            <a:picLocks noChangeAspect="1"/>
          </p:cNvPicPr>
          <p:nvPr/>
        </p:nvPicPr>
        <p:blipFill>
          <a:blip r:embed="rId4"/>
          <a:srcRect l="59681"/>
          <a:stretch>
            <a:fillRect/>
          </a:stretch>
        </p:blipFill>
        <p:spPr>
          <a:xfrm>
            <a:off x="3302164" y="4266724"/>
            <a:ext cx="1309367" cy="415587"/>
          </a:xfrm>
          <a:prstGeom prst="rect">
            <a:avLst/>
          </a:prstGeom>
        </p:spPr>
      </p:pic>
      <p:sp>
        <p:nvSpPr>
          <p:cNvPr id="47" name="TextBox 46">
            <a:extLst>
              <a:ext uri="{FF2B5EF4-FFF2-40B4-BE49-F238E27FC236}">
                <a16:creationId xmlns:a16="http://schemas.microsoft.com/office/drawing/2014/main" id="{FE801762-6856-3326-1977-1AB5E4813A5F}"/>
              </a:ext>
            </a:extLst>
          </p:cNvPr>
          <p:cNvSpPr txBox="1"/>
          <p:nvPr/>
        </p:nvSpPr>
        <p:spPr>
          <a:xfrm>
            <a:off x="836616" y="5537518"/>
            <a:ext cx="4212431" cy="338875"/>
          </a:xfrm>
          <a:prstGeom prst="rect">
            <a:avLst/>
          </a:prstGeom>
          <a:noFill/>
        </p:spPr>
        <p:txBody>
          <a:bodyPr wrap="square" lIns="0" tIns="0" rIns="0" bIns="0" anchor="t">
            <a:spAutoFit/>
          </a:bodyPr>
          <a:lstStyle/>
          <a:p>
            <a:pPr algn="just">
              <a:lnSpc>
                <a:spcPct val="115000"/>
              </a:lnSpc>
              <a:spcBef>
                <a:spcPts val="0"/>
              </a:spcBef>
              <a:spcAft>
                <a:spcPts val="0"/>
              </a:spcAft>
            </a:pPr>
            <a:r>
              <a:rPr i="1">
                <a:solidFill>
                  <a:srgbClr val="767C76"/>
                </a:solidFill>
                <a:latin typeface="Arial"/>
              </a:rPr>
              <a:t>Giá</a:t>
            </a:r>
            <a:r>
              <a:rPr sz="1000" b="0" i="1">
                <a:solidFill>
                  <a:srgbClr val="333733"/>
                </a:solidFill>
                <a:latin typeface="Arial"/>
              </a:rPr>
              <a:t> </a:t>
            </a:r>
            <a:r>
              <a:rPr i="1">
                <a:solidFill>
                  <a:srgbClr val="767C76"/>
                </a:solidFill>
                <a:latin typeface="Arial"/>
              </a:rPr>
              <a:t>trị j được giới hạn trong tập {−j</a:t>
            </a:r>
            <a:r>
              <a:rPr lang="en-US" i="1" baseline="30000">
                <a:solidFill>
                  <a:srgbClr val="767C76"/>
                </a:solidFill>
                <a:latin typeface="Arial"/>
              </a:rPr>
              <a:t>z</a:t>
            </a:r>
            <a:r>
              <a:rPr i="1" baseline="-25000">
                <a:solidFill>
                  <a:srgbClr val="767C76"/>
                </a:solidFill>
                <a:latin typeface="Arial"/>
              </a:rPr>
              <a:t>max</a:t>
            </a:r>
            <a:r>
              <a:rPr i="1">
                <a:solidFill>
                  <a:srgbClr val="767C76"/>
                </a:solidFill>
                <a:latin typeface="Arial"/>
              </a:rPr>
              <a:t>, …, </a:t>
            </a:r>
            <a:r>
              <a:rPr lang="en-US" i="1">
                <a:solidFill>
                  <a:srgbClr val="767C76"/>
                </a:solidFill>
                <a:latin typeface="Arial"/>
              </a:rPr>
              <a:t>j</a:t>
            </a:r>
            <a:r>
              <a:rPr lang="en-US" i="1" baseline="30000">
                <a:solidFill>
                  <a:srgbClr val="767C76"/>
                </a:solidFill>
                <a:latin typeface="Arial"/>
              </a:rPr>
              <a:t>z</a:t>
            </a:r>
            <a:r>
              <a:rPr lang="en-US" i="1" baseline="-25000">
                <a:solidFill>
                  <a:srgbClr val="767C76"/>
                </a:solidFill>
                <a:latin typeface="Arial"/>
              </a:rPr>
              <a:t>max</a:t>
            </a:r>
            <a:r>
              <a:rPr i="1">
                <a:solidFill>
                  <a:srgbClr val="767C76"/>
                </a:solidFill>
                <a:latin typeface="Arial"/>
              </a:rPr>
              <a:t>} nhằm bảo đảm xác suất chuyển nhánh luôn nằm trong khoảng [0; 1].</a:t>
            </a:r>
          </a:p>
        </p:txBody>
      </p:sp>
      <p:cxnSp>
        <p:nvCxnSpPr>
          <p:cNvPr id="51" name="Straight Connector 50">
            <a:extLst>
              <a:ext uri="{FF2B5EF4-FFF2-40B4-BE49-F238E27FC236}">
                <a16:creationId xmlns:a16="http://schemas.microsoft.com/office/drawing/2014/main" id="{981F6515-28BF-9B9B-E237-14A85C7E81DF}"/>
              </a:ext>
            </a:extLst>
          </p:cNvPr>
          <p:cNvCxnSpPr/>
          <p:nvPr/>
        </p:nvCxnSpPr>
        <p:spPr>
          <a:xfrm>
            <a:off x="836617" y="5443198"/>
            <a:ext cx="2140743" cy="0"/>
          </a:xfrm>
          <a:prstGeom prst="line">
            <a:avLst/>
          </a:prstGeom>
          <a:ln>
            <a:solidFill>
              <a:schemeClr val="accent3"/>
            </a:solidFill>
            <a:tailEnd type="non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B7944A3-91BB-8017-1FC9-F7342BF565C4}"/>
              </a:ext>
            </a:extLst>
          </p:cNvPr>
          <p:cNvGrpSpPr/>
          <p:nvPr/>
        </p:nvGrpSpPr>
        <p:grpSpPr>
          <a:xfrm>
            <a:off x="3136924" y="3829550"/>
            <a:ext cx="1639848" cy="399979"/>
            <a:chOff x="3136924" y="3829550"/>
            <a:chExt cx="1639848" cy="399979"/>
          </a:xfrm>
        </p:grpSpPr>
        <p:pic>
          <p:nvPicPr>
            <p:cNvPr id="18" name="Picture 17" descr="f_jmax.png">
              <a:extLst>
                <a:ext uri="{FF2B5EF4-FFF2-40B4-BE49-F238E27FC236}">
                  <a16:creationId xmlns:a16="http://schemas.microsoft.com/office/drawing/2014/main" id="{D0154C5A-0C39-76EC-1DC1-0F33A113D7B8}"/>
                </a:ext>
              </a:extLst>
            </p:cNvPr>
            <p:cNvPicPr>
              <a:picLocks noChangeAspect="1"/>
            </p:cNvPicPr>
            <p:nvPr/>
          </p:nvPicPr>
          <p:blipFill>
            <a:blip r:embed="rId4"/>
            <a:srcRect r="47535"/>
            <a:stretch>
              <a:fillRect/>
            </a:stretch>
          </p:blipFill>
          <p:spPr>
            <a:xfrm>
              <a:off x="3136924" y="3829550"/>
              <a:ext cx="1639848" cy="399979"/>
            </a:xfrm>
            <a:prstGeom prst="rect">
              <a:avLst/>
            </a:prstGeom>
          </p:spPr>
        </p:pic>
        <p:pic>
          <p:nvPicPr>
            <p:cNvPr id="11" name="Picture 10">
              <a:extLst>
                <a:ext uri="{FF2B5EF4-FFF2-40B4-BE49-F238E27FC236}">
                  <a16:creationId xmlns:a16="http://schemas.microsoft.com/office/drawing/2014/main" id="{ACB8A139-D39E-32B1-8CF6-2984F15497EC}"/>
                </a:ext>
              </a:extLst>
            </p:cNvPr>
            <p:cNvPicPr>
              <a:picLocks noChangeAspect="1"/>
            </p:cNvPicPr>
            <p:nvPr/>
          </p:nvPicPr>
          <p:blipFill>
            <a:blip r:embed="rId5"/>
            <a:stretch>
              <a:fillRect/>
            </a:stretch>
          </p:blipFill>
          <p:spPr>
            <a:xfrm>
              <a:off x="4257987" y="4118726"/>
              <a:ext cx="142563" cy="91330"/>
            </a:xfrm>
            <a:prstGeom prst="rect">
              <a:avLst/>
            </a:prstGeom>
          </p:spPr>
        </p:pic>
      </p:grpSp>
      <p:grpSp>
        <p:nvGrpSpPr>
          <p:cNvPr id="52" name="Group 51">
            <a:extLst>
              <a:ext uri="{FF2B5EF4-FFF2-40B4-BE49-F238E27FC236}">
                <a16:creationId xmlns:a16="http://schemas.microsoft.com/office/drawing/2014/main" id="{5F29FEE1-EB86-0BB9-D71D-04060ED4CA44}"/>
              </a:ext>
            </a:extLst>
          </p:cNvPr>
          <p:cNvGrpSpPr/>
          <p:nvPr/>
        </p:nvGrpSpPr>
        <p:grpSpPr>
          <a:xfrm>
            <a:off x="2016764" y="2502058"/>
            <a:ext cx="1844991" cy="321961"/>
            <a:chOff x="1915097" y="2540539"/>
            <a:chExt cx="1844991" cy="321961"/>
          </a:xfrm>
        </p:grpSpPr>
        <p:pic>
          <p:nvPicPr>
            <p:cNvPr id="15" name="Picture 14" descr="f_grid2.png">
              <a:extLst>
                <a:ext uri="{FF2B5EF4-FFF2-40B4-BE49-F238E27FC236}">
                  <a16:creationId xmlns:a16="http://schemas.microsoft.com/office/drawing/2014/main" id="{62057605-D75E-D647-36E2-DA3D405BADA1}"/>
                </a:ext>
              </a:extLst>
            </p:cNvPr>
            <p:cNvPicPr>
              <a:picLocks noChangeAspect="1"/>
            </p:cNvPicPr>
            <p:nvPr/>
          </p:nvPicPr>
          <p:blipFill>
            <a:blip r:embed="rId2"/>
            <a:srcRect l="55828" r="16606"/>
            <a:stretch>
              <a:fillRect/>
            </a:stretch>
          </p:blipFill>
          <p:spPr>
            <a:xfrm>
              <a:off x="1915097" y="2553890"/>
              <a:ext cx="1221828" cy="308610"/>
            </a:xfrm>
            <a:prstGeom prst="rect">
              <a:avLst/>
            </a:prstGeom>
          </p:spPr>
        </p:pic>
        <p:pic>
          <p:nvPicPr>
            <p:cNvPr id="48" name="Picture 47">
              <a:extLst>
                <a:ext uri="{FF2B5EF4-FFF2-40B4-BE49-F238E27FC236}">
                  <a16:creationId xmlns:a16="http://schemas.microsoft.com/office/drawing/2014/main" id="{593CA2F4-3919-15DB-C0D2-0AC15A599F43}"/>
                </a:ext>
              </a:extLst>
            </p:cNvPr>
            <p:cNvPicPr>
              <a:picLocks noChangeAspect="1"/>
            </p:cNvPicPr>
            <p:nvPr/>
          </p:nvPicPr>
          <p:blipFill>
            <a:blip r:embed="rId6"/>
            <a:stretch>
              <a:fillRect/>
            </a:stretch>
          </p:blipFill>
          <p:spPr>
            <a:xfrm>
              <a:off x="3104917" y="2540539"/>
              <a:ext cx="481647" cy="319460"/>
            </a:xfrm>
            <a:prstGeom prst="rect">
              <a:avLst/>
            </a:prstGeom>
          </p:spPr>
        </p:pic>
        <p:pic>
          <p:nvPicPr>
            <p:cNvPr id="50" name="Picture 49">
              <a:extLst>
                <a:ext uri="{FF2B5EF4-FFF2-40B4-BE49-F238E27FC236}">
                  <a16:creationId xmlns:a16="http://schemas.microsoft.com/office/drawing/2014/main" id="{A2A22F87-E559-D40A-F536-367BEC11A075}"/>
                </a:ext>
              </a:extLst>
            </p:cNvPr>
            <p:cNvPicPr>
              <a:picLocks noChangeAspect="1"/>
            </p:cNvPicPr>
            <p:nvPr/>
          </p:nvPicPr>
          <p:blipFill>
            <a:blip r:embed="rId7"/>
            <a:stretch>
              <a:fillRect/>
            </a:stretch>
          </p:blipFill>
          <p:spPr>
            <a:xfrm>
              <a:off x="3569470" y="2618131"/>
              <a:ext cx="190618" cy="205004"/>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C2CFC-28B2-70BD-CEB6-96B11BB507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43BC57-7D77-1D14-693D-254F2D9E0654}"/>
              </a:ext>
            </a:extLst>
          </p:cNvPr>
          <p:cNvSpPr>
            <a:spLocks noGrp="1"/>
          </p:cNvSpPr>
          <p:nvPr>
            <p:ph type="title"/>
          </p:nvPr>
        </p:nvSpPr>
        <p:spPr/>
        <p:txBody>
          <a:bodyPr/>
          <a:lstStyle/>
          <a:p>
            <a:r>
              <a:rPr sz="2200" b="1">
                <a:solidFill>
                  <a:srgbClr val="004C1E"/>
                </a:solidFill>
              </a:rPr>
              <a:t>Bước 3 – Ghép cây lãi suất ba chiều và hiệu chỉnh theo tương quan</a:t>
            </a:r>
          </a:p>
        </p:txBody>
      </p:sp>
      <p:sp>
        <p:nvSpPr>
          <p:cNvPr id="3" name="TextBox 2">
            <a:extLst>
              <a:ext uri="{FF2B5EF4-FFF2-40B4-BE49-F238E27FC236}">
                <a16:creationId xmlns:a16="http://schemas.microsoft.com/office/drawing/2014/main" id="{AA1CF681-9CC8-FB79-C3D6-1146C9061716}"/>
              </a:ext>
            </a:extLst>
          </p:cNvPr>
          <p:cNvSpPr txBox="1"/>
          <p:nvPr/>
        </p:nvSpPr>
        <p:spPr>
          <a:xfrm>
            <a:off x="457200" y="1060704"/>
            <a:ext cx="8686800" cy="274320"/>
          </a:xfrm>
          <a:prstGeom prst="rect">
            <a:avLst/>
          </a:prstGeom>
          <a:noFill/>
        </p:spPr>
        <p:txBody>
          <a:bodyPr wrap="square" lIns="0" tIns="0" rIns="0" bIns="0" anchor="t">
            <a:spAutoFit/>
          </a:bodyPr>
          <a:lstStyle/>
          <a:p>
            <a:pPr algn="l">
              <a:lnSpc>
                <a:spcPct val="115000"/>
              </a:lnSpc>
              <a:spcBef>
                <a:spcPts val="0"/>
              </a:spcBef>
              <a:spcAft>
                <a:spcPts val="0"/>
              </a:spcAft>
            </a:pPr>
            <a:r>
              <a:rPr sz="1150" b="0" i="1">
                <a:solidFill>
                  <a:srgbClr val="767C76"/>
                </a:solidFill>
                <a:latin typeface="Arial"/>
              </a:rPr>
              <a:t>Chỉ số (i, j, k) tương ứng chiều thời gian, chiều LSCK và chiều LSTC</a:t>
            </a:r>
          </a:p>
        </p:txBody>
      </p:sp>
      <p:sp>
        <p:nvSpPr>
          <p:cNvPr id="4" name="TextBox 3">
            <a:extLst>
              <a:ext uri="{FF2B5EF4-FFF2-40B4-BE49-F238E27FC236}">
                <a16:creationId xmlns:a16="http://schemas.microsoft.com/office/drawing/2014/main" id="{DCF5761C-0277-45BA-DA30-5447D13BC2EB}"/>
              </a:ext>
            </a:extLst>
          </p:cNvPr>
          <p:cNvSpPr txBox="1"/>
          <p:nvPr/>
        </p:nvSpPr>
        <p:spPr>
          <a:xfrm>
            <a:off x="457200" y="1479069"/>
            <a:ext cx="3752850" cy="567463"/>
          </a:xfrm>
          <a:prstGeom prst="rect">
            <a:avLst/>
          </a:prstGeom>
          <a:noFill/>
        </p:spPr>
        <p:txBody>
          <a:bodyPr wrap="square" lIns="0" tIns="0" rIns="0" bIns="0" anchor="t">
            <a:spAutoFit/>
          </a:bodyPr>
          <a:lstStyle/>
          <a:p>
            <a:pPr algn="just">
              <a:lnSpc>
                <a:spcPct val="115000"/>
              </a:lnSpc>
              <a:spcBef>
                <a:spcPts val="0"/>
              </a:spcBef>
              <a:spcAft>
                <a:spcPts val="0"/>
              </a:spcAft>
            </a:pPr>
            <a:r>
              <a:rPr sz="1100" b="0">
                <a:solidFill>
                  <a:srgbClr val="5A8E3F"/>
                </a:solidFill>
                <a:latin typeface="Arial"/>
              </a:rPr>
              <a:t>–  </a:t>
            </a:r>
            <a:r>
              <a:rPr sz="1100" b="0">
                <a:solidFill>
                  <a:srgbClr val="333733"/>
                </a:solidFill>
                <a:latin typeface="Arial"/>
              </a:rPr>
              <a:t>Tại mỗi nút (i, j, k), hai nhân tố x và y cùng rẽ nhánh tạo ra 9 tổ hợp; xác suất mỗi tổ hợp được hiệu chỉnh theo tương quan ρ của cặp chuyển động Brownian:</a:t>
            </a:r>
          </a:p>
        </p:txBody>
      </p:sp>
      <p:pic>
        <p:nvPicPr>
          <p:cNvPr id="5" name="Picture 4" descr="f_pab.png">
            <a:extLst>
              <a:ext uri="{FF2B5EF4-FFF2-40B4-BE49-F238E27FC236}">
                <a16:creationId xmlns:a16="http://schemas.microsoft.com/office/drawing/2014/main" id="{9732B601-38D1-D308-A051-B5667DFD9019}"/>
              </a:ext>
            </a:extLst>
          </p:cNvPr>
          <p:cNvPicPr>
            <a:picLocks noChangeAspect="1"/>
          </p:cNvPicPr>
          <p:nvPr/>
        </p:nvPicPr>
        <p:blipFill>
          <a:blip r:embed="rId2"/>
          <a:stretch>
            <a:fillRect/>
          </a:stretch>
        </p:blipFill>
        <p:spPr>
          <a:xfrm>
            <a:off x="580842" y="2229264"/>
            <a:ext cx="3524615" cy="301042"/>
          </a:xfrm>
          <a:prstGeom prst="rect">
            <a:avLst/>
          </a:prstGeom>
        </p:spPr>
      </p:pic>
      <p:sp>
        <p:nvSpPr>
          <p:cNvPr id="6" name="Rounded Rectangle 5">
            <a:extLst>
              <a:ext uri="{FF2B5EF4-FFF2-40B4-BE49-F238E27FC236}">
                <a16:creationId xmlns:a16="http://schemas.microsoft.com/office/drawing/2014/main" id="{FE76906C-B897-F0FE-E497-0B7578E6AA55}"/>
              </a:ext>
            </a:extLst>
          </p:cNvPr>
          <p:cNvSpPr/>
          <p:nvPr/>
        </p:nvSpPr>
        <p:spPr>
          <a:xfrm>
            <a:off x="457200" y="3845866"/>
            <a:ext cx="3752850" cy="2421583"/>
          </a:xfrm>
          <a:prstGeom prst="roundRect">
            <a:avLst>
              <a:gd name="adj" fmla="val 4000"/>
            </a:avLst>
          </a:prstGeom>
          <a:solidFill>
            <a:srgbClr val="F4F6F2"/>
          </a:solidFill>
          <a:ln w="9525">
            <a:solidFill>
              <a:srgbClr val="D6DC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9C14565-FCCC-B920-26A8-1E2925D6942E}"/>
                  </a:ext>
                </a:extLst>
              </p:cNvPr>
              <p:cNvSpPr txBox="1"/>
              <p:nvPr/>
            </p:nvSpPr>
            <p:spPr>
              <a:xfrm>
                <a:off x="685800" y="3956855"/>
                <a:ext cx="1657350" cy="1070101"/>
              </a:xfrm>
              <a:prstGeom prst="rect">
                <a:avLst/>
              </a:prstGeom>
              <a:noFill/>
            </p:spPr>
            <p:txBody>
              <a:bodyPr wrap="square" lIns="0" tIns="0" rIns="0" bIns="0" anchor="t">
                <a:spAutoFit/>
              </a:bodyPr>
              <a:lstStyle/>
              <a:p>
                <a:pPr algn="l">
                  <a:lnSpc>
                    <a:spcPct val="115000"/>
                  </a:lnSpc>
                  <a:spcBef>
                    <a:spcPts val="0"/>
                  </a:spcBef>
                  <a:spcAft>
                    <a:spcPts val="500"/>
                  </a:spcAft>
                </a:pPr>
                <a:r>
                  <a:rPr lang="vi-VN" sz="1150" b="1" i="0">
                    <a:solidFill>
                      <a:srgbClr val="004C1E"/>
                    </a:solidFill>
                    <a:latin typeface="Arial"/>
                  </a:rPr>
                  <a:t>Ma trận hiệu chỉnh M</a:t>
                </a:r>
                <a:endParaRPr lang="en-US" sz="1000" b="0">
                  <a:solidFill>
                    <a:srgbClr val="5A8E3F"/>
                  </a:solidFill>
                  <a:latin typeface="Arial"/>
                </a:endParaRPr>
              </a:p>
              <a:p>
                <a:pPr algn="l">
                  <a:lnSpc>
                    <a:spcPct val="115000"/>
                  </a:lnSpc>
                  <a:spcBef>
                    <a:spcPts val="0"/>
                  </a:spcBef>
                  <a:spcAft>
                    <a:spcPts val="600"/>
                  </a:spcAft>
                </a:pPr>
                <a:r>
                  <a:rPr lang="vi-VN" sz="1000" b="0">
                    <a:solidFill>
                      <a:srgbClr val="5A8E3F"/>
                    </a:solidFill>
                    <a:latin typeface="Arial"/>
                  </a:rPr>
                  <a:t>–  </a:t>
                </a:r>
                <a:r>
                  <a:rPr lang="el-GR" sz="1000" b="1">
                    <a:solidFill>
                      <a:srgbClr val="333733"/>
                    </a:solidFill>
                    <a:latin typeface="Arial"/>
                  </a:rPr>
                  <a:t>ρ &gt; 0: </a:t>
                </a:r>
              </a:p>
              <a:p>
                <a:pPr algn="l">
                  <a:lnSpc>
                    <a:spcPct val="115000"/>
                  </a:lnSpc>
                  <a:spcBef>
                    <a:spcPts val="0"/>
                  </a:spcBef>
                  <a:spcAft>
                    <a:spcPts val="600"/>
                  </a:spcAft>
                </a:pPr>
                <a14:m>
                  <m:oMathPara xmlns:m="http://schemas.openxmlformats.org/officeDocument/2006/math">
                    <m:oMathParaPr>
                      <m:jc m:val="centerGroup"/>
                    </m:oMathParaPr>
                    <m:oMath xmlns:m="http://schemas.openxmlformats.org/officeDocument/2006/math">
                      <m:sSup>
                        <m:sSupPr>
                          <m:ctrlPr>
                            <a:rPr lang="en-US" b="0" i="1" smtClean="0">
                              <a:solidFill>
                                <a:srgbClr val="333733"/>
                              </a:solidFill>
                              <a:latin typeface="Cambria Math" panose="02040503050406030204" pitchFamily="18" charset="0"/>
                            </a:rPr>
                          </m:ctrlPr>
                        </m:sSupPr>
                        <m:e>
                          <m:r>
                            <a:rPr lang="vi-VN" b="0" i="1" smtClean="0">
                              <a:solidFill>
                                <a:srgbClr val="333733"/>
                              </a:solidFill>
                              <a:latin typeface="Cambria Math" panose="02040503050406030204" pitchFamily="18" charset="0"/>
                            </a:rPr>
                            <m:t>𝑀</m:t>
                          </m:r>
                        </m:e>
                        <m:sup>
                          <m:r>
                            <a:rPr lang="en-US" b="0" i="1" smtClean="0">
                              <a:solidFill>
                                <a:srgbClr val="333733"/>
                              </a:solidFill>
                              <a:latin typeface="Cambria Math" panose="02040503050406030204" pitchFamily="18" charset="0"/>
                            </a:rPr>
                            <m:t>+</m:t>
                          </m:r>
                        </m:sup>
                      </m:sSup>
                      <m:r>
                        <a:rPr lang="en-US" b="0" i="1" smtClean="0">
                          <a:solidFill>
                            <a:srgbClr val="333733"/>
                          </a:solidFill>
                          <a:latin typeface="Cambria Math" panose="02040503050406030204" pitchFamily="18" charset="0"/>
                        </a:rPr>
                        <m:t>=</m:t>
                      </m:r>
                      <m:d>
                        <m:dPr>
                          <m:begChr m:val="["/>
                          <m:endChr m:val="]"/>
                          <m:ctrlPr>
                            <a:rPr lang="en-US" b="0" i="1" smtClean="0">
                              <a:solidFill>
                                <a:srgbClr val="333733"/>
                              </a:solidFill>
                              <a:latin typeface="Cambria Math" panose="02040503050406030204" pitchFamily="18" charset="0"/>
                            </a:rPr>
                          </m:ctrlPr>
                        </m:dPr>
                        <m:e>
                          <m:m>
                            <m:mPr>
                              <m:mcs>
                                <m:mc>
                                  <m:mcPr>
                                    <m:count m:val="3"/>
                                    <m:mcJc m:val="center"/>
                                  </m:mcPr>
                                </m:mc>
                              </m:mcs>
                              <m:ctrlPr>
                                <a:rPr lang="en-US" b="0" i="1" smtClean="0">
                                  <a:solidFill>
                                    <a:srgbClr val="333733"/>
                                  </a:solidFill>
                                  <a:latin typeface="Cambria Math" panose="02040503050406030204" pitchFamily="18" charset="0"/>
                                </a:rPr>
                              </m:ctrlPr>
                            </m:mPr>
                            <m:mr>
                              <m:e>
                                <m:r>
                                  <m:rPr>
                                    <m:brk m:alnAt="7"/>
                                  </m:rPr>
                                  <a:rPr lang="en-US" b="0" i="1" smtClean="0">
                                    <a:solidFill>
                                      <a:srgbClr val="333733"/>
                                    </a:solidFill>
                                    <a:latin typeface="Cambria Math" panose="02040503050406030204" pitchFamily="18" charset="0"/>
                                  </a:rPr>
                                  <m:t>5</m:t>
                                </m:r>
                              </m:e>
                              <m:e>
                                <m:r>
                                  <a:rPr lang="en-US" b="0" i="1" smtClean="0">
                                    <a:solidFill>
                                      <a:srgbClr val="333733"/>
                                    </a:solidFill>
                                    <a:latin typeface="Cambria Math" panose="02040503050406030204" pitchFamily="18" charset="0"/>
                                  </a:rPr>
                                  <m:t>−4</m:t>
                                </m:r>
                              </m:e>
                              <m:e>
                                <m:r>
                                  <a:rPr lang="en-US" b="0" i="1" smtClean="0">
                                    <a:solidFill>
                                      <a:srgbClr val="333733"/>
                                    </a:solidFill>
                                    <a:latin typeface="Cambria Math" panose="02040503050406030204" pitchFamily="18" charset="0"/>
                                  </a:rPr>
                                  <m:t>−1</m:t>
                                </m:r>
                              </m:e>
                            </m:mr>
                            <m:mr>
                              <m:e>
                                <m:r>
                                  <a:rPr lang="en-US" b="0" i="1" smtClean="0">
                                    <a:solidFill>
                                      <a:srgbClr val="333733"/>
                                    </a:solidFill>
                                    <a:latin typeface="Cambria Math" panose="02040503050406030204" pitchFamily="18" charset="0"/>
                                  </a:rPr>
                                  <m:t>−4</m:t>
                                </m:r>
                              </m:e>
                              <m:e>
                                <m:r>
                                  <a:rPr lang="en-US" b="0" i="1" smtClean="0">
                                    <a:solidFill>
                                      <a:srgbClr val="333733"/>
                                    </a:solidFill>
                                    <a:latin typeface="Cambria Math" panose="02040503050406030204" pitchFamily="18" charset="0"/>
                                  </a:rPr>
                                  <m:t>8</m:t>
                                </m:r>
                              </m:e>
                              <m:e>
                                <m:r>
                                  <a:rPr lang="en-US" b="0" i="1" smtClean="0">
                                    <a:solidFill>
                                      <a:srgbClr val="333733"/>
                                    </a:solidFill>
                                    <a:latin typeface="Cambria Math" panose="02040503050406030204" pitchFamily="18" charset="0"/>
                                  </a:rPr>
                                  <m:t>−4</m:t>
                                </m:r>
                              </m:e>
                            </m:mr>
                            <m:mr>
                              <m:e>
                                <m:r>
                                  <a:rPr lang="en-US" b="0" i="1" smtClean="0">
                                    <a:solidFill>
                                      <a:srgbClr val="333733"/>
                                    </a:solidFill>
                                    <a:latin typeface="Cambria Math" panose="02040503050406030204" pitchFamily="18" charset="0"/>
                                  </a:rPr>
                                  <m:t>−1</m:t>
                                </m:r>
                              </m:e>
                              <m:e>
                                <m:r>
                                  <a:rPr lang="en-US" b="0" i="1" smtClean="0">
                                    <a:solidFill>
                                      <a:srgbClr val="333733"/>
                                    </a:solidFill>
                                    <a:latin typeface="Cambria Math" panose="02040503050406030204" pitchFamily="18" charset="0"/>
                                  </a:rPr>
                                  <m:t>−4</m:t>
                                </m:r>
                              </m:e>
                              <m:e>
                                <m:r>
                                  <a:rPr lang="en-US" b="0" i="1" smtClean="0">
                                    <a:solidFill>
                                      <a:srgbClr val="333733"/>
                                    </a:solidFill>
                                    <a:latin typeface="Cambria Math" panose="02040503050406030204" pitchFamily="18" charset="0"/>
                                  </a:rPr>
                                  <m:t>5</m:t>
                                </m:r>
                              </m:e>
                            </m:mr>
                          </m:m>
                        </m:e>
                      </m:d>
                    </m:oMath>
                  </m:oMathPara>
                </a14:m>
                <a:endParaRPr lang="vi-VN">
                  <a:solidFill>
                    <a:srgbClr val="333733"/>
                  </a:solidFill>
                  <a:latin typeface="+mj-lt"/>
                </a:endParaRPr>
              </a:p>
            </p:txBody>
          </p:sp>
        </mc:Choice>
        <mc:Fallback xmlns="">
          <p:sp>
            <p:nvSpPr>
              <p:cNvPr id="7" name="TextBox 6">
                <a:extLst>
                  <a:ext uri="{FF2B5EF4-FFF2-40B4-BE49-F238E27FC236}">
                    <a16:creationId xmlns:a16="http://schemas.microsoft.com/office/drawing/2014/main" id="{69C14565-FCCC-B920-26A8-1E2925D6942E}"/>
                  </a:ext>
                </a:extLst>
              </p:cNvPr>
              <p:cNvSpPr txBox="1">
                <a:spLocks noRot="1" noChangeAspect="1" noMove="1" noResize="1" noEditPoints="1" noAdjustHandles="1" noChangeArrowheads="1" noChangeShapeType="1" noTextEdit="1"/>
              </p:cNvSpPr>
              <p:nvPr/>
            </p:nvSpPr>
            <p:spPr>
              <a:xfrm>
                <a:off x="685800" y="3956855"/>
                <a:ext cx="1657350" cy="1070101"/>
              </a:xfrm>
              <a:prstGeom prst="rect">
                <a:avLst/>
              </a:prstGeom>
              <a:blipFill>
                <a:blip r:embed="rId3"/>
                <a:stretch>
                  <a:fillRect l="-5535" t="-3977"/>
                </a:stretch>
              </a:blipFill>
            </p:spPr>
            <p:txBody>
              <a:bodyPr/>
              <a:lstStyle/>
              <a:p>
                <a:r>
                  <a:rPr lang="en-US">
                    <a:noFill/>
                  </a:rPr>
                  <a:t> </a:t>
                </a:r>
              </a:p>
            </p:txBody>
          </p:sp>
        </mc:Fallback>
      </mc:AlternateContent>
      <p:pic>
        <p:nvPicPr>
          <p:cNvPr id="18" name="Picture 17" descr="f_lambda.png">
            <a:extLst>
              <a:ext uri="{FF2B5EF4-FFF2-40B4-BE49-F238E27FC236}">
                <a16:creationId xmlns:a16="http://schemas.microsoft.com/office/drawing/2014/main" id="{5E775BAA-8BBD-F8DF-B6FE-B9DC6FF63B68}"/>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132" b="89498" l="2636" r="98343">
                        <a14:foregroundMark x1="22741" y1="85388" x2="25904" y2="19178"/>
                        <a14:foregroundMark x1="2636" y1="33790" x2="37500" y2="49772"/>
                        <a14:foregroundMark x1="51355" y1="38356" x2="75452" y2="34247"/>
                        <a14:foregroundMark x1="75452" y1="34247" x2="94804" y2="39726"/>
                        <a14:foregroundMark x1="94804" y1="39726" x2="98343" y2="49772"/>
                        <a14:backgroundMark x1="47139" y1="74886" x2="48795" y2="74886"/>
                        <a14:backgroundMark x1="29367" y1="74886" x2="32304" y2="74886"/>
                        <a14:backgroundMark x1="28840" y1="75342" x2="30949" y2="75342"/>
                        <a14:backgroundMark x1="49096" y1="75342" x2="46310" y2="76256"/>
                        <a14:backgroundMark x1="26732" y1="68950" x2="26732" y2="68950"/>
                        <a14:backgroundMark x1="47139" y1="77169" x2="47289" y2="75799"/>
                        <a14:backgroundMark x1="47289" y1="75799" x2="49096" y2="72603"/>
                        <a14:backgroundMark x1="49096" y1="72603" x2="47139" y2="74886"/>
                        <a14:backgroundMark x1="48343" y1="78995" x2="47289" y2="74886"/>
                        <a14:backgroundMark x1="47289" y1="74886" x2="47289" y2="74886"/>
                        <a14:backgroundMark x1="47289" y1="74886" x2="47289" y2="74886"/>
                        <a14:backgroundMark x1="46913" y1="74429" x2="46913" y2="74429"/>
                        <a14:backgroundMark x1="46913" y1="74429" x2="46913" y2="74429"/>
                        <a14:backgroundMark x1="46913" y1="74429" x2="46913" y2="74429"/>
                        <a14:backgroundMark x1="46913" y1="74429" x2="46913" y2="74429"/>
                        <a14:backgroundMark x1="46913" y1="74429" x2="46913" y2="74429"/>
                        <a14:backgroundMark x1="46913" y1="74429" x2="46913" y2="74429"/>
                        <a14:backgroundMark x1="49398" y1="75342" x2="49398" y2="75342"/>
                        <a14:backgroundMark x1="49398" y1="75342" x2="49398" y2="75342"/>
                        <a14:backgroundMark x1="49398" y1="75342" x2="49398" y2="75342"/>
                        <a14:backgroundMark x1="49172" y1="75342" x2="49172" y2="75342"/>
                        <a14:backgroundMark x1="49172" y1="75342" x2="49172" y2="75342"/>
                        <a14:backgroundMark x1="49398" y1="74886" x2="49398" y2="74886"/>
                        <a14:backgroundMark x1="49172" y1="75342" x2="49172" y2="75342"/>
                        <a14:backgroundMark x1="49172" y1="75342" x2="49172" y2="75342"/>
                        <a14:backgroundMark x1="49172" y1="75342" x2="49172" y2="75342"/>
                        <a14:backgroundMark x1="49172" y1="75342" x2="49172" y2="75342"/>
                        <a14:backgroundMark x1="49172" y1="75342" x2="49172" y2="75342"/>
                        <a14:backgroundMark x1="49172" y1="75342" x2="49172" y2="75342"/>
                        <a14:backgroundMark x1="49172" y1="75342" x2="49172" y2="75342"/>
                        <a14:backgroundMark x1="49172" y1="75342" x2="49172" y2="75342"/>
                        <a14:backgroundMark x1="49398" y1="74429" x2="49398" y2="74429"/>
                        <a14:backgroundMark x1="49398" y1="74429" x2="49398" y2="74429"/>
                        <a14:backgroundMark x1="49398" y1="74429" x2="49398" y2="74429"/>
                        <a14:backgroundMark x1="49398" y1="74429" x2="49398" y2="74429"/>
                        <a14:backgroundMark x1="49247" y1="75799" x2="49247" y2="75799"/>
                        <a14:backgroundMark x1="49247" y1="75799" x2="49247" y2="75799"/>
                      </a14:backgroundRemoval>
                    </a14:imgEffect>
                  </a14:imgLayer>
                </a14:imgProps>
              </a:ext>
            </a:extLst>
          </a:blip>
          <a:stretch>
            <a:fillRect/>
          </a:stretch>
        </p:blipFill>
        <p:spPr>
          <a:xfrm>
            <a:off x="1018984" y="5600175"/>
            <a:ext cx="2629281" cy="433594"/>
          </a:xfrm>
          <a:prstGeom prst="rect">
            <a:avLst/>
          </a:prstGeom>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6551957-FFF8-2D89-2039-8CA227F6736D}"/>
                  </a:ext>
                </a:extLst>
              </p:cNvPr>
              <p:cNvSpPr txBox="1"/>
              <p:nvPr/>
            </p:nvSpPr>
            <p:spPr>
              <a:xfrm>
                <a:off x="2343150" y="4224492"/>
                <a:ext cx="1657350" cy="802464"/>
              </a:xfrm>
              <a:prstGeom prst="rect">
                <a:avLst/>
              </a:prstGeom>
              <a:noFill/>
            </p:spPr>
            <p:txBody>
              <a:bodyPr wrap="square" lIns="0" tIns="0" rIns="0" bIns="0" anchor="t">
                <a:spAutoFit/>
              </a:bodyPr>
              <a:lstStyle/>
              <a:p>
                <a:pPr algn="l">
                  <a:lnSpc>
                    <a:spcPct val="115000"/>
                  </a:lnSpc>
                  <a:spcBef>
                    <a:spcPts val="0"/>
                  </a:spcBef>
                  <a:spcAft>
                    <a:spcPts val="600"/>
                  </a:spcAft>
                </a:pPr>
                <a:r>
                  <a:rPr lang="vi-VN" sz="1000" b="0">
                    <a:solidFill>
                      <a:srgbClr val="5A8E3F"/>
                    </a:solidFill>
                    <a:latin typeface="Arial"/>
                  </a:rPr>
                  <a:t>–  </a:t>
                </a:r>
                <a:r>
                  <a:rPr lang="el-GR" sz="1000" b="1">
                    <a:solidFill>
                      <a:srgbClr val="333733"/>
                    </a:solidFill>
                    <a:latin typeface="Arial"/>
                  </a:rPr>
                  <a:t>ρ </a:t>
                </a:r>
                <a:r>
                  <a:rPr lang="en-US" sz="1000" b="1">
                    <a:solidFill>
                      <a:srgbClr val="333733"/>
                    </a:solidFill>
                    <a:latin typeface="Arial"/>
                  </a:rPr>
                  <a:t>&lt;</a:t>
                </a:r>
                <a:r>
                  <a:rPr lang="el-GR" sz="1000" b="1">
                    <a:solidFill>
                      <a:srgbClr val="333733"/>
                    </a:solidFill>
                    <a:latin typeface="Arial"/>
                  </a:rPr>
                  <a:t> 0: </a:t>
                </a:r>
              </a:p>
              <a:p>
                <a:pPr algn="l">
                  <a:lnSpc>
                    <a:spcPct val="115000"/>
                  </a:lnSpc>
                  <a:spcBef>
                    <a:spcPts val="0"/>
                  </a:spcBef>
                  <a:spcAft>
                    <a:spcPts val="600"/>
                  </a:spcAft>
                </a:pPr>
                <a14:m>
                  <m:oMathPara xmlns:m="http://schemas.openxmlformats.org/officeDocument/2006/math">
                    <m:oMathParaPr>
                      <m:jc m:val="centerGroup"/>
                    </m:oMathParaPr>
                    <m:oMath xmlns:m="http://schemas.openxmlformats.org/officeDocument/2006/math">
                      <m:sSup>
                        <m:sSupPr>
                          <m:ctrlPr>
                            <a:rPr lang="en-US" b="0" i="1" smtClean="0">
                              <a:solidFill>
                                <a:srgbClr val="333733"/>
                              </a:solidFill>
                              <a:latin typeface="Cambria Math" panose="02040503050406030204" pitchFamily="18" charset="0"/>
                            </a:rPr>
                          </m:ctrlPr>
                        </m:sSupPr>
                        <m:e>
                          <m:r>
                            <a:rPr lang="vi-VN" b="0" i="1" smtClean="0">
                              <a:solidFill>
                                <a:srgbClr val="333733"/>
                              </a:solidFill>
                              <a:latin typeface="Cambria Math" panose="02040503050406030204" pitchFamily="18" charset="0"/>
                            </a:rPr>
                            <m:t>𝑀</m:t>
                          </m:r>
                        </m:e>
                        <m:sup>
                          <m:r>
                            <a:rPr lang="en-US" b="0" i="1" smtClean="0">
                              <a:solidFill>
                                <a:srgbClr val="333733"/>
                              </a:solidFill>
                              <a:latin typeface="Cambria Math" panose="02040503050406030204" pitchFamily="18" charset="0"/>
                            </a:rPr>
                            <m:t>−</m:t>
                          </m:r>
                        </m:sup>
                      </m:sSup>
                      <m:r>
                        <a:rPr lang="en-US" b="0" i="1" smtClean="0">
                          <a:solidFill>
                            <a:srgbClr val="333733"/>
                          </a:solidFill>
                          <a:latin typeface="Cambria Math" panose="02040503050406030204" pitchFamily="18" charset="0"/>
                        </a:rPr>
                        <m:t>=</m:t>
                      </m:r>
                      <m:d>
                        <m:dPr>
                          <m:begChr m:val="["/>
                          <m:endChr m:val="]"/>
                          <m:ctrlPr>
                            <a:rPr lang="en-US" b="0" i="1" smtClean="0">
                              <a:solidFill>
                                <a:srgbClr val="333733"/>
                              </a:solidFill>
                              <a:latin typeface="Cambria Math" panose="02040503050406030204" pitchFamily="18" charset="0"/>
                            </a:rPr>
                          </m:ctrlPr>
                        </m:dPr>
                        <m:e>
                          <m:m>
                            <m:mPr>
                              <m:mcs>
                                <m:mc>
                                  <m:mcPr>
                                    <m:count m:val="3"/>
                                    <m:mcJc m:val="center"/>
                                  </m:mcPr>
                                </m:mc>
                              </m:mcs>
                              <m:ctrlPr>
                                <a:rPr lang="en-US" b="0" i="1" smtClean="0">
                                  <a:solidFill>
                                    <a:srgbClr val="333733"/>
                                  </a:solidFill>
                                  <a:latin typeface="Cambria Math" panose="02040503050406030204" pitchFamily="18" charset="0"/>
                                </a:rPr>
                              </m:ctrlPr>
                            </m:mPr>
                            <m:mr>
                              <m:e>
                                <m:r>
                                  <m:rPr>
                                    <m:brk m:alnAt="7"/>
                                  </m:rPr>
                                  <a:rPr lang="en-US" b="0" i="1" smtClean="0">
                                    <a:solidFill>
                                      <a:srgbClr val="333733"/>
                                    </a:solidFill>
                                    <a:latin typeface="Cambria Math" panose="02040503050406030204" pitchFamily="18" charset="0"/>
                                  </a:rPr>
                                  <m:t>1</m:t>
                                </m:r>
                              </m:e>
                              <m:e>
                                <m:r>
                                  <a:rPr lang="en-US" b="0" i="1" smtClean="0">
                                    <a:solidFill>
                                      <a:srgbClr val="333733"/>
                                    </a:solidFill>
                                    <a:latin typeface="Cambria Math" panose="02040503050406030204" pitchFamily="18" charset="0"/>
                                  </a:rPr>
                                  <m:t>4</m:t>
                                </m:r>
                              </m:e>
                              <m:e>
                                <m:r>
                                  <a:rPr lang="en-US" b="0" i="1" smtClean="0">
                                    <a:solidFill>
                                      <a:srgbClr val="333733"/>
                                    </a:solidFill>
                                    <a:latin typeface="Cambria Math" panose="02040503050406030204" pitchFamily="18" charset="0"/>
                                  </a:rPr>
                                  <m:t>−5</m:t>
                                </m:r>
                              </m:e>
                            </m:mr>
                            <m:mr>
                              <m:e>
                                <m:r>
                                  <a:rPr lang="en-US" b="0" i="1" smtClean="0">
                                    <a:solidFill>
                                      <a:srgbClr val="333733"/>
                                    </a:solidFill>
                                    <a:latin typeface="Cambria Math" panose="02040503050406030204" pitchFamily="18" charset="0"/>
                                  </a:rPr>
                                  <m:t>4</m:t>
                                </m:r>
                              </m:e>
                              <m:e>
                                <m:r>
                                  <a:rPr lang="en-US" b="0" i="1" smtClean="0">
                                    <a:solidFill>
                                      <a:srgbClr val="333733"/>
                                    </a:solidFill>
                                    <a:latin typeface="Cambria Math" panose="02040503050406030204" pitchFamily="18" charset="0"/>
                                  </a:rPr>
                                  <m:t>−8</m:t>
                                </m:r>
                              </m:e>
                              <m:e>
                                <m:r>
                                  <a:rPr lang="en-US" b="0" i="1" smtClean="0">
                                    <a:solidFill>
                                      <a:srgbClr val="333733"/>
                                    </a:solidFill>
                                    <a:latin typeface="Cambria Math" panose="02040503050406030204" pitchFamily="18" charset="0"/>
                                  </a:rPr>
                                  <m:t>4</m:t>
                                </m:r>
                              </m:e>
                            </m:mr>
                            <m:mr>
                              <m:e>
                                <m:r>
                                  <a:rPr lang="en-US" b="0" i="1" smtClean="0">
                                    <a:solidFill>
                                      <a:srgbClr val="333733"/>
                                    </a:solidFill>
                                    <a:latin typeface="Cambria Math" panose="02040503050406030204" pitchFamily="18" charset="0"/>
                                  </a:rPr>
                                  <m:t>−5</m:t>
                                </m:r>
                              </m:e>
                              <m:e>
                                <m:r>
                                  <a:rPr lang="en-US" b="0" i="1" smtClean="0">
                                    <a:solidFill>
                                      <a:srgbClr val="333733"/>
                                    </a:solidFill>
                                    <a:latin typeface="Cambria Math" panose="02040503050406030204" pitchFamily="18" charset="0"/>
                                  </a:rPr>
                                  <m:t>4</m:t>
                                </m:r>
                              </m:e>
                              <m:e>
                                <m:r>
                                  <a:rPr lang="en-US" b="0" i="1" smtClean="0">
                                    <a:solidFill>
                                      <a:srgbClr val="333733"/>
                                    </a:solidFill>
                                    <a:latin typeface="Cambria Math" panose="02040503050406030204" pitchFamily="18" charset="0"/>
                                  </a:rPr>
                                  <m:t>1</m:t>
                                </m:r>
                              </m:e>
                            </m:mr>
                          </m:m>
                        </m:e>
                      </m:d>
                    </m:oMath>
                  </m:oMathPara>
                </a14:m>
                <a:endParaRPr lang="vi-VN">
                  <a:solidFill>
                    <a:srgbClr val="333733"/>
                  </a:solidFill>
                  <a:latin typeface="+mj-lt"/>
                </a:endParaRPr>
              </a:p>
            </p:txBody>
          </p:sp>
        </mc:Choice>
        <mc:Fallback xmlns="">
          <p:sp>
            <p:nvSpPr>
              <p:cNvPr id="19" name="TextBox 18">
                <a:extLst>
                  <a:ext uri="{FF2B5EF4-FFF2-40B4-BE49-F238E27FC236}">
                    <a16:creationId xmlns:a16="http://schemas.microsoft.com/office/drawing/2014/main" id="{E6551957-FFF8-2D89-2039-8CA227F6736D}"/>
                  </a:ext>
                </a:extLst>
              </p:cNvPr>
              <p:cNvSpPr txBox="1">
                <a:spLocks noRot="1" noChangeAspect="1" noMove="1" noResize="1" noEditPoints="1" noAdjustHandles="1" noChangeArrowheads="1" noChangeShapeType="1" noTextEdit="1"/>
              </p:cNvSpPr>
              <p:nvPr/>
            </p:nvSpPr>
            <p:spPr>
              <a:xfrm>
                <a:off x="2343150" y="4224492"/>
                <a:ext cx="1657350" cy="802464"/>
              </a:xfrm>
              <a:prstGeom prst="rect">
                <a:avLst/>
              </a:prstGeom>
              <a:blipFill>
                <a:blip r:embed="rId6"/>
                <a:stretch>
                  <a:fillRect l="-4779" t="-4545"/>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76929005-A3C3-58D5-5BB5-F39DC61F1445}"/>
              </a:ext>
            </a:extLst>
          </p:cNvPr>
          <p:cNvSpPr txBox="1"/>
          <p:nvPr/>
        </p:nvSpPr>
        <p:spPr>
          <a:xfrm>
            <a:off x="672084" y="5197462"/>
            <a:ext cx="3328416" cy="338875"/>
          </a:xfrm>
          <a:prstGeom prst="rect">
            <a:avLst/>
          </a:prstGeom>
          <a:noFill/>
        </p:spPr>
        <p:txBody>
          <a:bodyPr wrap="square" lIns="0" tIns="0" rIns="0" bIns="0" anchor="t">
            <a:spAutoFit/>
          </a:bodyPr>
          <a:lstStyle/>
          <a:p>
            <a:pPr algn="l">
              <a:lnSpc>
                <a:spcPct val="115000"/>
              </a:lnSpc>
              <a:spcBef>
                <a:spcPts val="0"/>
              </a:spcBef>
              <a:spcAft>
                <a:spcPts val="600"/>
              </a:spcAft>
            </a:pPr>
            <a:r>
              <a:rPr lang="vi-VN" sz="1000" b="0">
                <a:solidFill>
                  <a:srgbClr val="5A8E3F"/>
                </a:solidFill>
                <a:latin typeface="Arial"/>
              </a:rPr>
              <a:t>–  </a:t>
            </a:r>
            <a:r>
              <a:rPr lang="el-GR" sz="1000" b="1">
                <a:solidFill>
                  <a:srgbClr val="333733"/>
                </a:solidFill>
                <a:latin typeface="Arial"/>
              </a:rPr>
              <a:t>λ: </a:t>
            </a:r>
            <a:r>
              <a:rPr lang="vi-VN" sz="1000" b="0">
                <a:solidFill>
                  <a:srgbClr val="333733"/>
                </a:solidFill>
                <a:latin typeface="Arial"/>
              </a:rPr>
              <a:t>hệ số điều chỉnh, được xác định để bảo đảm p(ab) </a:t>
            </a:r>
            <a:r>
              <a:rPr lang="en-US" sz="1000" b="0">
                <a:solidFill>
                  <a:srgbClr val="333733"/>
                </a:solidFill>
                <a:latin typeface="Arial"/>
              </a:rPr>
              <a:t>&gt;</a:t>
            </a:r>
            <a:r>
              <a:rPr lang="vi-VN" sz="1000" b="0">
                <a:solidFill>
                  <a:srgbClr val="333733"/>
                </a:solidFill>
                <a:latin typeface="Arial"/>
              </a:rPr>
              <a:t> 0 với mọi tổ hợp.</a:t>
            </a:r>
            <a:endParaRPr sz="1000" b="0">
              <a:solidFill>
                <a:srgbClr val="333733"/>
              </a:solidFill>
              <a:latin typeface="Arial"/>
            </a:endParaRPr>
          </a:p>
        </p:txBody>
      </p:sp>
      <p:sp>
        <p:nvSpPr>
          <p:cNvPr id="21" name="TextBox 20">
            <a:extLst>
              <a:ext uri="{FF2B5EF4-FFF2-40B4-BE49-F238E27FC236}">
                <a16:creationId xmlns:a16="http://schemas.microsoft.com/office/drawing/2014/main" id="{28082252-19E7-5059-1E14-904961EA2E06}"/>
              </a:ext>
            </a:extLst>
          </p:cNvPr>
          <p:cNvSpPr txBox="1"/>
          <p:nvPr/>
        </p:nvSpPr>
        <p:spPr>
          <a:xfrm>
            <a:off x="499266" y="2722330"/>
            <a:ext cx="3752850" cy="762132"/>
          </a:xfrm>
          <a:prstGeom prst="rect">
            <a:avLst/>
          </a:prstGeom>
          <a:noFill/>
        </p:spPr>
        <p:txBody>
          <a:bodyPr wrap="square" lIns="0" tIns="0" rIns="0" bIns="0" anchor="t">
            <a:spAutoFit/>
          </a:bodyPr>
          <a:lstStyle/>
          <a:p>
            <a:pPr algn="just">
              <a:lnSpc>
                <a:spcPct val="115000"/>
              </a:lnSpc>
              <a:spcBef>
                <a:spcPts val="0"/>
              </a:spcBef>
              <a:spcAft>
                <a:spcPts val="0"/>
              </a:spcAft>
            </a:pPr>
            <a:r>
              <a:rPr lang="en-US" sz="1100" b="0">
                <a:solidFill>
                  <a:srgbClr val="333733"/>
                </a:solidFill>
                <a:latin typeface="Arial"/>
              </a:rPr>
              <a:t>Trong đó: </a:t>
            </a:r>
          </a:p>
          <a:p>
            <a:pPr algn="just">
              <a:lnSpc>
                <a:spcPct val="115000"/>
              </a:lnSpc>
              <a:spcBef>
                <a:spcPts val="0"/>
              </a:spcBef>
              <a:spcAft>
                <a:spcPts val="0"/>
              </a:spcAft>
            </a:pPr>
            <a:r>
              <a:rPr lang="vi-VN" sz="1100">
                <a:solidFill>
                  <a:srgbClr val="5A8E3F"/>
                </a:solidFill>
                <a:latin typeface="Arial"/>
              </a:rPr>
              <a:t>– </a:t>
            </a:r>
            <a:r>
              <a:rPr lang="en-US" sz="1100">
                <a:solidFill>
                  <a:srgbClr val="5A8E3F"/>
                </a:solidFill>
                <a:latin typeface="Arial"/>
              </a:rPr>
              <a:t> </a:t>
            </a:r>
            <a:r>
              <a:rPr lang="en-US" sz="1100" b="0">
                <a:solidFill>
                  <a:srgbClr val="333733"/>
                </a:solidFill>
                <a:latin typeface="Arial"/>
              </a:rPr>
              <a:t>a, b </a:t>
            </a:r>
            <a:r>
              <a:rPr lang="el-GR" sz="1100" b="1">
                <a:solidFill>
                  <a:srgbClr val="333733"/>
                </a:solidFill>
                <a:latin typeface="Courier New" panose="02070309020205020404" pitchFamily="49" charset="0"/>
                <a:cs typeface="Courier New" panose="02070309020205020404" pitchFamily="49" charset="0"/>
              </a:rPr>
              <a:t>ϵ</a:t>
            </a:r>
            <a:r>
              <a:rPr lang="en-US" sz="1100" b="0">
                <a:solidFill>
                  <a:srgbClr val="333733"/>
                </a:solidFill>
                <a:latin typeface="Arial"/>
              </a:rPr>
              <a:t> {1, 2, 3} tương ứng các với chiều đi lên, đi ngang, đi xuống lần lượt của x, y.</a:t>
            </a:r>
          </a:p>
          <a:p>
            <a:pPr algn="just">
              <a:lnSpc>
                <a:spcPct val="115000"/>
              </a:lnSpc>
              <a:spcBef>
                <a:spcPts val="0"/>
              </a:spcBef>
              <a:spcAft>
                <a:spcPts val="0"/>
              </a:spcAft>
            </a:pPr>
            <a:r>
              <a:rPr lang="vi-VN" sz="1100">
                <a:solidFill>
                  <a:srgbClr val="5A8E3F"/>
                </a:solidFill>
                <a:latin typeface="Arial"/>
              </a:rPr>
              <a:t>–  </a:t>
            </a:r>
            <a:r>
              <a:rPr lang="vi-VN" sz="1100">
                <a:solidFill>
                  <a:srgbClr val="333733"/>
                </a:solidFill>
                <a:latin typeface="Arial"/>
              </a:rPr>
              <a:t>p⁰(ab) là xác suất chưa hiệu chỉnh tương quan</a:t>
            </a:r>
          </a:p>
        </p:txBody>
      </p:sp>
      <p:sp>
        <p:nvSpPr>
          <p:cNvPr id="22" name="Flowchart: Data 21">
            <a:extLst>
              <a:ext uri="{FF2B5EF4-FFF2-40B4-BE49-F238E27FC236}">
                <a16:creationId xmlns:a16="http://schemas.microsoft.com/office/drawing/2014/main" id="{8CBC3F38-D2BE-255D-C2C3-BB92A85C7406}"/>
              </a:ext>
            </a:extLst>
          </p:cNvPr>
          <p:cNvSpPr/>
          <p:nvPr/>
        </p:nvSpPr>
        <p:spPr>
          <a:xfrm>
            <a:off x="4895851" y="2933700"/>
            <a:ext cx="4021138" cy="895350"/>
          </a:xfrm>
          <a:prstGeom prst="flowChartInputOutput">
            <a:avLst/>
          </a:prstGeom>
          <a:noFill/>
          <a:ln w="3175">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noAutofit/>
          </a:bodyPr>
          <a:lstStyle/>
          <a:p>
            <a:pPr algn="ctr">
              <a:lnSpc>
                <a:spcPct val="100000"/>
              </a:lnSpc>
            </a:pPr>
            <a:endParaRPr lang="en-US" dirty="0">
              <a:solidFill>
                <a:schemeClr val="tx1"/>
              </a:solidFill>
            </a:endParaRPr>
          </a:p>
        </p:txBody>
      </p:sp>
      <p:cxnSp>
        <p:nvCxnSpPr>
          <p:cNvPr id="24" name="Straight Connector 23">
            <a:extLst>
              <a:ext uri="{FF2B5EF4-FFF2-40B4-BE49-F238E27FC236}">
                <a16:creationId xmlns:a16="http://schemas.microsoft.com/office/drawing/2014/main" id="{8041BD93-CA31-50A7-5D41-C7A8F69E2C8A}"/>
              </a:ext>
            </a:extLst>
          </p:cNvPr>
          <p:cNvCxnSpPr>
            <a:stCxn id="22" idx="2"/>
            <a:endCxn id="22" idx="5"/>
          </p:cNvCxnSpPr>
          <p:nvPr/>
        </p:nvCxnSpPr>
        <p:spPr>
          <a:xfrm>
            <a:off x="5297965" y="3381375"/>
            <a:ext cx="3216910" cy="0"/>
          </a:xfrm>
          <a:prstGeom prst="line">
            <a:avLst/>
          </a:prstGeom>
          <a:ln w="3175">
            <a:solidFill>
              <a:schemeClr val="accent3"/>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2B18C48-DDC3-A7F1-C177-98E3452AF927}"/>
              </a:ext>
            </a:extLst>
          </p:cNvPr>
          <p:cNvCxnSpPr>
            <a:stCxn id="22" idx="3"/>
            <a:endCxn id="22" idx="0"/>
          </p:cNvCxnSpPr>
          <p:nvPr/>
        </p:nvCxnSpPr>
        <p:spPr>
          <a:xfrm flipV="1">
            <a:off x="6504306" y="2933700"/>
            <a:ext cx="804228" cy="895350"/>
          </a:xfrm>
          <a:prstGeom prst="line">
            <a:avLst/>
          </a:prstGeom>
          <a:ln w="3175">
            <a:solidFill>
              <a:schemeClr val="accent3"/>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28130276-728E-11C9-151C-C33591ACAF53}"/>
              </a:ext>
            </a:extLst>
          </p:cNvPr>
          <p:cNvCxnSpPr>
            <a:endCxn id="22" idx="0"/>
          </p:cNvCxnSpPr>
          <p:nvPr/>
        </p:nvCxnSpPr>
        <p:spPr>
          <a:xfrm flipV="1">
            <a:off x="6915150" y="2933700"/>
            <a:ext cx="393384" cy="2047875"/>
          </a:xfrm>
          <a:prstGeom prst="straightConnector1">
            <a:avLst/>
          </a:prstGeom>
          <a:ln w="3175">
            <a:solidFill>
              <a:schemeClr val="accent3"/>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AD34F83B-ABB8-4222-F844-D1825A2DCF84}"/>
              </a:ext>
            </a:extLst>
          </p:cNvPr>
          <p:cNvCxnSpPr>
            <a:endCxn id="22" idx="3"/>
          </p:cNvCxnSpPr>
          <p:nvPr/>
        </p:nvCxnSpPr>
        <p:spPr>
          <a:xfrm flipH="1" flipV="1">
            <a:off x="6504306" y="3829050"/>
            <a:ext cx="410844" cy="1152525"/>
          </a:xfrm>
          <a:prstGeom prst="straightConnector1">
            <a:avLst/>
          </a:prstGeom>
          <a:ln w="3175">
            <a:solidFill>
              <a:schemeClr val="accent3"/>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D520081-8C8B-ABBD-BE3A-D26B0AB85F78}"/>
              </a:ext>
            </a:extLst>
          </p:cNvPr>
          <p:cNvCxnSpPr/>
          <p:nvPr/>
        </p:nvCxnSpPr>
        <p:spPr>
          <a:xfrm flipH="1" flipV="1">
            <a:off x="5705475" y="2933700"/>
            <a:ext cx="1209675" cy="2047875"/>
          </a:xfrm>
          <a:prstGeom prst="straightConnector1">
            <a:avLst/>
          </a:prstGeom>
          <a:ln w="3175">
            <a:solidFill>
              <a:schemeClr val="accent3"/>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E4E3906-3312-EED2-7A2A-D9227815D05B}"/>
              </a:ext>
            </a:extLst>
          </p:cNvPr>
          <p:cNvCxnSpPr>
            <a:cxnSpLocks/>
          </p:cNvCxnSpPr>
          <p:nvPr/>
        </p:nvCxnSpPr>
        <p:spPr>
          <a:xfrm flipV="1">
            <a:off x="6216650" y="4181475"/>
            <a:ext cx="1434593" cy="1530350"/>
          </a:xfrm>
          <a:prstGeom prst="straightConnector1">
            <a:avLst/>
          </a:prstGeom>
          <a:ln w="190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DEB7F0A5-89E3-7D34-1870-58194066B7B1}"/>
              </a:ext>
            </a:extLst>
          </p:cNvPr>
          <p:cNvCxnSpPr/>
          <p:nvPr/>
        </p:nvCxnSpPr>
        <p:spPr>
          <a:xfrm>
            <a:off x="4622800" y="4972050"/>
            <a:ext cx="4695825" cy="0"/>
          </a:xfrm>
          <a:prstGeom prst="straightConnector1">
            <a:avLst/>
          </a:prstGeom>
          <a:ln w="190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811FFAC7-5FBC-AE50-BEB0-5821273BD400}"/>
              </a:ext>
            </a:extLst>
          </p:cNvPr>
          <p:cNvSpPr txBox="1"/>
          <p:nvPr/>
        </p:nvSpPr>
        <p:spPr>
          <a:xfrm>
            <a:off x="6906420" y="5036439"/>
            <a:ext cx="652461" cy="153888"/>
          </a:xfrm>
          <a:prstGeom prst="rect">
            <a:avLst/>
          </a:prstGeom>
          <a:noFill/>
        </p:spPr>
        <p:txBody>
          <a:bodyPr wrap="square" lIns="0" tIns="0" rIns="0" bIns="0" rtlCol="0">
            <a:spAutoFit/>
          </a:bodyPr>
          <a:lstStyle/>
          <a:p>
            <a:pPr>
              <a:lnSpc>
                <a:spcPct val="100000"/>
              </a:lnSpc>
            </a:pPr>
            <a:r>
              <a:rPr lang="en-US" b="1">
                <a:solidFill>
                  <a:srgbClr val="00582D"/>
                </a:solidFill>
                <a:latin typeface="+mj-lt"/>
                <a:cs typeface="Courier New" panose="02070309020205020404" pitchFamily="49" charset="0"/>
              </a:rPr>
              <a:t>A(i, j, k)</a:t>
            </a:r>
            <a:endParaRPr lang="en-US" b="1" baseline="-25000" dirty="0" err="1">
              <a:solidFill>
                <a:srgbClr val="00582D"/>
              </a:solidFill>
              <a:latin typeface="+mj-lt"/>
            </a:endParaRPr>
          </a:p>
        </p:txBody>
      </p:sp>
      <p:sp>
        <p:nvSpPr>
          <p:cNvPr id="46" name="TextBox 45">
            <a:extLst>
              <a:ext uri="{FF2B5EF4-FFF2-40B4-BE49-F238E27FC236}">
                <a16:creationId xmlns:a16="http://schemas.microsoft.com/office/drawing/2014/main" id="{A83EB6CF-0F36-9087-B719-C289ED796C19}"/>
              </a:ext>
            </a:extLst>
          </p:cNvPr>
          <p:cNvSpPr txBox="1"/>
          <p:nvPr/>
        </p:nvSpPr>
        <p:spPr>
          <a:xfrm>
            <a:off x="6709728" y="1277293"/>
            <a:ext cx="652461" cy="153888"/>
          </a:xfrm>
          <a:prstGeom prst="rect">
            <a:avLst/>
          </a:prstGeom>
          <a:noFill/>
        </p:spPr>
        <p:txBody>
          <a:bodyPr wrap="square" lIns="0" tIns="0" rIns="0" bIns="0" rtlCol="0">
            <a:spAutoFit/>
          </a:bodyPr>
          <a:lstStyle/>
          <a:p>
            <a:pPr>
              <a:lnSpc>
                <a:spcPct val="100000"/>
              </a:lnSpc>
            </a:pPr>
            <a:r>
              <a:rPr lang="en-US" b="1">
                <a:solidFill>
                  <a:srgbClr val="00582D"/>
                </a:solidFill>
                <a:latin typeface="+mj-lt"/>
                <a:cs typeface="Courier New" panose="02070309020205020404" pitchFamily="49" charset="0"/>
              </a:rPr>
              <a:t>t</a:t>
            </a:r>
            <a:endParaRPr lang="en-US" b="1" baseline="-25000" dirty="0" err="1">
              <a:solidFill>
                <a:srgbClr val="00582D"/>
              </a:solidFill>
              <a:latin typeface="+mj-lt"/>
            </a:endParaRPr>
          </a:p>
        </p:txBody>
      </p:sp>
      <p:cxnSp>
        <p:nvCxnSpPr>
          <p:cNvPr id="48" name="Straight Arrow Connector 47">
            <a:extLst>
              <a:ext uri="{FF2B5EF4-FFF2-40B4-BE49-F238E27FC236}">
                <a16:creationId xmlns:a16="http://schemas.microsoft.com/office/drawing/2014/main" id="{AB46DE90-7CC8-E5E2-D9C0-3BE63A7E2D77}"/>
              </a:ext>
            </a:extLst>
          </p:cNvPr>
          <p:cNvCxnSpPr/>
          <p:nvPr/>
        </p:nvCxnSpPr>
        <p:spPr>
          <a:xfrm flipV="1">
            <a:off x="6915145" y="1197864"/>
            <a:ext cx="0" cy="4835905"/>
          </a:xfrm>
          <a:prstGeom prst="straightConnector1">
            <a:avLst/>
          </a:prstGeom>
          <a:ln w="190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30C4F303-AFEA-2F69-7DC8-FDD2B778AA09}"/>
              </a:ext>
            </a:extLst>
          </p:cNvPr>
          <p:cNvSpPr txBox="1"/>
          <p:nvPr/>
        </p:nvSpPr>
        <p:spPr>
          <a:xfrm>
            <a:off x="8860913" y="4797086"/>
            <a:ext cx="652461" cy="153888"/>
          </a:xfrm>
          <a:prstGeom prst="rect">
            <a:avLst/>
          </a:prstGeom>
          <a:noFill/>
        </p:spPr>
        <p:txBody>
          <a:bodyPr wrap="square" lIns="0" tIns="0" rIns="0" bIns="0" rtlCol="0">
            <a:spAutoFit/>
          </a:bodyPr>
          <a:lstStyle/>
          <a:p>
            <a:pPr>
              <a:lnSpc>
                <a:spcPct val="100000"/>
              </a:lnSpc>
            </a:pPr>
            <a:r>
              <a:rPr lang="en-US" b="1">
                <a:solidFill>
                  <a:srgbClr val="00582D"/>
                </a:solidFill>
                <a:latin typeface="+mj-lt"/>
                <a:cs typeface="Courier New" panose="02070309020205020404" pitchFamily="49" charset="0"/>
              </a:rPr>
              <a:t>x</a:t>
            </a:r>
            <a:endParaRPr lang="en-US" b="1" baseline="-25000" dirty="0" err="1">
              <a:solidFill>
                <a:srgbClr val="00582D"/>
              </a:solidFill>
              <a:latin typeface="+mj-lt"/>
            </a:endParaRPr>
          </a:p>
        </p:txBody>
      </p:sp>
      <p:sp>
        <p:nvSpPr>
          <p:cNvPr id="53" name="TextBox 52">
            <a:extLst>
              <a:ext uri="{FF2B5EF4-FFF2-40B4-BE49-F238E27FC236}">
                <a16:creationId xmlns:a16="http://schemas.microsoft.com/office/drawing/2014/main" id="{F25553AC-B071-F4CC-06B1-0C66846ECAFB}"/>
              </a:ext>
            </a:extLst>
          </p:cNvPr>
          <p:cNvSpPr txBox="1"/>
          <p:nvPr/>
        </p:nvSpPr>
        <p:spPr>
          <a:xfrm>
            <a:off x="7287410" y="4275236"/>
            <a:ext cx="652461" cy="153888"/>
          </a:xfrm>
          <a:prstGeom prst="rect">
            <a:avLst/>
          </a:prstGeom>
          <a:noFill/>
        </p:spPr>
        <p:txBody>
          <a:bodyPr wrap="square" lIns="0" tIns="0" rIns="0" bIns="0" rtlCol="0">
            <a:spAutoFit/>
          </a:bodyPr>
          <a:lstStyle/>
          <a:p>
            <a:pPr>
              <a:lnSpc>
                <a:spcPct val="100000"/>
              </a:lnSpc>
            </a:pPr>
            <a:r>
              <a:rPr lang="en-US" b="1">
                <a:solidFill>
                  <a:srgbClr val="00582D"/>
                </a:solidFill>
                <a:latin typeface="+mj-lt"/>
                <a:cs typeface="Courier New" panose="02070309020205020404" pitchFamily="49" charset="0"/>
              </a:rPr>
              <a:t>y</a:t>
            </a:r>
            <a:endParaRPr lang="en-US" b="1" baseline="-25000" dirty="0" err="1">
              <a:solidFill>
                <a:srgbClr val="00582D"/>
              </a:solidFill>
              <a:latin typeface="+mj-lt"/>
            </a:endParaRPr>
          </a:p>
        </p:txBody>
      </p:sp>
      <p:sp>
        <p:nvSpPr>
          <p:cNvPr id="54" name="TextBox 53">
            <a:extLst>
              <a:ext uri="{FF2B5EF4-FFF2-40B4-BE49-F238E27FC236}">
                <a16:creationId xmlns:a16="http://schemas.microsoft.com/office/drawing/2014/main" id="{887695AF-177C-7D11-0D04-8D6F6C0A426F}"/>
              </a:ext>
            </a:extLst>
          </p:cNvPr>
          <p:cNvSpPr txBox="1"/>
          <p:nvPr/>
        </p:nvSpPr>
        <p:spPr>
          <a:xfrm>
            <a:off x="6158156" y="3182738"/>
            <a:ext cx="804228" cy="153888"/>
          </a:xfrm>
          <a:prstGeom prst="rect">
            <a:avLst/>
          </a:prstGeom>
          <a:noFill/>
        </p:spPr>
        <p:txBody>
          <a:bodyPr wrap="square" lIns="0" tIns="0" rIns="0" bIns="0" rtlCol="0">
            <a:spAutoFit/>
          </a:bodyPr>
          <a:lstStyle/>
          <a:p>
            <a:pPr>
              <a:lnSpc>
                <a:spcPct val="100000"/>
              </a:lnSpc>
            </a:pPr>
            <a:r>
              <a:rPr lang="en-US" b="1">
                <a:solidFill>
                  <a:srgbClr val="00582D"/>
                </a:solidFill>
                <a:latin typeface="+mj-lt"/>
                <a:cs typeface="Courier New" panose="02070309020205020404" pitchFamily="49" charset="0"/>
              </a:rPr>
              <a:t>A</a:t>
            </a:r>
            <a:r>
              <a:rPr lang="en-US" b="1" baseline="-25000">
                <a:solidFill>
                  <a:srgbClr val="00582D"/>
                </a:solidFill>
                <a:latin typeface="+mj-lt"/>
                <a:cs typeface="Courier New" panose="02070309020205020404" pitchFamily="49" charset="0"/>
              </a:rPr>
              <a:t>22</a:t>
            </a:r>
            <a:r>
              <a:rPr lang="en-US" b="1">
                <a:solidFill>
                  <a:srgbClr val="00582D"/>
                </a:solidFill>
                <a:latin typeface="+mj-lt"/>
                <a:cs typeface="Courier New" panose="02070309020205020404" pitchFamily="49" charset="0"/>
              </a:rPr>
              <a:t>(i+1, j, k)</a:t>
            </a:r>
            <a:endParaRPr lang="en-US" b="1" baseline="-25000" dirty="0" err="1">
              <a:solidFill>
                <a:srgbClr val="00582D"/>
              </a:solidFill>
              <a:latin typeface="+mj-lt"/>
            </a:endParaRPr>
          </a:p>
        </p:txBody>
      </p:sp>
      <p:sp>
        <p:nvSpPr>
          <p:cNvPr id="55" name="TextBox 54">
            <a:extLst>
              <a:ext uri="{FF2B5EF4-FFF2-40B4-BE49-F238E27FC236}">
                <a16:creationId xmlns:a16="http://schemas.microsoft.com/office/drawing/2014/main" id="{0C95CEF2-577E-56B7-EBDD-03B6F642E9CB}"/>
              </a:ext>
            </a:extLst>
          </p:cNvPr>
          <p:cNvSpPr txBox="1"/>
          <p:nvPr/>
        </p:nvSpPr>
        <p:spPr>
          <a:xfrm>
            <a:off x="5303360" y="2715424"/>
            <a:ext cx="994599" cy="153888"/>
          </a:xfrm>
          <a:prstGeom prst="rect">
            <a:avLst/>
          </a:prstGeom>
          <a:noFill/>
        </p:spPr>
        <p:txBody>
          <a:bodyPr wrap="square" lIns="0" tIns="0" rIns="0" bIns="0" rtlCol="0">
            <a:spAutoFit/>
          </a:bodyPr>
          <a:lstStyle/>
          <a:p>
            <a:pPr>
              <a:lnSpc>
                <a:spcPct val="100000"/>
              </a:lnSpc>
            </a:pPr>
            <a:r>
              <a:rPr lang="en-US" b="1">
                <a:solidFill>
                  <a:srgbClr val="00582D"/>
                </a:solidFill>
                <a:latin typeface="+mj-lt"/>
                <a:cs typeface="Courier New" panose="02070309020205020404" pitchFamily="49" charset="0"/>
              </a:rPr>
              <a:t>A</a:t>
            </a:r>
            <a:r>
              <a:rPr lang="en-US" b="1" baseline="-25000">
                <a:solidFill>
                  <a:srgbClr val="00582D"/>
                </a:solidFill>
                <a:latin typeface="+mj-lt"/>
                <a:cs typeface="Courier New" panose="02070309020205020404" pitchFamily="49" charset="0"/>
              </a:rPr>
              <a:t>31</a:t>
            </a:r>
            <a:r>
              <a:rPr lang="en-US" b="1">
                <a:solidFill>
                  <a:srgbClr val="00582D"/>
                </a:solidFill>
                <a:latin typeface="+mj-lt"/>
                <a:cs typeface="Courier New" panose="02070309020205020404" pitchFamily="49" charset="0"/>
              </a:rPr>
              <a:t>(i+1, j-1, k+1)</a:t>
            </a:r>
            <a:endParaRPr lang="en-US" b="1" baseline="-25000" dirty="0" err="1">
              <a:solidFill>
                <a:srgbClr val="00582D"/>
              </a:solidFill>
              <a:latin typeface="+mj-lt"/>
            </a:endParaRPr>
          </a:p>
        </p:txBody>
      </p:sp>
      <p:sp>
        <p:nvSpPr>
          <p:cNvPr id="56" name="TextBox 55">
            <a:extLst>
              <a:ext uri="{FF2B5EF4-FFF2-40B4-BE49-F238E27FC236}">
                <a16:creationId xmlns:a16="http://schemas.microsoft.com/office/drawing/2014/main" id="{82682222-19C3-C5EF-3FB3-CC2609C0E455}"/>
              </a:ext>
            </a:extLst>
          </p:cNvPr>
          <p:cNvSpPr txBox="1"/>
          <p:nvPr/>
        </p:nvSpPr>
        <p:spPr>
          <a:xfrm>
            <a:off x="4535882" y="3209980"/>
            <a:ext cx="945998" cy="153888"/>
          </a:xfrm>
          <a:prstGeom prst="rect">
            <a:avLst/>
          </a:prstGeom>
          <a:noFill/>
        </p:spPr>
        <p:txBody>
          <a:bodyPr wrap="square" lIns="0" tIns="0" rIns="0" bIns="0" rtlCol="0">
            <a:spAutoFit/>
          </a:bodyPr>
          <a:lstStyle/>
          <a:p>
            <a:pPr>
              <a:lnSpc>
                <a:spcPct val="100000"/>
              </a:lnSpc>
            </a:pPr>
            <a:r>
              <a:rPr lang="en-US" b="1">
                <a:solidFill>
                  <a:srgbClr val="00582D"/>
                </a:solidFill>
                <a:latin typeface="+mj-lt"/>
                <a:cs typeface="Courier New" panose="02070309020205020404" pitchFamily="49" charset="0"/>
              </a:rPr>
              <a:t>A</a:t>
            </a:r>
            <a:r>
              <a:rPr lang="en-US" b="1" baseline="-25000">
                <a:solidFill>
                  <a:srgbClr val="00582D"/>
                </a:solidFill>
                <a:latin typeface="+mj-lt"/>
                <a:cs typeface="Courier New" panose="02070309020205020404" pitchFamily="49" charset="0"/>
              </a:rPr>
              <a:t>32</a:t>
            </a:r>
            <a:r>
              <a:rPr lang="en-US" b="1">
                <a:solidFill>
                  <a:srgbClr val="00582D"/>
                </a:solidFill>
                <a:latin typeface="+mj-lt"/>
                <a:cs typeface="Courier New" panose="02070309020205020404" pitchFamily="49" charset="0"/>
              </a:rPr>
              <a:t>(i+1, j-1, k)</a:t>
            </a:r>
            <a:endParaRPr lang="en-US" b="1" baseline="-25000" dirty="0" err="1">
              <a:solidFill>
                <a:srgbClr val="00582D"/>
              </a:solidFill>
              <a:latin typeface="+mj-lt"/>
            </a:endParaRPr>
          </a:p>
        </p:txBody>
      </p:sp>
      <p:sp>
        <p:nvSpPr>
          <p:cNvPr id="58" name="TextBox 57">
            <a:extLst>
              <a:ext uri="{FF2B5EF4-FFF2-40B4-BE49-F238E27FC236}">
                <a16:creationId xmlns:a16="http://schemas.microsoft.com/office/drawing/2014/main" id="{93A40577-8277-D8FA-252F-58074DAF6B74}"/>
              </a:ext>
            </a:extLst>
          </p:cNvPr>
          <p:cNvSpPr txBox="1"/>
          <p:nvPr/>
        </p:nvSpPr>
        <p:spPr>
          <a:xfrm>
            <a:off x="7925713" y="3845867"/>
            <a:ext cx="1178324" cy="153888"/>
          </a:xfrm>
          <a:prstGeom prst="rect">
            <a:avLst/>
          </a:prstGeom>
          <a:noFill/>
        </p:spPr>
        <p:txBody>
          <a:bodyPr wrap="square" lIns="0" tIns="0" rIns="0" bIns="0" rtlCol="0">
            <a:spAutoFit/>
          </a:bodyPr>
          <a:lstStyle/>
          <a:p>
            <a:pPr>
              <a:lnSpc>
                <a:spcPct val="100000"/>
              </a:lnSpc>
            </a:pPr>
            <a:r>
              <a:rPr lang="en-US" b="1">
                <a:solidFill>
                  <a:srgbClr val="00582D"/>
                </a:solidFill>
                <a:latin typeface="+mj-lt"/>
                <a:cs typeface="Courier New" panose="02070309020205020404" pitchFamily="49" charset="0"/>
              </a:rPr>
              <a:t>A</a:t>
            </a:r>
            <a:r>
              <a:rPr lang="en-US" b="1" baseline="-25000">
                <a:solidFill>
                  <a:srgbClr val="00582D"/>
                </a:solidFill>
                <a:latin typeface="+mj-lt"/>
                <a:cs typeface="Courier New" panose="02070309020205020404" pitchFamily="49" charset="0"/>
              </a:rPr>
              <a:t>13</a:t>
            </a:r>
            <a:r>
              <a:rPr lang="en-US" b="1">
                <a:solidFill>
                  <a:srgbClr val="00582D"/>
                </a:solidFill>
                <a:latin typeface="+mj-lt"/>
                <a:cs typeface="Courier New" panose="02070309020205020404" pitchFamily="49" charset="0"/>
              </a:rPr>
              <a:t>(i+1, j+1, k-1)</a:t>
            </a:r>
            <a:endParaRPr lang="en-US" b="1" baseline="-25000" dirty="0" err="1">
              <a:solidFill>
                <a:srgbClr val="00582D"/>
              </a:solidFill>
              <a:latin typeface="+mj-lt"/>
            </a:endParaRPr>
          </a:p>
        </p:txBody>
      </p:sp>
      <p:sp>
        <p:nvSpPr>
          <p:cNvPr id="59" name="TextBox 58">
            <a:extLst>
              <a:ext uri="{FF2B5EF4-FFF2-40B4-BE49-F238E27FC236}">
                <a16:creationId xmlns:a16="http://schemas.microsoft.com/office/drawing/2014/main" id="{EBA7384E-EEE6-0BE6-FC03-A15D4ECEA45A}"/>
              </a:ext>
            </a:extLst>
          </p:cNvPr>
          <p:cNvSpPr txBox="1"/>
          <p:nvPr/>
        </p:nvSpPr>
        <p:spPr>
          <a:xfrm>
            <a:off x="8312313" y="2732931"/>
            <a:ext cx="1178324" cy="153888"/>
          </a:xfrm>
          <a:prstGeom prst="rect">
            <a:avLst/>
          </a:prstGeom>
          <a:noFill/>
        </p:spPr>
        <p:txBody>
          <a:bodyPr wrap="square" lIns="0" tIns="0" rIns="0" bIns="0" rtlCol="0">
            <a:spAutoFit/>
          </a:bodyPr>
          <a:lstStyle/>
          <a:p>
            <a:pPr>
              <a:lnSpc>
                <a:spcPct val="100000"/>
              </a:lnSpc>
            </a:pPr>
            <a:r>
              <a:rPr lang="en-US" b="1">
                <a:solidFill>
                  <a:srgbClr val="00582D"/>
                </a:solidFill>
                <a:latin typeface="+mj-lt"/>
                <a:cs typeface="Courier New" panose="02070309020205020404" pitchFamily="49" charset="0"/>
              </a:rPr>
              <a:t>A</a:t>
            </a:r>
            <a:r>
              <a:rPr lang="en-US" b="1" baseline="-25000">
                <a:solidFill>
                  <a:srgbClr val="00582D"/>
                </a:solidFill>
                <a:latin typeface="+mj-lt"/>
                <a:cs typeface="Courier New" panose="02070309020205020404" pitchFamily="49" charset="0"/>
              </a:rPr>
              <a:t>11</a:t>
            </a:r>
            <a:r>
              <a:rPr lang="en-US" b="1">
                <a:solidFill>
                  <a:srgbClr val="00582D"/>
                </a:solidFill>
                <a:latin typeface="+mj-lt"/>
                <a:cs typeface="Courier New" panose="02070309020205020404" pitchFamily="49" charset="0"/>
              </a:rPr>
              <a:t>(i+1, j+1, k+1)</a:t>
            </a:r>
            <a:endParaRPr lang="en-US" b="1" baseline="-25000" dirty="0" err="1">
              <a:solidFill>
                <a:srgbClr val="00582D"/>
              </a:solidFill>
              <a:latin typeface="+mj-lt"/>
            </a:endParaRPr>
          </a:p>
        </p:txBody>
      </p:sp>
    </p:spTree>
    <p:extLst>
      <p:ext uri="{BB962C8B-B14F-4D97-AF65-F5344CB8AC3E}">
        <p14:creationId xmlns:p14="http://schemas.microsoft.com/office/powerpoint/2010/main" val="33788601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457199" y="1999867"/>
            <a:ext cx="8686799" cy="3724657"/>
          </a:xfrm>
          <a:prstGeom prst="roundRect">
            <a:avLst>
              <a:gd name="adj" fmla="val 4000"/>
            </a:avLst>
          </a:prstGeom>
          <a:solidFill>
            <a:srgbClr val="EFF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85800" y="2127885"/>
            <a:ext cx="3794760" cy="186205"/>
          </a:xfrm>
          <a:prstGeom prst="rect">
            <a:avLst/>
          </a:prstGeom>
          <a:noFill/>
        </p:spPr>
        <p:txBody>
          <a:bodyPr wrap="square" lIns="0" tIns="0" rIns="0" bIns="0" anchor="t">
            <a:spAutoFit/>
          </a:bodyPr>
          <a:lstStyle/>
          <a:p>
            <a:pPr algn="l">
              <a:lnSpc>
                <a:spcPct val="115000"/>
              </a:lnSpc>
              <a:spcBef>
                <a:spcPts val="0"/>
              </a:spcBef>
              <a:spcAft>
                <a:spcPts val="600"/>
              </a:spcAft>
            </a:pPr>
            <a:r>
              <a:rPr sz="1150" b="1" i="0">
                <a:solidFill>
                  <a:srgbClr val="004C1E"/>
                </a:solidFill>
                <a:latin typeface="Arial"/>
              </a:rPr>
              <a:t>Hệ số chiết khấu và dòng tiền coupon tại nút</a:t>
            </a:r>
            <a:r>
              <a:rPr lang="en-US" sz="1150" b="1" i="0">
                <a:solidFill>
                  <a:srgbClr val="004C1E"/>
                </a:solidFill>
                <a:latin typeface="Arial"/>
              </a:rPr>
              <a:t> (i, j, k)</a:t>
            </a:r>
            <a:endParaRPr sz="1150" b="1" i="0">
              <a:solidFill>
                <a:srgbClr val="004C1E"/>
              </a:solidFill>
              <a:latin typeface="Arial"/>
            </a:endParaRPr>
          </a:p>
        </p:txBody>
      </p:sp>
      <p:pic>
        <p:nvPicPr>
          <p:cNvPr id="10" name="Picture 9" descr="f_disc2.png"/>
          <p:cNvPicPr>
            <a:picLocks noChangeAspect="1"/>
          </p:cNvPicPr>
          <p:nvPr/>
        </p:nvPicPr>
        <p:blipFill>
          <a:blip r:embed="rId2"/>
          <a:stretch>
            <a:fillRect/>
          </a:stretch>
        </p:blipFill>
        <p:spPr>
          <a:xfrm>
            <a:off x="3634738" y="2530221"/>
            <a:ext cx="2331720" cy="271287"/>
          </a:xfrm>
          <a:prstGeom prst="rect">
            <a:avLst/>
          </a:prstGeom>
        </p:spPr>
      </p:pic>
      <p:pic>
        <p:nvPicPr>
          <p:cNvPr id="11" name="Picture 10" descr="f_cpn2.png"/>
          <p:cNvPicPr>
            <a:picLocks noChangeAspect="1"/>
          </p:cNvPicPr>
          <p:nvPr/>
        </p:nvPicPr>
        <p:blipFill>
          <a:blip r:embed="rId3"/>
          <a:stretch>
            <a:fillRect/>
          </a:stretch>
        </p:blipFill>
        <p:spPr>
          <a:xfrm>
            <a:off x="3566160" y="2906649"/>
            <a:ext cx="2514600" cy="219977"/>
          </a:xfrm>
          <a:prstGeom prst="rect">
            <a:avLst/>
          </a:prstGeom>
        </p:spPr>
      </p:pic>
      <mc:AlternateContent xmlns:mc="http://schemas.openxmlformats.org/markup-compatibility/2006" xmlns:a14="http://schemas.microsoft.com/office/drawing/2010/main">
        <mc:Choice Requires="a14">
          <p:sp>
            <p:nvSpPr>
              <p:cNvPr id="12" name="TextBox 11"/>
              <p:cNvSpPr txBox="1"/>
              <p:nvPr/>
            </p:nvSpPr>
            <p:spPr>
              <a:xfrm>
                <a:off x="685800" y="3243453"/>
                <a:ext cx="8229600" cy="2044149"/>
              </a:xfrm>
              <a:prstGeom prst="rect">
                <a:avLst/>
              </a:prstGeom>
              <a:noFill/>
            </p:spPr>
            <p:txBody>
              <a:bodyPr wrap="square" lIns="0" tIns="0" rIns="0" bIns="0" anchor="t">
                <a:spAutoFit/>
              </a:bodyPr>
              <a:lstStyle/>
              <a:p>
                <a:pPr algn="l">
                  <a:lnSpc>
                    <a:spcPct val="115000"/>
                  </a:lnSpc>
                  <a:spcBef>
                    <a:spcPts val="0"/>
                  </a:spcBef>
                  <a:spcAft>
                    <a:spcPts val="0"/>
                  </a:spcAft>
                </a:pPr>
                <a:r>
                  <a:rPr lang="en-US" sz="1050" b="1">
                    <a:solidFill>
                      <a:srgbClr val="333733"/>
                    </a:solidFill>
                    <a:latin typeface="Arial"/>
                  </a:rPr>
                  <a:t>Xác định lãi suất c</a:t>
                </a:r>
                <a:r>
                  <a:rPr lang="en-US" sz="1050" b="1" i="0">
                    <a:solidFill>
                      <a:srgbClr val="333733"/>
                    </a:solidFill>
                    <a:latin typeface="Arial"/>
                  </a:rPr>
                  <a:t>oupon (R</a:t>
                </a:r>
                <a:r>
                  <a:rPr lang="en-US" sz="1050" b="1" i="0" baseline="-25000">
                    <a:solidFill>
                      <a:srgbClr val="333733"/>
                    </a:solidFill>
                    <a:latin typeface="Arial"/>
                  </a:rPr>
                  <a:t>coupon</a:t>
                </a:r>
                <a:r>
                  <a:rPr lang="en-US" sz="1050" b="1" i="0">
                    <a:solidFill>
                      <a:srgbClr val="333733"/>
                    </a:solidFill>
                    <a:latin typeface="Arial"/>
                  </a:rPr>
                  <a:t>):</a:t>
                </a:r>
              </a:p>
              <a:p>
                <a:pPr algn="l">
                  <a:lnSpc>
                    <a:spcPct val="115000"/>
                  </a:lnSpc>
                  <a:spcBef>
                    <a:spcPts val="0"/>
                  </a:spcBef>
                  <a:spcAft>
                    <a:spcPts val="0"/>
                  </a:spcAft>
                </a:pPr>
                <a:endParaRPr lang="en-US" sz="1050">
                  <a:solidFill>
                    <a:srgbClr val="333733"/>
                  </a:solidFill>
                  <a:latin typeface="Arial"/>
                </a:endParaRPr>
              </a:p>
              <a:p>
                <a:pPr algn="l">
                  <a:lnSpc>
                    <a:spcPct val="115000"/>
                  </a:lnSpc>
                  <a:spcBef>
                    <a:spcPts val="0"/>
                  </a:spcBef>
                  <a:spcAft>
                    <a:spcPts val="0"/>
                  </a:spcAft>
                </a:pPr>
                <a:r>
                  <a:rPr lang="en-US" sz="1050">
                    <a:solidFill>
                      <a:srgbClr val="5A8E3F"/>
                    </a:solidFill>
                    <a:latin typeface="Arial"/>
                  </a:rPr>
                  <a:t>– </a:t>
                </a:r>
                <a:r>
                  <a:rPr lang="en-US" sz="1050">
                    <a:solidFill>
                      <a:srgbClr val="333733"/>
                    </a:solidFill>
                    <a:latin typeface="Arial"/>
                  </a:rPr>
                  <a:t>Coupon cố định</a:t>
                </a:r>
                <a:r>
                  <a:rPr lang="en-US" sz="980">
                    <a:solidFill>
                      <a:srgbClr val="333733"/>
                    </a:solidFill>
                    <a:latin typeface="Arial"/>
                  </a:rPr>
                  <a:t>:</a:t>
                </a:r>
                <a:endParaRPr lang="en-US" sz="980" i="0">
                  <a:solidFill>
                    <a:srgbClr val="333733"/>
                  </a:solidFill>
                  <a:latin typeface="Arial"/>
                </a:endParaRPr>
              </a:p>
              <a:p>
                <a:pPr algn="l">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400" i="1" smtClean="0">
                              <a:solidFill>
                                <a:srgbClr val="333733"/>
                              </a:solidFill>
                              <a:latin typeface="Cambria Math" panose="02040503050406030204" pitchFamily="18" charset="0"/>
                            </a:rPr>
                          </m:ctrlPr>
                        </m:sSubPr>
                        <m:e>
                          <m:r>
                            <a:rPr lang="en-US" sz="1400" b="0" i="1" smtClean="0">
                              <a:solidFill>
                                <a:srgbClr val="333733"/>
                              </a:solidFill>
                              <a:latin typeface="Cambria Math" panose="02040503050406030204" pitchFamily="18" charset="0"/>
                            </a:rPr>
                            <m:t>𝑅</m:t>
                          </m:r>
                        </m:e>
                        <m:sub>
                          <m:r>
                            <a:rPr lang="en-US" sz="1400" b="0" i="1" smtClean="0">
                              <a:solidFill>
                                <a:srgbClr val="333733"/>
                              </a:solidFill>
                              <a:latin typeface="Cambria Math" panose="02040503050406030204" pitchFamily="18" charset="0"/>
                            </a:rPr>
                            <m:t>𝑐𝑜𝑢𝑝𝑜𝑛</m:t>
                          </m:r>
                        </m:sub>
                      </m:sSub>
                      <m:r>
                        <a:rPr lang="en-US" sz="1400" b="0" i="1" smtClean="0">
                          <a:solidFill>
                            <a:srgbClr val="333733"/>
                          </a:solidFill>
                          <a:latin typeface="Cambria Math" panose="02040503050406030204" pitchFamily="18" charset="0"/>
                        </a:rPr>
                        <m:t>=</m:t>
                      </m:r>
                      <m:r>
                        <a:rPr lang="en-US" sz="1400" b="0" i="1" smtClean="0">
                          <a:solidFill>
                            <a:srgbClr val="333733"/>
                          </a:solidFill>
                          <a:latin typeface="Cambria Math" panose="02040503050406030204" pitchFamily="18" charset="0"/>
                        </a:rPr>
                        <m:t>𝑅</m:t>
                      </m:r>
                    </m:oMath>
                  </m:oMathPara>
                </a14:m>
                <a:endParaRPr lang="en-US" sz="1400" i="1">
                  <a:solidFill>
                    <a:srgbClr val="333733"/>
                  </a:solidFill>
                  <a:latin typeface="Arial"/>
                </a:endParaRPr>
              </a:p>
              <a:p>
                <a:pPr algn="l">
                  <a:lnSpc>
                    <a:spcPct val="115000"/>
                  </a:lnSpc>
                  <a:spcBef>
                    <a:spcPts val="0"/>
                  </a:spcBef>
                  <a:spcAft>
                    <a:spcPts val="0"/>
                  </a:spcAft>
                </a:pPr>
                <a:r>
                  <a:rPr lang="en-US" sz="1050">
                    <a:solidFill>
                      <a:srgbClr val="5A8E3F"/>
                    </a:solidFill>
                    <a:latin typeface="Arial"/>
                  </a:rPr>
                  <a:t>– </a:t>
                </a:r>
                <a:r>
                  <a:rPr lang="en-US" sz="1050" i="0">
                    <a:solidFill>
                      <a:srgbClr val="333733"/>
                    </a:solidFill>
                    <a:latin typeface="Arial"/>
                  </a:rPr>
                  <a:t>Coupon thả nổi:</a:t>
                </a:r>
              </a:p>
              <a:p>
                <a:pPr algn="l">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400" b="0" i="1" smtClean="0">
                              <a:solidFill>
                                <a:srgbClr val="333733"/>
                              </a:solidFill>
                              <a:latin typeface="Cambria Math" panose="02040503050406030204" pitchFamily="18" charset="0"/>
                            </a:rPr>
                          </m:ctrlPr>
                        </m:sSubPr>
                        <m:e>
                          <m:r>
                            <a:rPr lang="en-US" sz="1400" b="0" i="1" smtClean="0">
                              <a:solidFill>
                                <a:srgbClr val="333733"/>
                              </a:solidFill>
                              <a:latin typeface="Cambria Math" panose="02040503050406030204" pitchFamily="18" charset="0"/>
                            </a:rPr>
                            <m:t>𝑅</m:t>
                          </m:r>
                        </m:e>
                        <m:sub>
                          <m:r>
                            <a:rPr lang="en-US" sz="1400" b="0" i="1" smtClean="0">
                              <a:solidFill>
                                <a:srgbClr val="333733"/>
                              </a:solidFill>
                              <a:latin typeface="Cambria Math" panose="02040503050406030204" pitchFamily="18" charset="0"/>
                            </a:rPr>
                            <m:t>𝑐𝑜𝑢𝑝𝑜𝑛</m:t>
                          </m:r>
                        </m:sub>
                      </m:sSub>
                      <m:r>
                        <a:rPr lang="en-US" sz="1400" b="0" i="1" smtClean="0">
                          <a:solidFill>
                            <a:srgbClr val="333733"/>
                          </a:solidFill>
                          <a:latin typeface="Cambria Math" panose="02040503050406030204" pitchFamily="18" charset="0"/>
                        </a:rPr>
                        <m:t>=</m:t>
                      </m:r>
                      <m:func>
                        <m:funcPr>
                          <m:ctrlPr>
                            <a:rPr lang="en-US" sz="1400" b="0" i="1" smtClean="0">
                              <a:solidFill>
                                <a:srgbClr val="333733"/>
                              </a:solidFill>
                              <a:latin typeface="Cambria Math" panose="02040503050406030204" pitchFamily="18" charset="0"/>
                            </a:rPr>
                          </m:ctrlPr>
                        </m:funcPr>
                        <m:fName>
                          <m:r>
                            <m:rPr>
                              <m:sty m:val="p"/>
                            </m:rPr>
                            <a:rPr lang="en-US" sz="1400" b="0" i="0" smtClean="0">
                              <a:solidFill>
                                <a:srgbClr val="333733"/>
                              </a:solidFill>
                              <a:latin typeface="Cambria Math" panose="02040503050406030204" pitchFamily="18" charset="0"/>
                            </a:rPr>
                            <m:t>min</m:t>
                          </m:r>
                        </m:fName>
                        <m:e>
                          <m:d>
                            <m:dPr>
                              <m:ctrlPr>
                                <a:rPr lang="en-US" sz="1400" b="0" i="1" smtClean="0">
                                  <a:solidFill>
                                    <a:srgbClr val="333733"/>
                                  </a:solidFill>
                                  <a:latin typeface="Cambria Math" panose="02040503050406030204" pitchFamily="18" charset="0"/>
                                </a:rPr>
                              </m:ctrlPr>
                            </m:dPr>
                            <m:e>
                              <m:func>
                                <m:funcPr>
                                  <m:ctrlPr>
                                    <a:rPr lang="en-US" sz="1400" i="1">
                                      <a:solidFill>
                                        <a:srgbClr val="333733"/>
                                      </a:solidFill>
                                      <a:latin typeface="Cambria Math" panose="02040503050406030204" pitchFamily="18" charset="0"/>
                                    </a:rPr>
                                  </m:ctrlPr>
                                </m:funcPr>
                                <m:fName>
                                  <m:r>
                                    <m:rPr>
                                      <m:sty m:val="p"/>
                                    </m:rPr>
                                    <a:rPr lang="en-US" sz="1400">
                                      <a:solidFill>
                                        <a:srgbClr val="333733"/>
                                      </a:solidFill>
                                      <a:latin typeface="Cambria Math" panose="02040503050406030204" pitchFamily="18" charset="0"/>
                                    </a:rPr>
                                    <m:t>max</m:t>
                                  </m:r>
                                </m:fName>
                                <m:e>
                                  <m:d>
                                    <m:dPr>
                                      <m:ctrlPr>
                                        <a:rPr lang="en-US" sz="1400" i="1">
                                          <a:solidFill>
                                            <a:srgbClr val="333733"/>
                                          </a:solidFill>
                                          <a:latin typeface="Cambria Math" panose="02040503050406030204" pitchFamily="18" charset="0"/>
                                        </a:rPr>
                                      </m:ctrlPr>
                                    </m:dPr>
                                    <m:e>
                                      <m:sSub>
                                        <m:sSubPr>
                                          <m:ctrlPr>
                                            <a:rPr lang="en-US" sz="1400" i="1">
                                              <a:solidFill>
                                                <a:srgbClr val="333733"/>
                                              </a:solidFill>
                                              <a:latin typeface="Cambria Math" panose="02040503050406030204" pitchFamily="18" charset="0"/>
                                            </a:rPr>
                                          </m:ctrlPr>
                                        </m:sSubPr>
                                        <m:e>
                                          <m:r>
                                            <a:rPr lang="en-US" sz="1400" i="1">
                                              <a:solidFill>
                                                <a:srgbClr val="333733"/>
                                              </a:solidFill>
                                              <a:latin typeface="Cambria Math" panose="02040503050406030204" pitchFamily="18" charset="0"/>
                                            </a:rPr>
                                            <m:t>𝐿</m:t>
                                          </m:r>
                                        </m:e>
                                        <m:sub>
                                          <m:r>
                                            <a:rPr lang="en-US" sz="1400" i="1">
                                              <a:solidFill>
                                                <a:srgbClr val="333733"/>
                                              </a:solidFill>
                                              <a:latin typeface="Cambria Math" panose="02040503050406030204" pitchFamily="18" charset="0"/>
                                            </a:rPr>
                                            <m:t>𝑖𝑘</m:t>
                                          </m:r>
                                        </m:sub>
                                      </m:sSub>
                                      <m:d>
                                        <m:dPr>
                                          <m:ctrlPr>
                                            <a:rPr lang="en-US" sz="1400" i="1">
                                              <a:solidFill>
                                                <a:srgbClr val="333733"/>
                                              </a:solidFill>
                                              <a:latin typeface="Cambria Math" panose="02040503050406030204" pitchFamily="18" charset="0"/>
                                            </a:rPr>
                                          </m:ctrlPr>
                                        </m:dPr>
                                        <m:e>
                                          <m:r>
                                            <a:rPr lang="en-US" sz="1400" b="0" i="1" smtClean="0">
                                              <a:solidFill>
                                                <a:srgbClr val="333733"/>
                                              </a:solidFill>
                                              <a:latin typeface="Cambria Math" panose="02040503050406030204" pitchFamily="18" charset="0"/>
                                            </a:rPr>
                                            <m:t>𝜂</m:t>
                                          </m:r>
                                        </m:e>
                                      </m:d>
                                      <m:r>
                                        <a:rPr lang="en-US" sz="1400" i="1">
                                          <a:solidFill>
                                            <a:srgbClr val="333733"/>
                                          </a:solidFill>
                                          <a:latin typeface="Cambria Math" panose="02040503050406030204" pitchFamily="18" charset="0"/>
                                        </a:rPr>
                                        <m:t>+</m:t>
                                      </m:r>
                                      <m:r>
                                        <a:rPr lang="en-US" sz="1400" i="1">
                                          <a:solidFill>
                                            <a:srgbClr val="333733"/>
                                          </a:solidFill>
                                          <a:latin typeface="Cambria Math" panose="02040503050406030204" pitchFamily="18" charset="0"/>
                                        </a:rPr>
                                        <m:t>𝑆𝑝𝑟𝑒𝑎𝑑</m:t>
                                      </m:r>
                                      <m:r>
                                        <a:rPr lang="en-US" sz="1400" i="1">
                                          <a:solidFill>
                                            <a:srgbClr val="333733"/>
                                          </a:solidFill>
                                          <a:latin typeface="Cambria Math" panose="02040503050406030204" pitchFamily="18" charset="0"/>
                                        </a:rPr>
                                        <m:t>, </m:t>
                                      </m:r>
                                      <m:sSub>
                                        <m:sSubPr>
                                          <m:ctrlPr>
                                            <a:rPr lang="en-US" sz="1400" i="1">
                                              <a:solidFill>
                                                <a:srgbClr val="333733"/>
                                              </a:solidFill>
                                              <a:latin typeface="Cambria Math" panose="02040503050406030204" pitchFamily="18" charset="0"/>
                                            </a:rPr>
                                          </m:ctrlPr>
                                        </m:sSubPr>
                                        <m:e>
                                          <m:r>
                                            <a:rPr lang="en-US" sz="1400" i="1">
                                              <a:solidFill>
                                                <a:srgbClr val="333733"/>
                                              </a:solidFill>
                                              <a:latin typeface="Cambria Math" panose="02040503050406030204" pitchFamily="18" charset="0"/>
                                            </a:rPr>
                                            <m:t>𝐾</m:t>
                                          </m:r>
                                        </m:e>
                                        <m:sub>
                                          <m:r>
                                            <a:rPr lang="en-US" sz="1400" i="1">
                                              <a:solidFill>
                                                <a:srgbClr val="333733"/>
                                              </a:solidFill>
                                              <a:latin typeface="Cambria Math" panose="02040503050406030204" pitchFamily="18" charset="0"/>
                                            </a:rPr>
                                            <m:t>𝑓𝑙𝑜𝑜𝑟</m:t>
                                          </m:r>
                                        </m:sub>
                                      </m:sSub>
                                    </m:e>
                                  </m:d>
                                </m:e>
                              </m:func>
                              <m:r>
                                <a:rPr lang="en-US" sz="1400" b="0" i="1" smtClean="0">
                                  <a:solidFill>
                                    <a:srgbClr val="333733"/>
                                  </a:solidFill>
                                  <a:latin typeface="Cambria Math" panose="02040503050406030204" pitchFamily="18" charset="0"/>
                                </a:rPr>
                                <m:t>, </m:t>
                              </m:r>
                              <m:sSub>
                                <m:sSubPr>
                                  <m:ctrlPr>
                                    <a:rPr lang="en-US" sz="1400" b="0" i="1" smtClean="0">
                                      <a:solidFill>
                                        <a:srgbClr val="333733"/>
                                      </a:solidFill>
                                      <a:latin typeface="Cambria Math" panose="02040503050406030204" pitchFamily="18" charset="0"/>
                                    </a:rPr>
                                  </m:ctrlPr>
                                </m:sSubPr>
                                <m:e>
                                  <m:r>
                                    <a:rPr lang="en-US" sz="1400" b="0" i="1" smtClean="0">
                                      <a:solidFill>
                                        <a:srgbClr val="333733"/>
                                      </a:solidFill>
                                      <a:latin typeface="Cambria Math" panose="02040503050406030204" pitchFamily="18" charset="0"/>
                                    </a:rPr>
                                    <m:t>𝐾</m:t>
                                  </m:r>
                                </m:e>
                                <m:sub>
                                  <m:r>
                                    <a:rPr lang="en-US" sz="1400" b="0" i="1" smtClean="0">
                                      <a:solidFill>
                                        <a:srgbClr val="333733"/>
                                      </a:solidFill>
                                      <a:latin typeface="Cambria Math" panose="02040503050406030204" pitchFamily="18" charset="0"/>
                                    </a:rPr>
                                    <m:t>𝑐𝑎𝑝</m:t>
                                  </m:r>
                                </m:sub>
                              </m:sSub>
                            </m:e>
                          </m:d>
                          <m:r>
                            <a:rPr lang="en-US" sz="1400" b="0" i="1" smtClean="0">
                              <a:solidFill>
                                <a:srgbClr val="333733"/>
                              </a:solidFill>
                              <a:latin typeface="Cambria Math" panose="02040503050406030204" pitchFamily="18" charset="0"/>
                            </a:rPr>
                            <m:t> </m:t>
                          </m:r>
                        </m:e>
                      </m:func>
                    </m:oMath>
                  </m:oMathPara>
                </a14:m>
                <a:endParaRPr lang="en-US" sz="1400" b="0">
                  <a:solidFill>
                    <a:srgbClr val="333733"/>
                  </a:solidFill>
                  <a:latin typeface="Arial"/>
                </a:endParaRPr>
              </a:p>
              <a:p>
                <a:pPr algn="l">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400" b="0" i="1" smtClean="0">
                              <a:solidFill>
                                <a:srgbClr val="333733"/>
                              </a:solidFill>
                              <a:latin typeface="Cambria Math" panose="02040503050406030204" pitchFamily="18" charset="0"/>
                            </a:rPr>
                          </m:ctrlPr>
                        </m:sSubPr>
                        <m:e>
                          <m:r>
                            <a:rPr lang="en-US" sz="1400" b="0" i="1" smtClean="0">
                              <a:solidFill>
                                <a:srgbClr val="333733"/>
                              </a:solidFill>
                              <a:latin typeface="Cambria Math" panose="02040503050406030204" pitchFamily="18" charset="0"/>
                            </a:rPr>
                            <m:t>𝐿</m:t>
                          </m:r>
                        </m:e>
                        <m:sub>
                          <m:r>
                            <a:rPr lang="en-US" sz="1400" b="0" i="1" smtClean="0">
                              <a:solidFill>
                                <a:srgbClr val="333733"/>
                              </a:solidFill>
                              <a:latin typeface="Cambria Math" panose="02040503050406030204" pitchFamily="18" charset="0"/>
                            </a:rPr>
                            <m:t>𝑖𝑘</m:t>
                          </m:r>
                        </m:sub>
                      </m:sSub>
                      <m:d>
                        <m:dPr>
                          <m:ctrlPr>
                            <a:rPr lang="en-US" sz="1400" b="0" i="1" smtClean="0">
                              <a:solidFill>
                                <a:srgbClr val="333733"/>
                              </a:solidFill>
                              <a:latin typeface="Cambria Math" panose="02040503050406030204" pitchFamily="18" charset="0"/>
                            </a:rPr>
                          </m:ctrlPr>
                        </m:dPr>
                        <m:e>
                          <m:r>
                            <a:rPr lang="en-US" sz="1400" b="0" i="1" smtClean="0">
                              <a:solidFill>
                                <a:srgbClr val="333733"/>
                              </a:solidFill>
                              <a:latin typeface="Cambria Math" panose="02040503050406030204" pitchFamily="18" charset="0"/>
                            </a:rPr>
                            <m:t>𝜂</m:t>
                          </m:r>
                        </m:e>
                      </m:d>
                      <m:r>
                        <a:rPr lang="en-US" sz="1400" b="0" i="1" smtClean="0">
                          <a:solidFill>
                            <a:srgbClr val="333733"/>
                          </a:solidFill>
                          <a:latin typeface="Cambria Math" panose="02040503050406030204" pitchFamily="18" charset="0"/>
                        </a:rPr>
                        <m:t>=</m:t>
                      </m:r>
                      <m:f>
                        <m:fPr>
                          <m:ctrlPr>
                            <a:rPr lang="en-US" sz="1400" b="0" i="1" smtClean="0">
                              <a:solidFill>
                                <a:srgbClr val="333733"/>
                              </a:solidFill>
                              <a:latin typeface="Cambria Math" panose="02040503050406030204" pitchFamily="18" charset="0"/>
                            </a:rPr>
                          </m:ctrlPr>
                        </m:fPr>
                        <m:num>
                          <m:r>
                            <a:rPr lang="en-US" sz="1400" b="0" i="1" smtClean="0">
                              <a:solidFill>
                                <a:srgbClr val="333733"/>
                              </a:solidFill>
                              <a:latin typeface="Cambria Math" panose="02040503050406030204" pitchFamily="18" charset="0"/>
                            </a:rPr>
                            <m:t>1</m:t>
                          </m:r>
                        </m:num>
                        <m:den>
                          <m:r>
                            <a:rPr lang="en-US" sz="1400" b="0" i="1" smtClean="0">
                              <a:solidFill>
                                <a:srgbClr val="333733"/>
                              </a:solidFill>
                              <a:latin typeface="Cambria Math" panose="02040503050406030204" pitchFamily="18" charset="0"/>
                            </a:rPr>
                            <m:t>𝜂</m:t>
                          </m:r>
                        </m:den>
                      </m:f>
                      <m:d>
                        <m:dPr>
                          <m:ctrlPr>
                            <a:rPr lang="en-US" sz="1400" b="0" i="1" smtClean="0">
                              <a:solidFill>
                                <a:srgbClr val="333733"/>
                              </a:solidFill>
                              <a:latin typeface="Cambria Math" panose="02040503050406030204" pitchFamily="18" charset="0"/>
                            </a:rPr>
                          </m:ctrlPr>
                        </m:dPr>
                        <m:e>
                          <m:sSup>
                            <m:sSupPr>
                              <m:ctrlPr>
                                <a:rPr lang="en-US" sz="1400" b="0" i="1" smtClean="0">
                                  <a:solidFill>
                                    <a:srgbClr val="333733"/>
                                  </a:solidFill>
                                  <a:latin typeface="Cambria Math" panose="02040503050406030204" pitchFamily="18" charset="0"/>
                                </a:rPr>
                              </m:ctrlPr>
                            </m:sSupPr>
                            <m:e>
                              <m:r>
                                <a:rPr lang="en-US" sz="1400" b="0" i="1" smtClean="0">
                                  <a:solidFill>
                                    <a:srgbClr val="333733"/>
                                  </a:solidFill>
                                  <a:latin typeface="Cambria Math" panose="02040503050406030204" pitchFamily="18" charset="0"/>
                                </a:rPr>
                                <m:t>𝑒</m:t>
                              </m:r>
                            </m:e>
                            <m:sup>
                              <m:sSub>
                                <m:sSubPr>
                                  <m:ctrlPr>
                                    <a:rPr lang="en-US" sz="1400" b="0" i="1" smtClean="0">
                                      <a:solidFill>
                                        <a:srgbClr val="333733"/>
                                      </a:solidFill>
                                      <a:latin typeface="Cambria Math" panose="02040503050406030204" pitchFamily="18" charset="0"/>
                                    </a:rPr>
                                  </m:ctrlPr>
                                </m:sSubPr>
                                <m:e>
                                  <m:r>
                                    <a:rPr lang="en-US" sz="1400" b="0" i="1" smtClean="0">
                                      <a:solidFill>
                                        <a:srgbClr val="333733"/>
                                      </a:solidFill>
                                      <a:latin typeface="Cambria Math" panose="02040503050406030204" pitchFamily="18" charset="0"/>
                                    </a:rPr>
                                    <m:t>𝑅</m:t>
                                  </m:r>
                                </m:e>
                                <m:sub>
                                  <m:r>
                                    <a:rPr lang="en-US" sz="1400" b="0" i="1" smtClean="0">
                                      <a:solidFill>
                                        <a:srgbClr val="333733"/>
                                      </a:solidFill>
                                      <a:latin typeface="Cambria Math" panose="02040503050406030204" pitchFamily="18" charset="0"/>
                                    </a:rPr>
                                    <m:t>𝐿</m:t>
                                  </m:r>
                                </m:sub>
                              </m:sSub>
                              <m:d>
                                <m:dPr>
                                  <m:ctrlPr>
                                    <a:rPr lang="en-US" sz="1400" b="0" i="1" smtClean="0">
                                      <a:solidFill>
                                        <a:srgbClr val="333733"/>
                                      </a:solidFill>
                                      <a:latin typeface="Cambria Math" panose="02040503050406030204" pitchFamily="18" charset="0"/>
                                    </a:rPr>
                                  </m:ctrlPr>
                                </m:dPr>
                                <m:e>
                                  <m:sSubSup>
                                    <m:sSubSupPr>
                                      <m:ctrlPr>
                                        <a:rPr lang="en-US" sz="1400" b="0" i="1" smtClean="0">
                                          <a:solidFill>
                                            <a:srgbClr val="333733"/>
                                          </a:solidFill>
                                          <a:latin typeface="Cambria Math" panose="02040503050406030204" pitchFamily="18" charset="0"/>
                                        </a:rPr>
                                      </m:ctrlPr>
                                    </m:sSubSupPr>
                                    <m:e>
                                      <m:r>
                                        <a:rPr lang="en-US" sz="1400" b="0" i="1" smtClean="0">
                                          <a:solidFill>
                                            <a:srgbClr val="333733"/>
                                          </a:solidFill>
                                          <a:latin typeface="Cambria Math" panose="02040503050406030204" pitchFamily="18" charset="0"/>
                                        </a:rPr>
                                        <m:t>𝑡</m:t>
                                      </m:r>
                                    </m:e>
                                    <m:sub>
                                      <m:r>
                                        <a:rPr lang="en-US" sz="1400" b="0" i="1" smtClean="0">
                                          <a:solidFill>
                                            <a:srgbClr val="333733"/>
                                          </a:solidFill>
                                          <a:latin typeface="Cambria Math" panose="02040503050406030204" pitchFamily="18" charset="0"/>
                                        </a:rPr>
                                        <m:t>𝑖</m:t>
                                      </m:r>
                                    </m:sub>
                                    <m:sup>
                                      <m:r>
                                        <a:rPr lang="en-US" sz="1400" b="0" i="1" smtClean="0">
                                          <a:solidFill>
                                            <a:srgbClr val="333733"/>
                                          </a:solidFill>
                                          <a:latin typeface="Cambria Math" panose="02040503050406030204" pitchFamily="18" charset="0"/>
                                        </a:rPr>
                                        <m:t>′</m:t>
                                      </m:r>
                                    </m:sup>
                                  </m:sSubSup>
                                  <m:r>
                                    <a:rPr lang="en-US" sz="1400" b="0" i="1" smtClean="0">
                                      <a:solidFill>
                                        <a:srgbClr val="333733"/>
                                      </a:solidFill>
                                      <a:latin typeface="Cambria Math" panose="02040503050406030204" pitchFamily="18" charset="0"/>
                                    </a:rPr>
                                    <m:t>,</m:t>
                                  </m:r>
                                  <m:sSubSup>
                                    <m:sSubSupPr>
                                      <m:ctrlPr>
                                        <a:rPr lang="en-US" sz="1400" b="0" i="1" smtClean="0">
                                          <a:solidFill>
                                            <a:srgbClr val="333733"/>
                                          </a:solidFill>
                                          <a:latin typeface="Cambria Math" panose="02040503050406030204" pitchFamily="18" charset="0"/>
                                        </a:rPr>
                                      </m:ctrlPr>
                                    </m:sSubSupPr>
                                    <m:e>
                                      <m:r>
                                        <a:rPr lang="en-US" sz="1400" b="0" i="1" smtClean="0">
                                          <a:solidFill>
                                            <a:srgbClr val="333733"/>
                                          </a:solidFill>
                                          <a:latin typeface="Cambria Math" panose="02040503050406030204" pitchFamily="18" charset="0"/>
                                        </a:rPr>
                                        <m:t>𝑡</m:t>
                                      </m:r>
                                    </m:e>
                                    <m:sub>
                                      <m:r>
                                        <a:rPr lang="en-US" sz="1400" b="0" i="1" smtClean="0">
                                          <a:solidFill>
                                            <a:srgbClr val="333733"/>
                                          </a:solidFill>
                                          <a:latin typeface="Cambria Math" panose="02040503050406030204" pitchFamily="18" charset="0"/>
                                        </a:rPr>
                                        <m:t>𝑖</m:t>
                                      </m:r>
                                    </m:sub>
                                    <m:sup>
                                      <m:r>
                                        <a:rPr lang="en-US" sz="1400" b="0" i="1" smtClean="0">
                                          <a:solidFill>
                                            <a:srgbClr val="333733"/>
                                          </a:solidFill>
                                          <a:latin typeface="Cambria Math" panose="02040503050406030204" pitchFamily="18" charset="0"/>
                                        </a:rPr>
                                        <m:t>′</m:t>
                                      </m:r>
                                    </m:sup>
                                  </m:sSubSup>
                                  <m:r>
                                    <a:rPr lang="en-US" sz="1400" b="0" i="1" smtClean="0">
                                      <a:solidFill>
                                        <a:srgbClr val="333733"/>
                                      </a:solidFill>
                                      <a:latin typeface="Cambria Math" panose="02040503050406030204" pitchFamily="18" charset="0"/>
                                    </a:rPr>
                                    <m:t>+</m:t>
                                  </m:r>
                                  <m:r>
                                    <a:rPr lang="en-US" sz="1400" b="0" i="1" smtClean="0">
                                      <a:solidFill>
                                        <a:srgbClr val="333733"/>
                                      </a:solidFill>
                                      <a:latin typeface="Cambria Math" panose="02040503050406030204" pitchFamily="18" charset="0"/>
                                    </a:rPr>
                                    <m:t>𝜂</m:t>
                                  </m:r>
                                </m:e>
                                <m:e>
                                  <m:sSub>
                                    <m:sSubPr>
                                      <m:ctrlPr>
                                        <a:rPr lang="en-US" sz="1400" b="0" i="1" smtClean="0">
                                          <a:solidFill>
                                            <a:srgbClr val="333733"/>
                                          </a:solidFill>
                                          <a:latin typeface="Cambria Math" panose="02040503050406030204" pitchFamily="18" charset="0"/>
                                        </a:rPr>
                                      </m:ctrlPr>
                                    </m:sSubPr>
                                    <m:e>
                                      <m:r>
                                        <a:rPr lang="en-US" sz="1400" b="0" i="1" smtClean="0">
                                          <a:solidFill>
                                            <a:srgbClr val="333733"/>
                                          </a:solidFill>
                                          <a:latin typeface="Cambria Math" panose="02040503050406030204" pitchFamily="18" charset="0"/>
                                        </a:rPr>
                                        <m:t>𝑦</m:t>
                                      </m:r>
                                    </m:e>
                                    <m:sub>
                                      <m:r>
                                        <a:rPr lang="en-US" sz="1400" b="0" i="1" smtClean="0">
                                          <a:solidFill>
                                            <a:srgbClr val="333733"/>
                                          </a:solidFill>
                                          <a:latin typeface="Cambria Math" panose="02040503050406030204" pitchFamily="18" charset="0"/>
                                        </a:rPr>
                                        <m:t>𝑘</m:t>
                                      </m:r>
                                    </m:sub>
                                  </m:sSub>
                                  <m:d>
                                    <m:dPr>
                                      <m:ctrlPr>
                                        <a:rPr lang="en-US" sz="1400" b="0" i="1" smtClean="0">
                                          <a:solidFill>
                                            <a:srgbClr val="333733"/>
                                          </a:solidFill>
                                          <a:latin typeface="Cambria Math" panose="02040503050406030204" pitchFamily="18" charset="0"/>
                                        </a:rPr>
                                      </m:ctrlPr>
                                    </m:dPr>
                                    <m:e>
                                      <m:sSubSup>
                                        <m:sSubSupPr>
                                          <m:ctrlPr>
                                            <a:rPr lang="en-US" sz="1400" b="0" i="1" smtClean="0">
                                              <a:solidFill>
                                                <a:srgbClr val="333733"/>
                                              </a:solidFill>
                                              <a:latin typeface="Cambria Math" panose="02040503050406030204" pitchFamily="18" charset="0"/>
                                            </a:rPr>
                                          </m:ctrlPr>
                                        </m:sSubSupPr>
                                        <m:e>
                                          <m:r>
                                            <a:rPr lang="en-US" sz="1400" b="0" i="1" smtClean="0">
                                              <a:solidFill>
                                                <a:srgbClr val="333733"/>
                                              </a:solidFill>
                                              <a:latin typeface="Cambria Math" panose="02040503050406030204" pitchFamily="18" charset="0"/>
                                            </a:rPr>
                                            <m:t>𝑡</m:t>
                                          </m:r>
                                        </m:e>
                                        <m:sub>
                                          <m:r>
                                            <a:rPr lang="en-US" sz="1400" b="0" i="1" smtClean="0">
                                              <a:solidFill>
                                                <a:srgbClr val="333733"/>
                                              </a:solidFill>
                                              <a:latin typeface="Cambria Math" panose="02040503050406030204" pitchFamily="18" charset="0"/>
                                            </a:rPr>
                                            <m:t>𝑖</m:t>
                                          </m:r>
                                        </m:sub>
                                        <m:sup>
                                          <m:r>
                                            <a:rPr lang="en-US" sz="1400" b="0" i="1" smtClean="0">
                                              <a:solidFill>
                                                <a:srgbClr val="333733"/>
                                              </a:solidFill>
                                              <a:latin typeface="Cambria Math" panose="02040503050406030204" pitchFamily="18" charset="0"/>
                                            </a:rPr>
                                            <m:t>′</m:t>
                                          </m:r>
                                        </m:sup>
                                      </m:sSubSup>
                                    </m:e>
                                  </m:d>
                                </m:e>
                              </m:d>
                              <m:r>
                                <a:rPr lang="en-US" sz="1400" b="0" i="1" smtClean="0">
                                  <a:solidFill>
                                    <a:srgbClr val="333733"/>
                                  </a:solidFill>
                                  <a:latin typeface="Cambria Math" panose="02040503050406030204" pitchFamily="18" charset="0"/>
                                </a:rPr>
                                <m:t>∙</m:t>
                              </m:r>
                              <m:r>
                                <a:rPr lang="en-US" sz="1400" b="0" i="1" smtClean="0">
                                  <a:solidFill>
                                    <a:srgbClr val="333733"/>
                                  </a:solidFill>
                                  <a:latin typeface="Cambria Math" panose="02040503050406030204" pitchFamily="18" charset="0"/>
                                </a:rPr>
                                <m:t>𝜂</m:t>
                              </m:r>
                            </m:sup>
                          </m:sSup>
                          <m:r>
                            <a:rPr lang="en-US" sz="1400" b="0" i="1" smtClean="0">
                              <a:solidFill>
                                <a:srgbClr val="333733"/>
                              </a:solidFill>
                              <a:latin typeface="Cambria Math" panose="02040503050406030204" pitchFamily="18" charset="0"/>
                            </a:rPr>
                            <m:t>−1</m:t>
                          </m:r>
                        </m:e>
                      </m:d>
                    </m:oMath>
                  </m:oMathPara>
                </a14:m>
                <a:endParaRPr lang="en-US" sz="980">
                  <a:solidFill>
                    <a:srgbClr val="333733"/>
                  </a:solidFill>
                  <a:latin typeface="Arial"/>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685800" y="3243453"/>
                <a:ext cx="8229600" cy="2044149"/>
              </a:xfrm>
              <a:prstGeom prst="rect">
                <a:avLst/>
              </a:prstGeom>
              <a:blipFill>
                <a:blip r:embed="rId4"/>
                <a:stretch>
                  <a:fillRect l="-1037" t="-14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685800" y="5293430"/>
                <a:ext cx="8229600" cy="170047"/>
              </a:xfrm>
              <a:prstGeom prst="rect">
                <a:avLst/>
              </a:prstGeom>
              <a:noFill/>
            </p:spPr>
            <p:txBody>
              <a:bodyPr wrap="square" lIns="0" tIns="0" rIns="0" bIns="0" anchor="t">
                <a:spAutoFit/>
              </a:bodyPr>
              <a:lstStyle/>
              <a:p>
                <a:pPr algn="l">
                  <a:lnSpc>
                    <a:spcPct val="115000"/>
                  </a:lnSpc>
                  <a:spcBef>
                    <a:spcPts val="0"/>
                  </a:spcBef>
                  <a:spcAft>
                    <a:spcPts val="0"/>
                  </a:spcAft>
                </a:pPr>
                <a:r>
                  <a:rPr lang="vi-VN" sz="1050" i="1">
                    <a:solidFill>
                      <a:srgbClr val="004C1E"/>
                    </a:solidFill>
                    <a:latin typeface="Arial"/>
                  </a:rPr>
                  <a:t>LSTC (lãi đơn) kỳ hạn </a:t>
                </a:r>
                <a14:m>
                  <m:oMath xmlns:m="http://schemas.openxmlformats.org/officeDocument/2006/math">
                    <m:r>
                      <a:rPr lang="vi-VN" sz="1050" b="0" i="1" smtClean="0">
                        <a:solidFill>
                          <a:srgbClr val="004C1E"/>
                        </a:solidFill>
                        <a:latin typeface="Cambria Math" panose="02040503050406030204" pitchFamily="18" charset="0"/>
                      </a:rPr>
                      <m:t>𝜂</m:t>
                    </m:r>
                  </m:oMath>
                </a14:m>
                <a:r>
                  <a:rPr lang="vi-VN" sz="1050" i="1">
                    <a:solidFill>
                      <a:srgbClr val="004C1E"/>
                    </a:solidFill>
                    <a:latin typeface="Arial"/>
                  </a:rPr>
                  <a:t> áp dụng cho kỳ trả coupon tại t</a:t>
                </a:r>
                <a:r>
                  <a:rPr lang="vi-VN" sz="1050" i="1" baseline="-25000">
                    <a:solidFill>
                      <a:srgbClr val="004C1E"/>
                    </a:solidFill>
                    <a:latin typeface="Arial"/>
                  </a:rPr>
                  <a:t>i</a:t>
                </a:r>
                <a:r>
                  <a:rPr lang="vi-VN" sz="1050" i="1">
                    <a:solidFill>
                      <a:srgbClr val="004C1E"/>
                    </a:solidFill>
                    <a:latin typeface="Arial"/>
                  </a:rPr>
                  <a:t>, được xác định tại thời điểm reset t′</a:t>
                </a:r>
                <a:r>
                  <a:rPr lang="vi-VN" sz="1050" i="1" baseline="-25000">
                    <a:solidFill>
                      <a:srgbClr val="004C1E"/>
                    </a:solidFill>
                    <a:latin typeface="Arial"/>
                  </a:rPr>
                  <a:t>i</a:t>
                </a:r>
                <a:endParaRPr sz="1050" i="1">
                  <a:solidFill>
                    <a:srgbClr val="004C1E"/>
                  </a:solidFill>
                  <a:latin typeface="Aria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685800" y="5293430"/>
                <a:ext cx="8229600" cy="170047"/>
              </a:xfrm>
              <a:prstGeom prst="rect">
                <a:avLst/>
              </a:prstGeom>
              <a:blipFill>
                <a:blip r:embed="rId5"/>
                <a:stretch>
                  <a:fillRect l="-1037" t="-17857" b="-50000"/>
                </a:stretch>
              </a:blipFill>
            </p:spPr>
            <p:txBody>
              <a:bodyPr/>
              <a:lstStyle/>
              <a:p>
                <a:r>
                  <a:rPr lang="en-US">
                    <a:noFill/>
                  </a:rPr>
                  <a:t> </a:t>
                </a:r>
              </a:p>
            </p:txBody>
          </p:sp>
        </mc:Fallback>
      </mc:AlternateContent>
      <p:sp>
        <p:nvSpPr>
          <p:cNvPr id="5" name="Title 1">
            <a:extLst>
              <a:ext uri="{FF2B5EF4-FFF2-40B4-BE49-F238E27FC236}">
                <a16:creationId xmlns:a16="http://schemas.microsoft.com/office/drawing/2014/main" id="{3DCB4FE2-4CC6-B2C8-A8D6-CD9BF520718B}"/>
              </a:ext>
            </a:extLst>
          </p:cNvPr>
          <p:cNvSpPr>
            <a:spLocks noGrp="1"/>
          </p:cNvSpPr>
          <p:nvPr>
            <p:ph type="title"/>
          </p:nvPr>
        </p:nvSpPr>
        <p:spPr>
          <a:xfrm>
            <a:off x="457204" y="381000"/>
            <a:ext cx="8686800" cy="762000"/>
          </a:xfrm>
        </p:spPr>
        <p:txBody>
          <a:bodyPr/>
          <a:lstStyle/>
          <a:p>
            <a:r>
              <a:rPr sz="2200" b="1">
                <a:solidFill>
                  <a:srgbClr val="004C1E"/>
                </a:solidFill>
              </a:rPr>
              <a:t>Bước 4 – Quy nạp ngược giá trị trái phiếu trên cây ba chiều</a:t>
            </a:r>
          </a:p>
        </p:txBody>
      </p:sp>
      <p:sp>
        <p:nvSpPr>
          <p:cNvPr id="6" name="TextBox 5">
            <a:extLst>
              <a:ext uri="{FF2B5EF4-FFF2-40B4-BE49-F238E27FC236}">
                <a16:creationId xmlns:a16="http://schemas.microsoft.com/office/drawing/2014/main" id="{5153219E-05A2-C605-DAAF-3EC145BD25F7}"/>
              </a:ext>
            </a:extLst>
          </p:cNvPr>
          <p:cNvSpPr txBox="1"/>
          <p:nvPr/>
        </p:nvSpPr>
        <p:spPr>
          <a:xfrm>
            <a:off x="457200" y="1060704"/>
            <a:ext cx="8686800" cy="274320"/>
          </a:xfrm>
          <a:prstGeom prst="rect">
            <a:avLst/>
          </a:prstGeom>
          <a:noFill/>
        </p:spPr>
        <p:txBody>
          <a:bodyPr wrap="square" lIns="0" tIns="0" rIns="0" bIns="0" anchor="t">
            <a:spAutoFit/>
          </a:bodyPr>
          <a:lstStyle/>
          <a:p>
            <a:pPr algn="l">
              <a:lnSpc>
                <a:spcPct val="115000"/>
              </a:lnSpc>
              <a:spcBef>
                <a:spcPts val="0"/>
              </a:spcBef>
              <a:spcAft>
                <a:spcPts val="0"/>
              </a:spcAft>
            </a:pPr>
            <a:r>
              <a:rPr sz="1150" b="0" i="1">
                <a:solidFill>
                  <a:srgbClr val="767C76"/>
                </a:solidFill>
                <a:latin typeface="Arial"/>
              </a:rPr>
              <a:t>Logic thực hiện quyền chọn call/put được tích hợp trực tiếp tại từng nút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9">
            <a:extLst>
              <a:ext uri="{FF2B5EF4-FFF2-40B4-BE49-F238E27FC236}">
                <a16:creationId xmlns:a16="http://schemas.microsoft.com/office/drawing/2014/main" id="{F12B9E02-454E-061B-67F6-1136270192D0}"/>
              </a:ext>
            </a:extLst>
          </p:cNvPr>
          <p:cNvSpPr/>
          <p:nvPr/>
        </p:nvSpPr>
        <p:spPr>
          <a:xfrm>
            <a:off x="457200" y="1380252"/>
            <a:ext cx="8410568" cy="868680"/>
          </a:xfrm>
          <a:prstGeom prst="roundRect">
            <a:avLst>
              <a:gd name="adj" fmla="val 4000"/>
            </a:avLst>
          </a:prstGeom>
          <a:solidFill>
            <a:srgbClr val="EFF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ounded Rectangle 9"/>
          <p:cNvSpPr/>
          <p:nvPr/>
        </p:nvSpPr>
        <p:spPr>
          <a:xfrm>
            <a:off x="457200" y="2416533"/>
            <a:ext cx="5972168" cy="2527934"/>
          </a:xfrm>
          <a:prstGeom prst="roundRect">
            <a:avLst>
              <a:gd name="adj" fmla="val 4000"/>
            </a:avLst>
          </a:prstGeom>
          <a:solidFill>
            <a:srgbClr val="EFF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p:txBody>
          <a:bodyPr/>
          <a:lstStyle/>
          <a:p>
            <a:r>
              <a:rPr sz="2200" b="1">
                <a:solidFill>
                  <a:srgbClr val="004C1E"/>
                </a:solidFill>
              </a:rPr>
              <a:t>Bước 4 – Quy nạp ngược giá trị trái phiếu trên cây ba chiều</a:t>
            </a:r>
          </a:p>
        </p:txBody>
      </p:sp>
      <p:sp>
        <p:nvSpPr>
          <p:cNvPr id="3" name="TextBox 2"/>
          <p:cNvSpPr txBox="1"/>
          <p:nvPr/>
        </p:nvSpPr>
        <p:spPr>
          <a:xfrm>
            <a:off x="457200" y="1060704"/>
            <a:ext cx="8686800" cy="274320"/>
          </a:xfrm>
          <a:prstGeom prst="rect">
            <a:avLst/>
          </a:prstGeom>
          <a:noFill/>
        </p:spPr>
        <p:txBody>
          <a:bodyPr wrap="square" lIns="0" tIns="0" rIns="0" bIns="0" anchor="t">
            <a:spAutoFit/>
          </a:bodyPr>
          <a:lstStyle/>
          <a:p>
            <a:pPr algn="l">
              <a:lnSpc>
                <a:spcPct val="115000"/>
              </a:lnSpc>
              <a:spcBef>
                <a:spcPts val="0"/>
              </a:spcBef>
              <a:spcAft>
                <a:spcPts val="0"/>
              </a:spcAft>
            </a:pPr>
            <a:r>
              <a:rPr sz="1150" b="0" i="1">
                <a:solidFill>
                  <a:srgbClr val="767C76"/>
                </a:solidFill>
                <a:latin typeface="Arial"/>
              </a:rPr>
              <a:t>Logic thực hiện quyền chọn call/put được tích hợp trực tiếp tại từng nút</a:t>
            </a:r>
          </a:p>
        </p:txBody>
      </p:sp>
      <p:sp>
        <p:nvSpPr>
          <p:cNvPr id="4" name="TextBox 3"/>
          <p:cNvSpPr txBox="1"/>
          <p:nvPr/>
        </p:nvSpPr>
        <p:spPr>
          <a:xfrm>
            <a:off x="971161" y="1526281"/>
            <a:ext cx="4224528" cy="210507"/>
          </a:xfrm>
          <a:prstGeom prst="rect">
            <a:avLst/>
          </a:prstGeom>
          <a:noFill/>
        </p:spPr>
        <p:txBody>
          <a:bodyPr wrap="square" lIns="0" tIns="0" rIns="0" bIns="0" anchor="t">
            <a:spAutoFit/>
          </a:bodyPr>
          <a:lstStyle/>
          <a:p>
            <a:pPr algn="l">
              <a:lnSpc>
                <a:spcPct val="115000"/>
              </a:lnSpc>
              <a:spcBef>
                <a:spcPts val="0"/>
              </a:spcBef>
              <a:spcAft>
                <a:spcPts val="0"/>
              </a:spcAft>
            </a:pPr>
            <a:r>
              <a:rPr sz="1300" b="1" i="0">
                <a:solidFill>
                  <a:srgbClr val="004C1E"/>
                </a:solidFill>
                <a:latin typeface="Arial"/>
              </a:rPr>
              <a:t>Tại bước N (</a:t>
            </a:r>
            <a:r>
              <a:rPr lang="en-US" sz="1300" b="1" i="0">
                <a:solidFill>
                  <a:srgbClr val="004C1E"/>
                </a:solidFill>
                <a:latin typeface="Arial"/>
              </a:rPr>
              <a:t>bước</a:t>
            </a:r>
            <a:r>
              <a:rPr sz="1300" b="1" i="0">
                <a:solidFill>
                  <a:srgbClr val="004C1E"/>
                </a:solidFill>
                <a:latin typeface="Arial"/>
              </a:rPr>
              <a:t> đáo hạn):</a:t>
            </a:r>
          </a:p>
        </p:txBody>
      </p:sp>
      <p:pic>
        <p:nvPicPr>
          <p:cNvPr id="5" name="Picture 4" descr="f_term.png"/>
          <p:cNvPicPr>
            <a:picLocks noChangeAspect="1"/>
          </p:cNvPicPr>
          <p:nvPr/>
        </p:nvPicPr>
        <p:blipFill>
          <a:blip r:embed="rId2"/>
          <a:stretch>
            <a:fillRect/>
          </a:stretch>
        </p:blipFill>
        <p:spPr>
          <a:xfrm>
            <a:off x="3786325" y="1801366"/>
            <a:ext cx="2028537" cy="274321"/>
          </a:xfrm>
          <a:prstGeom prst="rect">
            <a:avLst/>
          </a:prstGeom>
        </p:spPr>
      </p:pic>
      <p:sp>
        <p:nvSpPr>
          <p:cNvPr id="6" name="TextBox 5"/>
          <p:cNvSpPr txBox="1"/>
          <p:nvPr/>
        </p:nvSpPr>
        <p:spPr>
          <a:xfrm>
            <a:off x="945143" y="2585316"/>
            <a:ext cx="5227049" cy="1815112"/>
          </a:xfrm>
          <a:prstGeom prst="rect">
            <a:avLst/>
          </a:prstGeom>
          <a:noFill/>
        </p:spPr>
        <p:txBody>
          <a:bodyPr wrap="square" lIns="0" tIns="0" rIns="0" bIns="0" anchor="t">
            <a:spAutoFit/>
          </a:bodyPr>
          <a:lstStyle/>
          <a:p>
            <a:pPr algn="l">
              <a:lnSpc>
                <a:spcPct val="115000"/>
              </a:lnSpc>
              <a:spcBef>
                <a:spcPts val="0"/>
              </a:spcBef>
              <a:spcAft>
                <a:spcPts val="0"/>
              </a:spcAft>
            </a:pPr>
            <a:r>
              <a:rPr lang="en-US" sz="1300" b="1">
                <a:solidFill>
                  <a:srgbClr val="004C1E"/>
                </a:solidFill>
                <a:latin typeface="Arial"/>
              </a:rPr>
              <a:t>Tại bước i (với i ≤ N − 1):</a:t>
            </a:r>
          </a:p>
          <a:p>
            <a:pPr algn="l">
              <a:lnSpc>
                <a:spcPct val="115000"/>
              </a:lnSpc>
              <a:spcBef>
                <a:spcPts val="0"/>
              </a:spcBef>
              <a:spcAft>
                <a:spcPts val="0"/>
              </a:spcAft>
            </a:pPr>
            <a:endParaRPr lang="en-US" sz="1300" b="1">
              <a:solidFill>
                <a:srgbClr val="004C1E"/>
              </a:solidFill>
              <a:latin typeface="Arial"/>
            </a:endParaRPr>
          </a:p>
          <a:p>
            <a:pPr algn="l">
              <a:lnSpc>
                <a:spcPct val="115000"/>
              </a:lnSpc>
              <a:spcBef>
                <a:spcPts val="0"/>
              </a:spcBef>
              <a:spcAft>
                <a:spcPts val="0"/>
              </a:spcAft>
            </a:pPr>
            <a:r>
              <a:rPr lang="en-US" sz="1100">
                <a:solidFill>
                  <a:srgbClr val="5A8E3F"/>
                </a:solidFill>
                <a:latin typeface="Arial"/>
              </a:rPr>
              <a:t>– </a:t>
            </a:r>
            <a:r>
              <a:rPr sz="1100" i="0">
                <a:solidFill>
                  <a:srgbClr val="004C1E"/>
                </a:solidFill>
                <a:latin typeface="Arial"/>
              </a:rPr>
              <a:t>Giá trị </a:t>
            </a:r>
            <a:r>
              <a:rPr lang="en-US" sz="1100" i="0">
                <a:solidFill>
                  <a:srgbClr val="004C1E"/>
                </a:solidFill>
                <a:latin typeface="Arial"/>
              </a:rPr>
              <a:t>trái phiếu</a:t>
            </a:r>
            <a:r>
              <a:rPr sz="1100" i="0">
                <a:solidFill>
                  <a:srgbClr val="004C1E"/>
                </a:solidFill>
                <a:latin typeface="Arial"/>
              </a:rPr>
              <a:t> tại nút (i, j, k)</a:t>
            </a:r>
            <a:r>
              <a:rPr lang="en-US" sz="1100" i="0">
                <a:solidFill>
                  <a:srgbClr val="004C1E"/>
                </a:solidFill>
                <a:latin typeface="Arial"/>
              </a:rPr>
              <a:t> (chưa bao gồm logic call/put):</a:t>
            </a:r>
          </a:p>
          <a:p>
            <a:pPr algn="l">
              <a:lnSpc>
                <a:spcPct val="115000"/>
              </a:lnSpc>
              <a:spcBef>
                <a:spcPts val="0"/>
              </a:spcBef>
              <a:spcAft>
                <a:spcPts val="0"/>
              </a:spcAft>
            </a:pPr>
            <a:endParaRPr lang="en-US" sz="1100" b="1">
              <a:solidFill>
                <a:srgbClr val="004C1E"/>
              </a:solidFill>
              <a:latin typeface="Arial"/>
            </a:endParaRPr>
          </a:p>
          <a:p>
            <a:pPr algn="l">
              <a:lnSpc>
                <a:spcPct val="115000"/>
              </a:lnSpc>
              <a:spcBef>
                <a:spcPts val="0"/>
              </a:spcBef>
              <a:spcAft>
                <a:spcPts val="0"/>
              </a:spcAft>
            </a:pPr>
            <a:endParaRPr lang="en-US" sz="1100" b="1" i="0">
              <a:solidFill>
                <a:srgbClr val="004C1E"/>
              </a:solidFill>
              <a:latin typeface="Arial"/>
            </a:endParaRPr>
          </a:p>
          <a:p>
            <a:pPr algn="l">
              <a:lnSpc>
                <a:spcPct val="115000"/>
              </a:lnSpc>
              <a:spcBef>
                <a:spcPts val="0"/>
              </a:spcBef>
              <a:spcAft>
                <a:spcPts val="0"/>
              </a:spcAft>
            </a:pPr>
            <a:endParaRPr lang="en-US" sz="1100" b="1">
              <a:solidFill>
                <a:srgbClr val="004C1E"/>
              </a:solidFill>
              <a:latin typeface="Arial"/>
            </a:endParaRPr>
          </a:p>
          <a:p>
            <a:pPr algn="l">
              <a:lnSpc>
                <a:spcPct val="115000"/>
              </a:lnSpc>
              <a:spcBef>
                <a:spcPts val="0"/>
              </a:spcBef>
              <a:spcAft>
                <a:spcPts val="0"/>
              </a:spcAft>
            </a:pPr>
            <a:endParaRPr lang="en-US" sz="1100" b="1" i="0">
              <a:solidFill>
                <a:srgbClr val="004C1E"/>
              </a:solidFill>
              <a:latin typeface="Arial"/>
            </a:endParaRPr>
          </a:p>
          <a:p>
            <a:pPr algn="l">
              <a:lnSpc>
                <a:spcPct val="115000"/>
              </a:lnSpc>
              <a:spcBef>
                <a:spcPts val="0"/>
              </a:spcBef>
              <a:spcAft>
                <a:spcPts val="0"/>
              </a:spcAft>
            </a:pPr>
            <a:r>
              <a:rPr lang="en-US" sz="1100">
                <a:solidFill>
                  <a:srgbClr val="5A8E3F"/>
                </a:solidFill>
                <a:latin typeface="Arial"/>
              </a:rPr>
              <a:t>– </a:t>
            </a:r>
            <a:r>
              <a:rPr lang="vi-VN" sz="1100">
                <a:solidFill>
                  <a:srgbClr val="004C1E"/>
                </a:solidFill>
                <a:latin typeface="Arial"/>
              </a:rPr>
              <a:t>Giá trị trái phiếu tại </a:t>
            </a:r>
            <a:r>
              <a:rPr lang="en-US" sz="1100">
                <a:solidFill>
                  <a:srgbClr val="004C1E"/>
                </a:solidFill>
                <a:latin typeface="Arial"/>
              </a:rPr>
              <a:t>nút (i, j, k) (bao gồm logic call/put):</a:t>
            </a:r>
            <a:endParaRPr lang="vi-VN" sz="1100">
              <a:solidFill>
                <a:srgbClr val="004C1E"/>
              </a:solidFill>
              <a:latin typeface="Arial"/>
            </a:endParaRPr>
          </a:p>
          <a:p>
            <a:pPr algn="l">
              <a:lnSpc>
                <a:spcPct val="115000"/>
              </a:lnSpc>
              <a:spcBef>
                <a:spcPts val="0"/>
              </a:spcBef>
              <a:spcAft>
                <a:spcPts val="0"/>
              </a:spcAft>
            </a:pPr>
            <a:endParaRPr sz="1100" b="1" i="0">
              <a:solidFill>
                <a:srgbClr val="004C1E"/>
              </a:solidFill>
              <a:latin typeface="Arial"/>
            </a:endParaRPr>
          </a:p>
        </p:txBody>
      </p:sp>
      <p:pic>
        <p:nvPicPr>
          <p:cNvPr id="7" name="Picture 6" descr="f_cont.png"/>
          <p:cNvPicPr>
            <a:picLocks noChangeAspect="1"/>
          </p:cNvPicPr>
          <p:nvPr/>
        </p:nvPicPr>
        <p:blipFill>
          <a:blip r:embed="rId3"/>
          <a:stretch>
            <a:fillRect/>
          </a:stretch>
        </p:blipFill>
        <p:spPr>
          <a:xfrm>
            <a:off x="2009380" y="3354135"/>
            <a:ext cx="3067431" cy="481515"/>
          </a:xfrm>
          <a:prstGeom prst="rect">
            <a:avLst/>
          </a:prstGeom>
        </p:spPr>
      </p:pic>
      <p:sp>
        <p:nvSpPr>
          <p:cNvPr id="8" name="Rounded Rectangle 7"/>
          <p:cNvSpPr/>
          <p:nvPr/>
        </p:nvSpPr>
        <p:spPr>
          <a:xfrm>
            <a:off x="6853496" y="2434741"/>
            <a:ext cx="2014272" cy="2509726"/>
          </a:xfrm>
          <a:prstGeom prst="roundRect">
            <a:avLst>
              <a:gd name="adj" fmla="val 4000"/>
            </a:avLst>
          </a:prstGeom>
          <a:solidFill>
            <a:srgbClr val="F4F6F2"/>
          </a:solidFill>
          <a:ln w="9525">
            <a:solidFill>
              <a:srgbClr val="D6DC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984412" y="2553941"/>
            <a:ext cx="1737885" cy="2253117"/>
          </a:xfrm>
          <a:prstGeom prst="rect">
            <a:avLst/>
          </a:prstGeom>
          <a:noFill/>
        </p:spPr>
        <p:txBody>
          <a:bodyPr wrap="square" lIns="0" tIns="0" rIns="0" bIns="0" anchor="t">
            <a:spAutoFit/>
          </a:bodyPr>
          <a:lstStyle/>
          <a:p>
            <a:pPr algn="l">
              <a:lnSpc>
                <a:spcPct val="115000"/>
              </a:lnSpc>
              <a:spcBef>
                <a:spcPts val="0"/>
              </a:spcBef>
              <a:spcAft>
                <a:spcPts val="500"/>
              </a:spcAft>
            </a:pPr>
            <a:r>
              <a:rPr lang="vi-VN" sz="1150" b="1" i="0">
                <a:solidFill>
                  <a:srgbClr val="004C1E"/>
                </a:solidFill>
                <a:latin typeface="Arial"/>
              </a:rPr>
              <a:t>Ký hiệu</a:t>
            </a:r>
          </a:p>
          <a:p>
            <a:pPr algn="l">
              <a:lnSpc>
                <a:spcPct val="115000"/>
              </a:lnSpc>
              <a:spcBef>
                <a:spcPts val="0"/>
              </a:spcBef>
              <a:spcAft>
                <a:spcPts val="600"/>
              </a:spcAft>
            </a:pPr>
            <a:r>
              <a:rPr lang="vi-VN" sz="1000" b="0">
                <a:solidFill>
                  <a:srgbClr val="5A8E3F"/>
                </a:solidFill>
                <a:latin typeface="Arial"/>
              </a:rPr>
              <a:t>–  </a:t>
            </a:r>
            <a:r>
              <a:rPr lang="vi-VN" sz="1000" b="1">
                <a:solidFill>
                  <a:srgbClr val="333733"/>
                </a:solidFill>
                <a:latin typeface="Arial"/>
              </a:rPr>
              <a:t>Vʲᵏ(t</a:t>
            </a:r>
            <a:r>
              <a:rPr lang="vi-VN" sz="1000" b="1" baseline="-25000">
                <a:solidFill>
                  <a:srgbClr val="333733"/>
                </a:solidFill>
                <a:latin typeface="Arial"/>
              </a:rPr>
              <a:t>i</a:t>
            </a:r>
            <a:r>
              <a:rPr lang="vi-VN" sz="1000" b="1">
                <a:solidFill>
                  <a:srgbClr val="333733"/>
                </a:solidFill>
                <a:latin typeface="Arial"/>
              </a:rPr>
              <a:t>) – </a:t>
            </a:r>
            <a:r>
              <a:rPr lang="vi-VN" sz="1000" b="0">
                <a:solidFill>
                  <a:srgbClr val="333733"/>
                </a:solidFill>
                <a:latin typeface="Arial"/>
              </a:rPr>
              <a:t>giá trị trái phiếu tại nút (i, j, k), đã bao gồm quyền chọn call/put.</a:t>
            </a:r>
          </a:p>
          <a:p>
            <a:pPr algn="l">
              <a:lnSpc>
                <a:spcPct val="115000"/>
              </a:lnSpc>
              <a:spcBef>
                <a:spcPts val="0"/>
              </a:spcBef>
              <a:spcAft>
                <a:spcPts val="600"/>
              </a:spcAft>
            </a:pPr>
            <a:r>
              <a:rPr lang="vi-VN" sz="1000" b="0">
                <a:solidFill>
                  <a:srgbClr val="5A8E3F"/>
                </a:solidFill>
                <a:latin typeface="Arial"/>
              </a:rPr>
              <a:t>–  </a:t>
            </a:r>
            <a:r>
              <a:rPr lang="vi-VN" sz="1000" b="1">
                <a:solidFill>
                  <a:srgbClr val="333733"/>
                </a:solidFill>
                <a:latin typeface="Arial"/>
              </a:rPr>
              <a:t>P – </a:t>
            </a:r>
            <a:r>
              <a:rPr lang="vi-VN" sz="1000" b="0">
                <a:solidFill>
                  <a:srgbClr val="333733"/>
                </a:solidFill>
                <a:latin typeface="Arial"/>
              </a:rPr>
              <a:t>mệnh giá;</a:t>
            </a:r>
          </a:p>
          <a:p>
            <a:pPr algn="l">
              <a:lnSpc>
                <a:spcPct val="115000"/>
              </a:lnSpc>
              <a:spcBef>
                <a:spcPts val="0"/>
              </a:spcBef>
              <a:spcAft>
                <a:spcPts val="600"/>
              </a:spcAft>
            </a:pPr>
            <a:r>
              <a:rPr lang="vi-VN">
                <a:solidFill>
                  <a:srgbClr val="5A8E3F"/>
                </a:solidFill>
                <a:latin typeface="Arial"/>
              </a:rPr>
              <a:t>– </a:t>
            </a:r>
            <a:r>
              <a:rPr lang="vi-VN" sz="1000" b="1">
                <a:solidFill>
                  <a:srgbClr val="333733"/>
                </a:solidFill>
                <a:latin typeface="Arial"/>
              </a:rPr>
              <a:t>C(y</a:t>
            </a:r>
            <a:r>
              <a:rPr lang="vi-VN" sz="1000" b="1" baseline="-25000">
                <a:solidFill>
                  <a:srgbClr val="333733"/>
                </a:solidFill>
                <a:latin typeface="Arial"/>
              </a:rPr>
              <a:t>k</a:t>
            </a:r>
            <a:r>
              <a:rPr lang="vi-VN" sz="1000" b="1">
                <a:solidFill>
                  <a:srgbClr val="333733"/>
                </a:solidFill>
                <a:latin typeface="Arial"/>
              </a:rPr>
              <a:t>(t</a:t>
            </a:r>
            <a:r>
              <a:rPr lang="vi-VN" sz="1000" b="1" baseline="-25000">
                <a:solidFill>
                  <a:srgbClr val="333733"/>
                </a:solidFill>
                <a:latin typeface="Arial"/>
              </a:rPr>
              <a:t>i</a:t>
            </a:r>
            <a:r>
              <a:rPr lang="vi-VN" sz="1000" b="1">
                <a:solidFill>
                  <a:srgbClr val="333733"/>
                </a:solidFill>
                <a:latin typeface="Arial"/>
              </a:rPr>
              <a:t>))</a:t>
            </a:r>
            <a:r>
              <a:rPr lang="vi-VN" sz="1000" b="0">
                <a:solidFill>
                  <a:srgbClr val="333733"/>
                </a:solidFill>
                <a:latin typeface="Arial"/>
              </a:rPr>
              <a:t> – dòng tiền coupon tại bước i.</a:t>
            </a:r>
          </a:p>
          <a:p>
            <a:pPr algn="l">
              <a:lnSpc>
                <a:spcPct val="115000"/>
              </a:lnSpc>
              <a:spcBef>
                <a:spcPts val="0"/>
              </a:spcBef>
              <a:spcAft>
                <a:spcPts val="600"/>
              </a:spcAft>
            </a:pPr>
            <a:r>
              <a:rPr lang="vi-VN" sz="1000" b="0">
                <a:solidFill>
                  <a:srgbClr val="5A8E3F"/>
                </a:solidFill>
                <a:latin typeface="Arial"/>
              </a:rPr>
              <a:t>–  </a:t>
            </a:r>
            <a:r>
              <a:rPr lang="vi-VN" sz="1000" b="1">
                <a:solidFill>
                  <a:srgbClr val="333733"/>
                </a:solidFill>
                <a:latin typeface="Arial"/>
              </a:rPr>
              <a:t>K</a:t>
            </a:r>
            <a:r>
              <a:rPr lang="vi-VN" sz="1000" b="1" baseline="-25000">
                <a:solidFill>
                  <a:srgbClr val="333733"/>
                </a:solidFill>
                <a:latin typeface="Arial"/>
              </a:rPr>
              <a:t>call</a:t>
            </a:r>
            <a:r>
              <a:rPr lang="vi-VN" sz="1000" b="1">
                <a:solidFill>
                  <a:srgbClr val="333733"/>
                </a:solidFill>
                <a:latin typeface="Arial"/>
              </a:rPr>
              <a:t>, K</a:t>
            </a:r>
            <a:r>
              <a:rPr lang="vi-VN" sz="1000" b="1" baseline="-25000">
                <a:solidFill>
                  <a:srgbClr val="333733"/>
                </a:solidFill>
                <a:latin typeface="Arial"/>
              </a:rPr>
              <a:t>put</a:t>
            </a:r>
            <a:r>
              <a:rPr lang="vi-VN" sz="1000" b="1">
                <a:solidFill>
                  <a:srgbClr val="333733"/>
                </a:solidFill>
                <a:latin typeface="Arial"/>
              </a:rPr>
              <a:t> – </a:t>
            </a:r>
            <a:r>
              <a:rPr lang="vi-VN" sz="1000" b="0">
                <a:solidFill>
                  <a:srgbClr val="333733"/>
                </a:solidFill>
                <a:latin typeface="Arial"/>
              </a:rPr>
              <a:t>giá thực hiện của quyền chọn mua và quyền chọn bán đã bao gồm lãi suất tích lũy tính đến thời điểm</a:t>
            </a:r>
            <a:r>
              <a:rPr lang="en-US" sz="1000" b="0">
                <a:solidFill>
                  <a:srgbClr val="333733"/>
                </a:solidFill>
                <a:latin typeface="Arial"/>
              </a:rPr>
              <a:t> t</a:t>
            </a:r>
            <a:r>
              <a:rPr lang="en-US" sz="1000" b="0" baseline="-25000">
                <a:solidFill>
                  <a:srgbClr val="333733"/>
                </a:solidFill>
                <a:latin typeface="Arial"/>
              </a:rPr>
              <a:t>i</a:t>
            </a:r>
            <a:r>
              <a:rPr lang="vi-VN" sz="1000" b="0">
                <a:solidFill>
                  <a:srgbClr val="333733"/>
                </a:solidFill>
                <a:latin typeface="Arial"/>
              </a:rPr>
              <a:t>.</a:t>
            </a:r>
            <a:endParaRPr sz="1000" b="0">
              <a:solidFill>
                <a:srgbClr val="333733"/>
              </a:solidFill>
              <a:latin typeface="Arial"/>
            </a:endParaRPr>
          </a:p>
        </p:txBody>
      </p:sp>
      <p:pic>
        <p:nvPicPr>
          <p:cNvPr id="12" name="Picture 11" descr="f_roll.png"/>
          <p:cNvPicPr>
            <a:picLocks noChangeAspect="1"/>
          </p:cNvPicPr>
          <p:nvPr/>
        </p:nvPicPr>
        <p:blipFill>
          <a:blip r:embed="rId4"/>
          <a:stretch>
            <a:fillRect/>
          </a:stretch>
        </p:blipFill>
        <p:spPr>
          <a:xfrm>
            <a:off x="1369271" y="4400428"/>
            <a:ext cx="4151963" cy="248060"/>
          </a:xfrm>
          <a:prstGeom prst="rect">
            <a:avLst/>
          </a:prstGeom>
        </p:spPr>
      </p:pic>
      <p:sp>
        <p:nvSpPr>
          <p:cNvPr id="13" name="Rounded Rectangle 12"/>
          <p:cNvSpPr/>
          <p:nvPr/>
        </p:nvSpPr>
        <p:spPr>
          <a:xfrm>
            <a:off x="457200" y="5112068"/>
            <a:ext cx="8410568" cy="868680"/>
          </a:xfrm>
          <a:prstGeom prst="roundRect">
            <a:avLst>
              <a:gd name="adj" fmla="val 4000"/>
            </a:avLst>
          </a:prstGeom>
          <a:solidFill>
            <a:srgbClr val="F4F6F2"/>
          </a:solidFill>
          <a:ln w="9525">
            <a:solidFill>
              <a:srgbClr val="D6DC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85825" y="5349239"/>
            <a:ext cx="7734300" cy="394339"/>
          </a:xfrm>
          <a:prstGeom prst="rect">
            <a:avLst/>
          </a:prstGeom>
          <a:noFill/>
        </p:spPr>
        <p:txBody>
          <a:bodyPr wrap="square" lIns="0" tIns="0" rIns="0" bIns="0" anchor="t">
            <a:spAutoFit/>
          </a:bodyPr>
          <a:lstStyle/>
          <a:p>
            <a:pPr algn="l">
              <a:lnSpc>
                <a:spcPct val="115000"/>
              </a:lnSpc>
              <a:spcBef>
                <a:spcPts val="0"/>
              </a:spcBef>
              <a:spcAft>
                <a:spcPts val="300"/>
              </a:spcAft>
            </a:pPr>
            <a:r>
              <a:rPr sz="1050" b="0">
                <a:solidFill>
                  <a:srgbClr val="5A8E3F"/>
                </a:solidFill>
                <a:latin typeface="Arial"/>
              </a:rPr>
              <a:t>–  </a:t>
            </a:r>
            <a:r>
              <a:rPr sz="1050" b="1">
                <a:solidFill>
                  <a:srgbClr val="333733"/>
                </a:solidFill>
                <a:latin typeface="Arial"/>
              </a:rPr>
              <a:t>min(·, K</a:t>
            </a:r>
            <a:r>
              <a:rPr sz="1050" b="1" baseline="-25000">
                <a:solidFill>
                  <a:srgbClr val="333733"/>
                </a:solidFill>
                <a:latin typeface="Arial"/>
              </a:rPr>
              <a:t>call</a:t>
            </a:r>
            <a:r>
              <a:rPr sz="1050" b="1">
                <a:solidFill>
                  <a:srgbClr val="333733"/>
                </a:solidFill>
                <a:latin typeface="Arial"/>
              </a:rPr>
              <a:t>) </a:t>
            </a:r>
            <a:r>
              <a:rPr sz="1050" b="0">
                <a:solidFill>
                  <a:srgbClr val="333733"/>
                </a:solidFill>
                <a:latin typeface="Arial"/>
              </a:rPr>
              <a:t>phản ánh quyền mua lại của tổ chức phát hành – giá trị trái phiếu bị chặn trên tại giá thực hiện.</a:t>
            </a:r>
          </a:p>
          <a:p>
            <a:pPr algn="l">
              <a:lnSpc>
                <a:spcPct val="115000"/>
              </a:lnSpc>
              <a:spcBef>
                <a:spcPts val="0"/>
              </a:spcBef>
              <a:spcAft>
                <a:spcPts val="300"/>
              </a:spcAft>
            </a:pPr>
            <a:r>
              <a:rPr sz="1050" b="0">
                <a:solidFill>
                  <a:srgbClr val="5A8E3F"/>
                </a:solidFill>
                <a:latin typeface="Arial"/>
              </a:rPr>
              <a:t>–  </a:t>
            </a:r>
            <a:r>
              <a:rPr sz="1050" b="1">
                <a:solidFill>
                  <a:srgbClr val="333733"/>
                </a:solidFill>
                <a:latin typeface="Arial"/>
              </a:rPr>
              <a:t>max(·, K</a:t>
            </a:r>
            <a:r>
              <a:rPr sz="1050" b="1" baseline="-25000">
                <a:solidFill>
                  <a:srgbClr val="333733"/>
                </a:solidFill>
                <a:latin typeface="Arial"/>
              </a:rPr>
              <a:t>put</a:t>
            </a:r>
            <a:r>
              <a:rPr sz="1050" b="1">
                <a:solidFill>
                  <a:srgbClr val="333733"/>
                </a:solidFill>
                <a:latin typeface="Arial"/>
              </a:rPr>
              <a:t>) </a:t>
            </a:r>
            <a:r>
              <a:rPr sz="1050" b="0">
                <a:solidFill>
                  <a:srgbClr val="333733"/>
                </a:solidFill>
                <a:latin typeface="Arial"/>
              </a:rPr>
              <a:t>phản ánh quyền bán lại của đơn vị sở hữu – giá trị trái phiếu được chặn dưới tại giá thực hiện.</a:t>
            </a:r>
          </a:p>
        </p:txBody>
      </p:sp>
      <p:sp>
        <p:nvSpPr>
          <p:cNvPr id="15" name="TextBox 14"/>
          <p:cNvSpPr txBox="1"/>
          <p:nvPr/>
        </p:nvSpPr>
        <p:spPr>
          <a:xfrm>
            <a:off x="457200" y="6382512"/>
            <a:ext cx="8229600" cy="274320"/>
          </a:xfrm>
          <a:prstGeom prst="rect">
            <a:avLst/>
          </a:prstGeom>
          <a:noFill/>
        </p:spPr>
        <p:txBody>
          <a:bodyPr wrap="square" lIns="0" tIns="0" rIns="0" bIns="0" anchor="t">
            <a:spAutoFit/>
          </a:bodyPr>
          <a:lstStyle/>
          <a:p>
            <a:pPr algn="l">
              <a:lnSpc>
                <a:spcPct val="115000"/>
              </a:lnSpc>
              <a:spcBef>
                <a:spcPts val="0"/>
              </a:spcBef>
              <a:spcAft>
                <a:spcPts val="0"/>
              </a:spcAft>
            </a:pPr>
            <a:r>
              <a:rPr sz="850" b="0" i="1">
                <a:solidFill>
                  <a:srgbClr val="767C76"/>
                </a:solidFill>
                <a:latin typeface="Arial"/>
              </a:rPr>
              <a:t>Quá trình quy nạp ngược thực hiện từ bước N − 1 về bước 0; giá trị trái phiếu tại thời điểm định giá là V ʲᵏ(t i) với i = j = k = 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200" b="1">
                <a:solidFill>
                  <a:srgbClr val="004C1E"/>
                </a:solidFill>
              </a:rPr>
              <a:t>Bước 5 – Giá trị quyền chọn </a:t>
            </a:r>
            <a:r>
              <a:rPr lang="en-US" sz="2200" b="1">
                <a:solidFill>
                  <a:srgbClr val="004C1E"/>
                </a:solidFill>
              </a:rPr>
              <a:t>đính kèm</a:t>
            </a:r>
            <a:r>
              <a:rPr sz="2200" b="1">
                <a:solidFill>
                  <a:srgbClr val="004C1E"/>
                </a:solidFill>
              </a:rPr>
              <a:t> theo từng kịch bản cú sốc lãi suất</a:t>
            </a:r>
          </a:p>
        </p:txBody>
      </p:sp>
      <p:sp>
        <p:nvSpPr>
          <p:cNvPr id="3" name="TextBox 2"/>
          <p:cNvSpPr txBox="1"/>
          <p:nvPr/>
        </p:nvSpPr>
        <p:spPr>
          <a:xfrm>
            <a:off x="457200" y="1060704"/>
            <a:ext cx="8686800" cy="274320"/>
          </a:xfrm>
          <a:prstGeom prst="rect">
            <a:avLst/>
          </a:prstGeom>
          <a:noFill/>
        </p:spPr>
        <p:txBody>
          <a:bodyPr wrap="square" lIns="0" tIns="0" rIns="0" bIns="0" anchor="t">
            <a:spAutoFit/>
          </a:bodyPr>
          <a:lstStyle/>
          <a:p>
            <a:pPr algn="l">
              <a:lnSpc>
                <a:spcPct val="115000"/>
              </a:lnSpc>
              <a:spcBef>
                <a:spcPts val="0"/>
              </a:spcBef>
              <a:spcAft>
                <a:spcPts val="0"/>
              </a:spcAft>
            </a:pPr>
            <a:r>
              <a:rPr sz="1150" b="0" i="1">
                <a:solidFill>
                  <a:srgbClr val="767C76"/>
                </a:solidFill>
                <a:latin typeface="Arial"/>
              </a:rPr>
              <a:t>Sáu kịch bản cú sốc theo Thông tư 83; mỗi kịch bản được định giá lại trên cùng cấu trúc cây</a:t>
            </a:r>
          </a:p>
        </p:txBody>
      </p:sp>
      <p:sp>
        <p:nvSpPr>
          <p:cNvPr id="4" name="TextBox 3"/>
          <p:cNvSpPr txBox="1"/>
          <p:nvPr/>
        </p:nvSpPr>
        <p:spPr>
          <a:xfrm>
            <a:off x="457200" y="1633728"/>
            <a:ext cx="4224528" cy="186205"/>
          </a:xfrm>
          <a:prstGeom prst="rect">
            <a:avLst/>
          </a:prstGeom>
          <a:noFill/>
        </p:spPr>
        <p:txBody>
          <a:bodyPr wrap="square" lIns="0" tIns="0" rIns="0" bIns="0" anchor="t">
            <a:spAutoFit/>
          </a:bodyPr>
          <a:lstStyle/>
          <a:p>
            <a:pPr algn="l">
              <a:lnSpc>
                <a:spcPct val="115000"/>
              </a:lnSpc>
              <a:spcBef>
                <a:spcPts val="0"/>
              </a:spcBef>
              <a:spcAft>
                <a:spcPts val="0"/>
              </a:spcAft>
            </a:pPr>
            <a:r>
              <a:rPr sz="1150" b="1" i="0">
                <a:solidFill>
                  <a:srgbClr val="004C1E"/>
                </a:solidFill>
                <a:latin typeface="Arial"/>
              </a:rPr>
              <a:t>Giá trị quyền chọn </a:t>
            </a:r>
            <a:r>
              <a:rPr lang="en-US" sz="1150" b="1" i="0">
                <a:solidFill>
                  <a:srgbClr val="004C1E"/>
                </a:solidFill>
                <a:latin typeface="Arial"/>
              </a:rPr>
              <a:t>đính kèm</a:t>
            </a:r>
            <a:r>
              <a:rPr sz="1150" b="1" i="0">
                <a:solidFill>
                  <a:srgbClr val="004C1E"/>
                </a:solidFill>
                <a:latin typeface="Arial"/>
              </a:rPr>
              <a:t> của từng trái phiếu</a:t>
            </a:r>
          </a:p>
        </p:txBody>
      </p:sp>
      <p:pic>
        <p:nvPicPr>
          <p:cNvPr id="5" name="Picture 4" descr="f_opt.png"/>
          <p:cNvPicPr>
            <a:picLocks noChangeAspect="1"/>
          </p:cNvPicPr>
          <p:nvPr/>
        </p:nvPicPr>
        <p:blipFill>
          <a:blip r:embed="rId2"/>
          <a:stretch>
            <a:fillRect/>
          </a:stretch>
        </p:blipFill>
        <p:spPr>
          <a:xfrm>
            <a:off x="1552575" y="2067104"/>
            <a:ext cx="1691640" cy="261568"/>
          </a:xfrm>
          <a:prstGeom prst="rect">
            <a:avLst/>
          </a:prstGeom>
        </p:spPr>
      </p:pic>
      <p:sp>
        <p:nvSpPr>
          <p:cNvPr id="6" name="TextBox 5"/>
          <p:cNvSpPr txBox="1"/>
          <p:nvPr/>
        </p:nvSpPr>
        <p:spPr>
          <a:xfrm>
            <a:off x="457200" y="2537430"/>
            <a:ext cx="4224528" cy="758952"/>
          </a:xfrm>
          <a:prstGeom prst="rect">
            <a:avLst/>
          </a:prstGeom>
          <a:noFill/>
        </p:spPr>
        <p:txBody>
          <a:bodyPr wrap="square" lIns="0" tIns="0" rIns="0" bIns="0" anchor="t">
            <a:spAutoFit/>
          </a:bodyPr>
          <a:lstStyle/>
          <a:p>
            <a:pPr algn="l">
              <a:lnSpc>
                <a:spcPct val="115000"/>
              </a:lnSpc>
              <a:spcBef>
                <a:spcPts val="0"/>
              </a:spcBef>
              <a:spcAft>
                <a:spcPts val="500"/>
              </a:spcAft>
            </a:pPr>
            <a:r>
              <a:rPr sz="1000" b="0">
                <a:solidFill>
                  <a:srgbClr val="5A8E3F"/>
                </a:solidFill>
                <a:latin typeface="Arial"/>
              </a:rPr>
              <a:t>–  </a:t>
            </a:r>
            <a:r>
              <a:rPr lang="en-US" sz="1000" b="0">
                <a:solidFill>
                  <a:srgbClr val="5A8E3F"/>
                </a:solidFill>
                <a:latin typeface="Arial"/>
              </a:rPr>
              <a:t>VOpt – định giá trên cây ba chiều đã bao gồm đầy đủ quyền chọn đính kèm.</a:t>
            </a:r>
          </a:p>
          <a:p>
            <a:pPr algn="l">
              <a:lnSpc>
                <a:spcPct val="115000"/>
              </a:lnSpc>
              <a:spcBef>
                <a:spcPts val="0"/>
              </a:spcBef>
              <a:spcAft>
                <a:spcPts val="500"/>
              </a:spcAft>
            </a:pPr>
            <a:r>
              <a:rPr sz="1000" b="0">
                <a:solidFill>
                  <a:srgbClr val="5A8E3F"/>
                </a:solidFill>
                <a:latin typeface="Arial"/>
              </a:rPr>
              <a:t>–  </a:t>
            </a:r>
            <a:r>
              <a:rPr lang="vi-VN" sz="1000" b="0">
                <a:solidFill>
                  <a:srgbClr val="5A8E3F"/>
                </a:solidFill>
                <a:latin typeface="Arial"/>
              </a:rPr>
              <a:t>V₀ – định giá trên cây có cùng cấu trúc nhưng không bao gồm quyền chọn.</a:t>
            </a:r>
          </a:p>
        </p:txBody>
      </p:sp>
      <p:sp>
        <p:nvSpPr>
          <p:cNvPr id="7" name="TextBox 6"/>
          <p:cNvSpPr txBox="1"/>
          <p:nvPr/>
        </p:nvSpPr>
        <p:spPr>
          <a:xfrm>
            <a:off x="457200" y="3746780"/>
            <a:ext cx="4224528" cy="274320"/>
          </a:xfrm>
          <a:prstGeom prst="rect">
            <a:avLst/>
          </a:prstGeom>
          <a:noFill/>
        </p:spPr>
        <p:txBody>
          <a:bodyPr wrap="square" lIns="0" tIns="0" rIns="0" bIns="0" anchor="t">
            <a:spAutoFit/>
          </a:bodyPr>
          <a:lstStyle/>
          <a:p>
            <a:pPr algn="l">
              <a:lnSpc>
                <a:spcPct val="115000"/>
              </a:lnSpc>
              <a:spcBef>
                <a:spcPts val="0"/>
              </a:spcBef>
              <a:spcAft>
                <a:spcPts val="0"/>
              </a:spcAft>
            </a:pPr>
            <a:r>
              <a:rPr sz="1150" b="1" i="0">
                <a:solidFill>
                  <a:srgbClr val="004C1E"/>
                </a:solidFill>
                <a:latin typeface="Arial"/>
              </a:rPr>
              <a:t>Đường cong lãi suất sau cú sốc</a:t>
            </a:r>
          </a:p>
        </p:txBody>
      </p:sp>
      <p:pic>
        <p:nvPicPr>
          <p:cNvPr id="8" name="Picture 7" descr="f_shk.png"/>
          <p:cNvPicPr>
            <a:picLocks noChangeAspect="1"/>
          </p:cNvPicPr>
          <p:nvPr/>
        </p:nvPicPr>
        <p:blipFill>
          <a:blip r:embed="rId3"/>
          <a:stretch>
            <a:fillRect/>
          </a:stretch>
        </p:blipFill>
        <p:spPr>
          <a:xfrm>
            <a:off x="1232535" y="4149205"/>
            <a:ext cx="2331720" cy="188916"/>
          </a:xfrm>
          <a:prstGeom prst="rect">
            <a:avLst/>
          </a:prstGeom>
        </p:spPr>
      </p:pic>
      <p:sp>
        <p:nvSpPr>
          <p:cNvPr id="9" name="TextBox 8"/>
          <p:cNvSpPr txBox="1"/>
          <p:nvPr/>
        </p:nvSpPr>
        <p:spPr>
          <a:xfrm>
            <a:off x="457200" y="4495800"/>
            <a:ext cx="4224528" cy="1005840"/>
          </a:xfrm>
          <a:prstGeom prst="rect">
            <a:avLst/>
          </a:prstGeom>
          <a:noFill/>
        </p:spPr>
        <p:txBody>
          <a:bodyPr wrap="square" lIns="0" tIns="0" rIns="0" bIns="0" anchor="t">
            <a:spAutoFit/>
          </a:bodyPr>
          <a:lstStyle/>
          <a:p>
            <a:pPr algn="l">
              <a:lnSpc>
                <a:spcPct val="115000"/>
              </a:lnSpc>
              <a:spcBef>
                <a:spcPts val="0"/>
              </a:spcBef>
              <a:spcAft>
                <a:spcPts val="400"/>
              </a:spcAft>
            </a:pPr>
            <a:r>
              <a:rPr sz="980" b="0">
                <a:solidFill>
                  <a:srgbClr val="5A8E3F"/>
                </a:solidFill>
                <a:latin typeface="Arial"/>
              </a:rPr>
              <a:t>–  </a:t>
            </a:r>
            <a:r>
              <a:rPr sz="980" b="0">
                <a:solidFill>
                  <a:srgbClr val="333733"/>
                </a:solidFill>
                <a:latin typeface="Arial"/>
              </a:rPr>
              <a:t>Đường LSCK và/hoặc LSTC kép liên tục không coupon của từng trái phiếu được tính lại theo từng kịch bản.</a:t>
            </a:r>
          </a:p>
          <a:p>
            <a:pPr algn="l">
              <a:lnSpc>
                <a:spcPct val="115000"/>
              </a:lnSpc>
              <a:spcBef>
                <a:spcPts val="0"/>
              </a:spcBef>
              <a:spcAft>
                <a:spcPts val="400"/>
              </a:spcAft>
            </a:pPr>
            <a:r>
              <a:rPr sz="980" b="0">
                <a:solidFill>
                  <a:srgbClr val="5A8E3F"/>
                </a:solidFill>
                <a:latin typeface="Arial"/>
              </a:rPr>
              <a:t>–  </a:t>
            </a:r>
            <a:r>
              <a:rPr sz="980" b="0">
                <a:solidFill>
                  <a:srgbClr val="333733"/>
                </a:solidFill>
                <a:latin typeface="Arial"/>
              </a:rPr>
              <a:t>Giả định biến động của mỗi đường lãi suất được áp dụng mức tăng 25% trong các kịch bản cú sốc:</a:t>
            </a:r>
          </a:p>
        </p:txBody>
      </p:sp>
      <p:pic>
        <p:nvPicPr>
          <p:cNvPr id="10" name="Picture 9" descr="f_sig25.png"/>
          <p:cNvPicPr>
            <a:picLocks noChangeAspect="1"/>
          </p:cNvPicPr>
          <p:nvPr/>
        </p:nvPicPr>
        <p:blipFill>
          <a:blip r:embed="rId4"/>
          <a:stretch>
            <a:fillRect/>
          </a:stretch>
        </p:blipFill>
        <p:spPr>
          <a:xfrm>
            <a:off x="1049655" y="5279077"/>
            <a:ext cx="2697480" cy="252952"/>
          </a:xfrm>
          <a:prstGeom prst="rect">
            <a:avLst/>
          </a:prstGeom>
        </p:spPr>
      </p:pic>
      <p:graphicFrame>
        <p:nvGraphicFramePr>
          <p:cNvPr id="11" name="Table 10"/>
          <p:cNvGraphicFramePr>
            <a:graphicFrameLocks noGrp="1"/>
          </p:cNvGraphicFramePr>
          <p:nvPr>
            <p:extLst>
              <p:ext uri="{D42A27DB-BD31-4B8C-83A1-F6EECF244321}">
                <p14:modId xmlns:p14="http://schemas.microsoft.com/office/powerpoint/2010/main" val="1694057302"/>
              </p:ext>
            </p:extLst>
          </p:nvPr>
        </p:nvGraphicFramePr>
        <p:xfrm>
          <a:off x="4919472" y="1633727"/>
          <a:ext cx="4224528" cy="3898304"/>
        </p:xfrm>
        <a:graphic>
          <a:graphicData uri="http://schemas.openxmlformats.org/drawingml/2006/table">
            <a:tbl>
              <a:tblPr firstRow="1">
                <a:tableStyleId>{5C22544A-7EE6-4342-B048-85BDC9FD1C3A}</a:tableStyleId>
              </a:tblPr>
              <a:tblGrid>
                <a:gridCol w="169164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tblGrid>
              <a:tr h="427556">
                <a:tc>
                  <a:txBody>
                    <a:bodyPr/>
                    <a:lstStyle/>
                    <a:p>
                      <a:pPr algn="l">
                        <a:lnSpc>
                          <a:spcPct val="100000"/>
                        </a:lnSpc>
                        <a:spcAft>
                          <a:spcPts val="0"/>
                        </a:spcAft>
                      </a:pPr>
                      <a:r>
                        <a:rPr sz="1050" b="1">
                          <a:solidFill>
                            <a:srgbClr val="FFFFFF"/>
                          </a:solidFill>
                          <a:latin typeface="Arial"/>
                        </a:rPr>
                        <a:t>Kịch bản</a:t>
                      </a:r>
                    </a:p>
                  </a:txBody>
                  <a:tcPr marL="64008" marR="64008" marT="27432" marB="27432" anchor="ctr">
                    <a:solidFill>
                      <a:srgbClr val="006600"/>
                    </a:solidFill>
                  </a:tcPr>
                </a:tc>
                <a:tc>
                  <a:txBody>
                    <a:bodyPr/>
                    <a:lstStyle/>
                    <a:p>
                      <a:pPr algn="l">
                        <a:lnSpc>
                          <a:spcPct val="100000"/>
                        </a:lnSpc>
                        <a:spcAft>
                          <a:spcPts val="0"/>
                        </a:spcAft>
                      </a:pPr>
                      <a:r>
                        <a:rPr sz="1050" b="1">
                          <a:solidFill>
                            <a:srgbClr val="FFFFFF"/>
                          </a:solidFill>
                          <a:latin typeface="Arial"/>
                        </a:rPr>
                        <a:t>Nội dung cú sốc</a:t>
                      </a:r>
                    </a:p>
                  </a:txBody>
                  <a:tcPr marL="64008" marR="64008" marT="27432" marB="27432" anchor="ctr">
                    <a:solidFill>
                      <a:srgbClr val="006600"/>
                    </a:solidFill>
                  </a:tcPr>
                </a:tc>
                <a:extLst>
                  <a:ext uri="{0D108BD9-81ED-4DB2-BD59-A6C34878D82A}">
                    <a16:rowId xmlns:a16="http://schemas.microsoft.com/office/drawing/2014/main" val="10000"/>
                  </a:ext>
                </a:extLst>
              </a:tr>
              <a:tr h="578458">
                <a:tc>
                  <a:txBody>
                    <a:bodyPr/>
                    <a:lstStyle/>
                    <a:p>
                      <a:pPr algn="l">
                        <a:lnSpc>
                          <a:spcPct val="100000"/>
                        </a:lnSpc>
                        <a:spcAft>
                          <a:spcPts val="0"/>
                        </a:spcAft>
                      </a:pPr>
                      <a:r>
                        <a:rPr sz="1000" b="0">
                          <a:solidFill>
                            <a:srgbClr val="333733"/>
                          </a:solidFill>
                          <a:latin typeface="Arial"/>
                        </a:rPr>
                        <a:t>Parallel Shock Up</a:t>
                      </a:r>
                    </a:p>
                  </a:txBody>
                  <a:tcPr marL="64008" marR="64008" marT="27432" marB="27432" anchor="ctr">
                    <a:solidFill>
                      <a:srgbClr val="FFFFFF"/>
                    </a:solidFill>
                  </a:tcPr>
                </a:tc>
                <a:tc>
                  <a:txBody>
                    <a:bodyPr/>
                    <a:lstStyle/>
                    <a:p>
                      <a:pPr algn="l">
                        <a:lnSpc>
                          <a:spcPct val="100000"/>
                        </a:lnSpc>
                        <a:spcAft>
                          <a:spcPts val="0"/>
                        </a:spcAft>
                      </a:pPr>
                      <a:r>
                        <a:rPr sz="1000" b="0">
                          <a:solidFill>
                            <a:srgbClr val="333733"/>
                          </a:solidFill>
                          <a:latin typeface="Arial"/>
                        </a:rPr>
                        <a:t>Cú sốc tăng song song</a:t>
                      </a:r>
                    </a:p>
                  </a:txBody>
                  <a:tcPr marL="64008" marR="64008" marT="27432" marB="27432" anchor="ctr">
                    <a:solidFill>
                      <a:srgbClr val="FFFFFF"/>
                    </a:solidFill>
                  </a:tcPr>
                </a:tc>
                <a:extLst>
                  <a:ext uri="{0D108BD9-81ED-4DB2-BD59-A6C34878D82A}">
                    <a16:rowId xmlns:a16="http://schemas.microsoft.com/office/drawing/2014/main" val="10001"/>
                  </a:ext>
                </a:extLst>
              </a:tr>
              <a:tr h="578458">
                <a:tc>
                  <a:txBody>
                    <a:bodyPr/>
                    <a:lstStyle/>
                    <a:p>
                      <a:pPr algn="l">
                        <a:lnSpc>
                          <a:spcPct val="100000"/>
                        </a:lnSpc>
                        <a:spcAft>
                          <a:spcPts val="0"/>
                        </a:spcAft>
                      </a:pPr>
                      <a:r>
                        <a:rPr sz="1000" b="0">
                          <a:solidFill>
                            <a:srgbClr val="333733"/>
                          </a:solidFill>
                          <a:latin typeface="Arial"/>
                        </a:rPr>
                        <a:t>Parallel Shock Down</a:t>
                      </a:r>
                    </a:p>
                  </a:txBody>
                  <a:tcPr marL="64008" marR="64008" marT="27432" marB="27432" anchor="ctr">
                    <a:solidFill>
                      <a:srgbClr val="F4F6F2"/>
                    </a:solidFill>
                  </a:tcPr>
                </a:tc>
                <a:tc>
                  <a:txBody>
                    <a:bodyPr/>
                    <a:lstStyle/>
                    <a:p>
                      <a:pPr algn="l">
                        <a:lnSpc>
                          <a:spcPct val="100000"/>
                        </a:lnSpc>
                        <a:spcAft>
                          <a:spcPts val="0"/>
                        </a:spcAft>
                      </a:pPr>
                      <a:r>
                        <a:rPr sz="1000" b="0">
                          <a:solidFill>
                            <a:srgbClr val="333733"/>
                          </a:solidFill>
                          <a:latin typeface="Arial"/>
                        </a:rPr>
                        <a:t>Cú sốc giảm song song</a:t>
                      </a:r>
                    </a:p>
                  </a:txBody>
                  <a:tcPr marL="64008" marR="64008" marT="27432" marB="27432" anchor="ctr">
                    <a:solidFill>
                      <a:srgbClr val="F4F6F2"/>
                    </a:solidFill>
                  </a:tcPr>
                </a:tc>
                <a:extLst>
                  <a:ext uri="{0D108BD9-81ED-4DB2-BD59-A6C34878D82A}">
                    <a16:rowId xmlns:a16="http://schemas.microsoft.com/office/drawing/2014/main" val="10002"/>
                  </a:ext>
                </a:extLst>
              </a:tr>
              <a:tr h="578458">
                <a:tc>
                  <a:txBody>
                    <a:bodyPr/>
                    <a:lstStyle/>
                    <a:p>
                      <a:pPr algn="l">
                        <a:lnSpc>
                          <a:spcPct val="100000"/>
                        </a:lnSpc>
                        <a:spcAft>
                          <a:spcPts val="0"/>
                        </a:spcAft>
                      </a:pPr>
                      <a:r>
                        <a:rPr sz="1000" b="0">
                          <a:solidFill>
                            <a:srgbClr val="333733"/>
                          </a:solidFill>
                          <a:latin typeface="Arial"/>
                        </a:rPr>
                        <a:t>Steepener Shock</a:t>
                      </a:r>
                    </a:p>
                  </a:txBody>
                  <a:tcPr marL="64008" marR="64008" marT="27432" marB="27432" anchor="ctr">
                    <a:solidFill>
                      <a:srgbClr val="FFFFFF"/>
                    </a:solidFill>
                  </a:tcPr>
                </a:tc>
                <a:tc>
                  <a:txBody>
                    <a:bodyPr/>
                    <a:lstStyle/>
                    <a:p>
                      <a:pPr algn="l">
                        <a:lnSpc>
                          <a:spcPct val="100000"/>
                        </a:lnSpc>
                        <a:spcAft>
                          <a:spcPts val="0"/>
                        </a:spcAft>
                      </a:pPr>
                      <a:r>
                        <a:rPr sz="1000" b="0">
                          <a:solidFill>
                            <a:srgbClr val="333733"/>
                          </a:solidFill>
                          <a:latin typeface="Arial"/>
                        </a:rPr>
                        <a:t>Tăng lãi suất dài hạn, giảm ngắn hạn</a:t>
                      </a:r>
                    </a:p>
                  </a:txBody>
                  <a:tcPr marL="64008" marR="64008" marT="27432" marB="27432" anchor="ctr">
                    <a:solidFill>
                      <a:srgbClr val="FFFFFF"/>
                    </a:solidFill>
                  </a:tcPr>
                </a:tc>
                <a:extLst>
                  <a:ext uri="{0D108BD9-81ED-4DB2-BD59-A6C34878D82A}">
                    <a16:rowId xmlns:a16="http://schemas.microsoft.com/office/drawing/2014/main" val="10003"/>
                  </a:ext>
                </a:extLst>
              </a:tr>
              <a:tr h="578458">
                <a:tc>
                  <a:txBody>
                    <a:bodyPr/>
                    <a:lstStyle/>
                    <a:p>
                      <a:pPr algn="l">
                        <a:lnSpc>
                          <a:spcPct val="100000"/>
                        </a:lnSpc>
                        <a:spcAft>
                          <a:spcPts val="0"/>
                        </a:spcAft>
                      </a:pPr>
                      <a:r>
                        <a:rPr sz="1000" b="0">
                          <a:solidFill>
                            <a:srgbClr val="333733"/>
                          </a:solidFill>
                          <a:latin typeface="Arial"/>
                        </a:rPr>
                        <a:t>Flattener Shock</a:t>
                      </a:r>
                    </a:p>
                  </a:txBody>
                  <a:tcPr marL="64008" marR="64008" marT="27432" marB="27432" anchor="ctr">
                    <a:solidFill>
                      <a:srgbClr val="F4F6F2"/>
                    </a:solidFill>
                  </a:tcPr>
                </a:tc>
                <a:tc>
                  <a:txBody>
                    <a:bodyPr/>
                    <a:lstStyle/>
                    <a:p>
                      <a:pPr algn="l">
                        <a:lnSpc>
                          <a:spcPct val="100000"/>
                        </a:lnSpc>
                        <a:spcAft>
                          <a:spcPts val="0"/>
                        </a:spcAft>
                      </a:pPr>
                      <a:r>
                        <a:rPr sz="1000" b="0">
                          <a:solidFill>
                            <a:srgbClr val="333733"/>
                          </a:solidFill>
                          <a:latin typeface="Arial"/>
                        </a:rPr>
                        <a:t>Giảm lãi suất dài hạn, tăng ngắn hạn</a:t>
                      </a:r>
                    </a:p>
                  </a:txBody>
                  <a:tcPr marL="64008" marR="64008" marT="27432" marB="27432" anchor="ctr">
                    <a:solidFill>
                      <a:srgbClr val="F4F6F2"/>
                    </a:solidFill>
                  </a:tcPr>
                </a:tc>
                <a:extLst>
                  <a:ext uri="{0D108BD9-81ED-4DB2-BD59-A6C34878D82A}">
                    <a16:rowId xmlns:a16="http://schemas.microsoft.com/office/drawing/2014/main" val="10004"/>
                  </a:ext>
                </a:extLst>
              </a:tr>
              <a:tr h="578458">
                <a:tc>
                  <a:txBody>
                    <a:bodyPr/>
                    <a:lstStyle/>
                    <a:p>
                      <a:pPr algn="l">
                        <a:lnSpc>
                          <a:spcPct val="100000"/>
                        </a:lnSpc>
                        <a:spcAft>
                          <a:spcPts val="0"/>
                        </a:spcAft>
                      </a:pPr>
                      <a:r>
                        <a:rPr sz="1000" b="0">
                          <a:solidFill>
                            <a:srgbClr val="333733"/>
                          </a:solidFill>
                          <a:latin typeface="Arial"/>
                        </a:rPr>
                        <a:t>Short Rate Shock Up</a:t>
                      </a:r>
                    </a:p>
                  </a:txBody>
                  <a:tcPr marL="64008" marR="64008" marT="27432" marB="27432" anchor="ctr">
                    <a:solidFill>
                      <a:srgbClr val="FFFFFF"/>
                    </a:solidFill>
                  </a:tcPr>
                </a:tc>
                <a:tc>
                  <a:txBody>
                    <a:bodyPr/>
                    <a:lstStyle/>
                    <a:p>
                      <a:pPr algn="l">
                        <a:lnSpc>
                          <a:spcPct val="100000"/>
                        </a:lnSpc>
                        <a:spcAft>
                          <a:spcPts val="0"/>
                        </a:spcAft>
                      </a:pPr>
                      <a:r>
                        <a:rPr sz="1000" b="0">
                          <a:solidFill>
                            <a:srgbClr val="333733"/>
                          </a:solidFill>
                          <a:latin typeface="Arial"/>
                        </a:rPr>
                        <a:t>Tăng lãi suất ngắn hạn</a:t>
                      </a:r>
                    </a:p>
                  </a:txBody>
                  <a:tcPr marL="64008" marR="64008" marT="27432" marB="27432" anchor="ctr">
                    <a:solidFill>
                      <a:srgbClr val="FFFFFF"/>
                    </a:solidFill>
                  </a:tcPr>
                </a:tc>
                <a:extLst>
                  <a:ext uri="{0D108BD9-81ED-4DB2-BD59-A6C34878D82A}">
                    <a16:rowId xmlns:a16="http://schemas.microsoft.com/office/drawing/2014/main" val="10005"/>
                  </a:ext>
                </a:extLst>
              </a:tr>
              <a:tr h="578458">
                <a:tc>
                  <a:txBody>
                    <a:bodyPr/>
                    <a:lstStyle/>
                    <a:p>
                      <a:pPr algn="l">
                        <a:lnSpc>
                          <a:spcPct val="100000"/>
                        </a:lnSpc>
                        <a:spcAft>
                          <a:spcPts val="0"/>
                        </a:spcAft>
                      </a:pPr>
                      <a:r>
                        <a:rPr sz="1000" b="0">
                          <a:solidFill>
                            <a:srgbClr val="333733"/>
                          </a:solidFill>
                          <a:latin typeface="Arial"/>
                        </a:rPr>
                        <a:t>Short Rate Shock Down</a:t>
                      </a:r>
                    </a:p>
                  </a:txBody>
                  <a:tcPr marL="64008" marR="64008" marT="27432" marB="27432" anchor="ctr">
                    <a:solidFill>
                      <a:srgbClr val="F4F6F2"/>
                    </a:solidFill>
                  </a:tcPr>
                </a:tc>
                <a:tc>
                  <a:txBody>
                    <a:bodyPr/>
                    <a:lstStyle/>
                    <a:p>
                      <a:pPr algn="l">
                        <a:lnSpc>
                          <a:spcPct val="100000"/>
                        </a:lnSpc>
                        <a:spcAft>
                          <a:spcPts val="0"/>
                        </a:spcAft>
                      </a:pPr>
                      <a:r>
                        <a:rPr sz="1000" b="0">
                          <a:solidFill>
                            <a:srgbClr val="333733"/>
                          </a:solidFill>
                          <a:latin typeface="Arial"/>
                        </a:rPr>
                        <a:t>Giảm lãi suất ngắn hạn</a:t>
                      </a:r>
                    </a:p>
                  </a:txBody>
                  <a:tcPr marL="64008" marR="64008" marT="27432" marB="27432" anchor="ctr">
                    <a:solidFill>
                      <a:srgbClr val="F4F6F2"/>
                    </a:solidFill>
                  </a:tcPr>
                </a:tc>
                <a:extLst>
                  <a:ext uri="{0D108BD9-81ED-4DB2-BD59-A6C34878D82A}">
                    <a16:rowId xmlns:a16="http://schemas.microsoft.com/office/drawing/2014/main" val="10006"/>
                  </a:ext>
                </a:extLst>
              </a:tr>
            </a:tbl>
          </a:graphicData>
        </a:graphic>
      </p:graphicFrame>
      <p:sp>
        <p:nvSpPr>
          <p:cNvPr id="12" name="TextBox 11"/>
          <p:cNvSpPr txBox="1"/>
          <p:nvPr/>
        </p:nvSpPr>
        <p:spPr>
          <a:xfrm>
            <a:off x="457200" y="6382512"/>
            <a:ext cx="8229600" cy="274320"/>
          </a:xfrm>
          <a:prstGeom prst="rect">
            <a:avLst/>
          </a:prstGeom>
          <a:noFill/>
        </p:spPr>
        <p:txBody>
          <a:bodyPr wrap="square" lIns="0" tIns="0" rIns="0" bIns="0" anchor="t">
            <a:spAutoFit/>
          </a:bodyPr>
          <a:lstStyle/>
          <a:p>
            <a:pPr algn="l">
              <a:lnSpc>
                <a:spcPct val="115000"/>
              </a:lnSpc>
              <a:spcBef>
                <a:spcPts val="0"/>
              </a:spcBef>
              <a:spcAft>
                <a:spcPts val="0"/>
              </a:spcAft>
            </a:pPr>
            <a:r>
              <a:rPr sz="850" b="0" i="1">
                <a:solidFill>
                  <a:srgbClr val="767C76"/>
                </a:solidFill>
                <a:latin typeface="Arial"/>
              </a:rPr>
              <a:t>Mức cú sốc ΔR(s)(T) theo từng kỳ hạn được xác định theo quy định/hướng dẫn tại Thông tư 83/2025/TT-NHNN.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269D0-D425-7E5A-582B-4458F2CAD00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4BBFE08-3BF8-429E-8C40-71EA8AF72DD6}"/>
              </a:ext>
            </a:extLst>
          </p:cNvPr>
          <p:cNvSpPr>
            <a:spLocks noGrp="1"/>
          </p:cNvSpPr>
          <p:nvPr>
            <p:ph type="body" sz="quarter" idx="11"/>
          </p:nvPr>
        </p:nvSpPr>
        <p:spPr/>
        <p:txBody>
          <a:bodyPr/>
          <a:lstStyle/>
          <a:p>
            <a:r>
              <a:rPr sz="2200" b="1">
                <a:solidFill>
                  <a:srgbClr val="004C1E"/>
                </a:solidFill>
              </a:rPr>
              <a:t>Phương pháp luận mô hình</a:t>
            </a:r>
          </a:p>
        </p:txBody>
      </p:sp>
      <p:sp>
        <p:nvSpPr>
          <p:cNvPr id="3" name="Text Placeholder 2">
            <a:extLst>
              <a:ext uri="{FF2B5EF4-FFF2-40B4-BE49-F238E27FC236}">
                <a16:creationId xmlns:a16="http://schemas.microsoft.com/office/drawing/2014/main" id="{A475B8B8-255B-51DF-C169-B19670C908DB}"/>
              </a:ext>
            </a:extLst>
          </p:cNvPr>
          <p:cNvSpPr>
            <a:spLocks noGrp="1"/>
          </p:cNvSpPr>
          <p:nvPr>
            <p:ph type="body" sz="quarter" idx="12"/>
          </p:nvPr>
        </p:nvSpPr>
        <p:spPr/>
        <p:txBody>
          <a:bodyPr/>
          <a:lstStyle/>
          <a:p>
            <a:r>
              <a:rPr sz="1800" b="0">
                <a:solidFill>
                  <a:srgbClr val="767C76"/>
                </a:solidFill>
              </a:rPr>
              <a:t>Phần 2</a:t>
            </a:r>
          </a:p>
        </p:txBody>
      </p:sp>
      <p:sp>
        <p:nvSpPr>
          <p:cNvPr id="4" name="Text Placeholder 1">
            <a:extLst>
              <a:ext uri="{FF2B5EF4-FFF2-40B4-BE49-F238E27FC236}">
                <a16:creationId xmlns:a16="http://schemas.microsoft.com/office/drawing/2014/main" id="{221FB40A-D1E0-1ABF-88BD-5D4AD09A27B5}"/>
              </a:ext>
            </a:extLst>
          </p:cNvPr>
          <p:cNvSpPr txBox="1">
            <a:spLocks/>
          </p:cNvSpPr>
          <p:nvPr/>
        </p:nvSpPr>
        <p:spPr bwMode="gray">
          <a:xfrm>
            <a:off x="3034150" y="3437986"/>
            <a:ext cx="5537345" cy="330072"/>
          </a:xfrm>
          <a:prstGeom prst="rect">
            <a:avLst/>
          </a:prstGeom>
          <a:blipFill dpi="0" rotWithShape="1">
            <a:blip r:embed="rId2"/>
            <a:srcRect/>
            <a:stretch>
              <a:fillRect/>
            </a:stretch>
          </a:bli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44000" tIns="72000" rIns="0" bIns="72000" numCol="1" anchor="t" anchorCtr="0" compatLnSpc="1">
            <a:prstTxWarp prst="textNoShape">
              <a:avLst/>
            </a:prstTxWarp>
            <a:spAutoFit/>
          </a:bodyPr>
          <a:lstStyle>
            <a:lvl1pPr marL="0" indent="0" algn="l" rtl="0" eaLnBrk="1" fontAlgn="base" hangingPunct="1">
              <a:lnSpc>
                <a:spcPct val="100000"/>
              </a:lnSpc>
              <a:spcBef>
                <a:spcPts val="0"/>
              </a:spcBef>
              <a:spcAft>
                <a:spcPct val="0"/>
              </a:spcAft>
              <a:buNone/>
              <a:defRPr lang="en-US" sz="2800" kern="0" baseline="0" dirty="0" smtClean="0">
                <a:solidFill>
                  <a:srgbClr val="005024"/>
                </a:solidFill>
                <a:latin typeface="+mn-lt"/>
                <a:ea typeface="+mn-ea"/>
                <a:cs typeface="+mn-cs"/>
                <a:sym typeface="+mn-lt"/>
              </a:defRPr>
            </a:lvl1pPr>
            <a:lvl2pPr marL="457200" indent="-457200" algn="l" rtl="0" eaLnBrk="1" fontAlgn="base" hangingPunct="1">
              <a:spcBef>
                <a:spcPts val="300"/>
              </a:spcBef>
              <a:spcAft>
                <a:spcPts val="0"/>
              </a:spcAft>
              <a:buFont typeface="Arial" charset="0"/>
              <a:buNone/>
              <a:defRPr lang="en-US" sz="2800" kern="1200" baseline="0" dirty="0" smtClean="0">
                <a:solidFill>
                  <a:schemeClr val="accent1"/>
                </a:solidFill>
                <a:latin typeface="+mn-lt"/>
                <a:ea typeface="+mn-ea"/>
                <a:cs typeface="+mn-cs"/>
                <a:sym typeface="+mn-lt"/>
              </a:defRPr>
            </a:lvl2pPr>
            <a:lvl3pPr marL="540000" indent="-179388" algn="l" rtl="0" eaLnBrk="1" fontAlgn="base" hangingPunct="1">
              <a:spcBef>
                <a:spcPts val="300"/>
              </a:spcBef>
              <a:spcAft>
                <a:spcPts val="0"/>
              </a:spcAft>
              <a:buFont typeface="Arial" charset="0"/>
              <a:buChar char="-"/>
              <a:defRPr sz="1400">
                <a:solidFill>
                  <a:schemeClr val="tx1"/>
                </a:solidFill>
                <a:latin typeface="+mn-lt"/>
                <a:ea typeface="+mn-ea"/>
                <a:cs typeface="+mn-cs"/>
                <a:sym typeface="+mn-lt"/>
              </a:defRPr>
            </a:lvl3pPr>
            <a:lvl4pPr marL="720000" indent="-179388" algn="l" rtl="0" eaLnBrk="1" fontAlgn="base" hangingPunct="1">
              <a:spcBef>
                <a:spcPts val="300"/>
              </a:spcBef>
              <a:spcAft>
                <a:spcPts val="0"/>
              </a:spcAft>
              <a:buFont typeface="Arial" charset="0"/>
              <a:buChar char="-"/>
              <a:defRPr sz="1400">
                <a:solidFill>
                  <a:schemeClr val="tx1"/>
                </a:solidFill>
                <a:latin typeface="+mn-lt"/>
                <a:ea typeface="+mn-ea"/>
                <a:cs typeface="+mn-cs"/>
                <a:sym typeface="+mn-lt"/>
              </a:defRPr>
            </a:lvl4pPr>
            <a:lvl5pPr marL="900000" indent="-180000" algn="l" rtl="0" eaLnBrk="1" fontAlgn="base" hangingPunct="1">
              <a:spcBef>
                <a:spcPts val="300"/>
              </a:spcBef>
              <a:spcAft>
                <a:spcPts val="0"/>
              </a:spcAft>
              <a:buFont typeface="Arial" panose="020B0604020202020204" pitchFamily="34" charset="0"/>
              <a:buChar char="-"/>
              <a:defRPr sz="1400">
                <a:solidFill>
                  <a:schemeClr val="tx1"/>
                </a:solidFill>
                <a:latin typeface="+mn-lt"/>
                <a:ea typeface="+mn-ea"/>
                <a:cs typeface="+mn-cs"/>
                <a:sym typeface="+mn-lt"/>
              </a:defRPr>
            </a:lvl5pPr>
            <a:lvl6pPr marL="1080000" indent="-180000" algn="l" rtl="0" eaLnBrk="1" fontAlgn="base" hangingPunct="1">
              <a:spcBef>
                <a:spcPts val="300"/>
              </a:spcBef>
              <a:spcAft>
                <a:spcPts val="0"/>
              </a:spcAft>
              <a:buFont typeface="Arial" charset="0"/>
              <a:buChar char="-"/>
              <a:defRPr sz="1400" baseline="0">
                <a:solidFill>
                  <a:schemeClr val="tx1"/>
                </a:solidFill>
                <a:latin typeface="+mn-lt"/>
                <a:cs typeface="+mn-cs"/>
              </a:defRPr>
            </a:lvl6pPr>
            <a:lvl7pPr marL="1260000" indent="-180000" algn="l" rtl="0" eaLnBrk="1" fontAlgn="base" hangingPunct="1">
              <a:spcBef>
                <a:spcPts val="300"/>
              </a:spcBef>
              <a:spcAft>
                <a:spcPts val="0"/>
              </a:spcAft>
              <a:buFont typeface="Arial" charset="0"/>
              <a:buChar char="-"/>
              <a:defRPr sz="1400">
                <a:solidFill>
                  <a:schemeClr val="tx1"/>
                </a:solidFill>
                <a:latin typeface="+mn-lt"/>
                <a:cs typeface="+mn-cs"/>
              </a:defRPr>
            </a:lvl7pPr>
            <a:lvl8pPr marL="1440000" indent="-180000" algn="l" rtl="0" eaLnBrk="1" fontAlgn="base" hangingPunct="1">
              <a:spcBef>
                <a:spcPts val="300"/>
              </a:spcBef>
              <a:spcAft>
                <a:spcPts val="0"/>
              </a:spcAft>
              <a:buFont typeface="Arial" charset="0"/>
              <a:buChar char="-"/>
              <a:defRPr sz="1400">
                <a:solidFill>
                  <a:schemeClr val="tx1"/>
                </a:solidFill>
                <a:latin typeface="+mn-lt"/>
                <a:cs typeface="+mn-cs"/>
              </a:defRPr>
            </a:lvl8pPr>
            <a:lvl9pPr marL="1620000" indent="-180000" algn="l" rtl="0" eaLnBrk="1" fontAlgn="base" hangingPunct="1">
              <a:spcBef>
                <a:spcPts val="300"/>
              </a:spcBef>
              <a:spcAft>
                <a:spcPts val="0"/>
              </a:spcAft>
              <a:buFont typeface="Arial" charset="0"/>
              <a:buChar char="-"/>
              <a:defRPr sz="1400" baseline="0">
                <a:solidFill>
                  <a:schemeClr val="tx1"/>
                </a:solidFill>
                <a:latin typeface="+mn-lt"/>
                <a:cs typeface="+mn-cs"/>
              </a:defRPr>
            </a:lvl9pPr>
          </a:lstStyle>
          <a:p>
            <a:r>
              <a:rPr lang="en-US" sz="1200">
                <a:solidFill>
                  <a:srgbClr val="444A44"/>
                </a:solidFill>
              </a:rPr>
              <a:t>Định giá trái phiếu tăng vốn</a:t>
            </a:r>
            <a:endParaRPr lang="vi-VN" sz="1200">
              <a:solidFill>
                <a:srgbClr val="444A44"/>
              </a:solidFill>
            </a:endParaRPr>
          </a:p>
        </p:txBody>
      </p:sp>
    </p:spTree>
    <p:extLst>
      <p:ext uri="{BB962C8B-B14F-4D97-AF65-F5344CB8AC3E}">
        <p14:creationId xmlns:p14="http://schemas.microsoft.com/office/powerpoint/2010/main" val="2814134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200" b="1">
                <a:solidFill>
                  <a:srgbClr val="004C1E"/>
                </a:solidFill>
              </a:rPr>
              <a:t>Phần bù rủi ro của trái phiếu có quyền chọn — hai tầng trên biến trạng thái</a:t>
            </a:r>
          </a:p>
        </p:txBody>
      </p:sp>
      <p:sp>
        <p:nvSpPr>
          <p:cNvPr id="3" name="TextBox 2"/>
          <p:cNvSpPr txBox="1"/>
          <p:nvPr/>
        </p:nvSpPr>
        <p:spPr>
          <a:xfrm>
            <a:off x="457200" y="1060704"/>
            <a:ext cx="8686800" cy="389722"/>
          </a:xfrm>
          <a:prstGeom prst="rect">
            <a:avLst/>
          </a:prstGeom>
          <a:noFill/>
        </p:spPr>
        <p:txBody>
          <a:bodyPr wrap="square" lIns="0" tIns="0" rIns="0" bIns="0" anchor="t">
            <a:spAutoFit/>
          </a:bodyPr>
          <a:lstStyle/>
          <a:p>
            <a:pPr algn="l">
              <a:lnSpc>
                <a:spcPct val="115000"/>
              </a:lnSpc>
              <a:spcBef>
                <a:spcPts val="0"/>
              </a:spcBef>
              <a:spcAft>
                <a:spcPts val="0"/>
              </a:spcAft>
            </a:pPr>
            <a:r>
              <a:rPr lang="en-US" sz="1150" i="1">
                <a:solidFill>
                  <a:srgbClr val="767C76"/>
                </a:solidFill>
                <a:latin typeface="Arial"/>
              </a:rPr>
              <a:t>Đường cong LSCK nhóm dựng từ trái phiếu không quyền chọn; hai phần bù cộng dồn trên x(t), đều dò ngược từ giá giao dịch</a:t>
            </a:r>
            <a:endParaRPr sz="1150" b="0" i="1">
              <a:solidFill>
                <a:srgbClr val="767C76"/>
              </a:solidFill>
              <a:latin typeface="Arial"/>
            </a:endParaRPr>
          </a:p>
        </p:txBody>
      </p:sp>
      <p:sp>
        <p:nvSpPr>
          <p:cNvPr id="8" name="Rounded Rectangle 7"/>
          <p:cNvSpPr/>
          <p:nvPr/>
        </p:nvSpPr>
        <p:spPr>
          <a:xfrm>
            <a:off x="457200" y="1497874"/>
            <a:ext cx="2929141" cy="4554583"/>
          </a:xfrm>
          <a:prstGeom prst="roundRect">
            <a:avLst>
              <a:gd name="adj" fmla="val 4000"/>
            </a:avLst>
          </a:prstGeom>
          <a:solidFill>
            <a:srgbClr val="EFF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80561" y="1731848"/>
            <a:ext cx="2559027" cy="186205"/>
          </a:xfrm>
          <a:prstGeom prst="rect">
            <a:avLst/>
          </a:prstGeom>
          <a:noFill/>
        </p:spPr>
        <p:txBody>
          <a:bodyPr wrap="square" lIns="0" tIns="0" rIns="0" bIns="0" anchor="t">
            <a:spAutoFit/>
          </a:bodyPr>
          <a:lstStyle/>
          <a:p>
            <a:pPr algn="l">
              <a:lnSpc>
                <a:spcPct val="115000"/>
              </a:lnSpc>
              <a:spcBef>
                <a:spcPts val="0"/>
              </a:spcBef>
              <a:spcAft>
                <a:spcPts val="0"/>
              </a:spcAft>
            </a:pPr>
            <a:r>
              <a:rPr lang="en-US" sz="1150" b="1" i="0">
                <a:solidFill>
                  <a:srgbClr val="004C1E"/>
                </a:solidFill>
                <a:latin typeface="Arial"/>
              </a:rPr>
              <a:t>Nguyên tắc chung</a:t>
            </a:r>
            <a:endParaRPr sz="1150" b="1" i="0">
              <a:solidFill>
                <a:srgbClr val="004C1E"/>
              </a:solidFill>
              <a:latin typeface="Arial"/>
            </a:endParaRPr>
          </a:p>
        </p:txBody>
      </p:sp>
      <p:sp>
        <p:nvSpPr>
          <p:cNvPr id="10" name="TextBox 9"/>
          <p:cNvSpPr txBox="1"/>
          <p:nvPr/>
        </p:nvSpPr>
        <p:spPr>
          <a:xfrm>
            <a:off x="3777324" y="2173308"/>
            <a:ext cx="5134439" cy="3511795"/>
          </a:xfrm>
          <a:prstGeom prst="rect">
            <a:avLst/>
          </a:prstGeom>
          <a:noFill/>
        </p:spPr>
        <p:txBody>
          <a:bodyPr wrap="square" lIns="0" tIns="0" rIns="0" bIns="0" anchor="t">
            <a:spAutoFit/>
          </a:bodyPr>
          <a:lstStyle/>
          <a:p>
            <a:pPr algn="l">
              <a:lnSpc>
                <a:spcPct val="115000"/>
              </a:lnSpc>
              <a:spcBef>
                <a:spcPts val="0"/>
              </a:spcBef>
              <a:spcAft>
                <a:spcPts val="400"/>
              </a:spcAft>
            </a:pPr>
            <a:r>
              <a:rPr lang="en-US" sz="1150" b="1">
                <a:solidFill>
                  <a:srgbClr val="004C1E"/>
                </a:solidFill>
                <a:latin typeface="Arial"/>
              </a:rPr>
              <a:t>Phạm vi dữ liệu</a:t>
            </a:r>
          </a:p>
          <a:p>
            <a:pPr algn="l">
              <a:lnSpc>
                <a:spcPct val="115000"/>
              </a:lnSpc>
              <a:spcBef>
                <a:spcPts val="0"/>
              </a:spcBef>
              <a:spcAft>
                <a:spcPts val="400"/>
              </a:spcAft>
            </a:pPr>
            <a:r>
              <a:rPr lang="en-US" sz="980" b="0">
                <a:solidFill>
                  <a:srgbClr val="333733"/>
                </a:solidFill>
                <a:latin typeface="Arial"/>
              </a:rPr>
              <a:t>Hai pool tách bạch trên Front Arena: trái phiếu tăng vốn (Tier2 = Yes), và trái phiếu không tăng vốn có quyền chọn.</a:t>
            </a:r>
          </a:p>
          <a:p>
            <a:pPr algn="l">
              <a:lnSpc>
                <a:spcPct val="115000"/>
              </a:lnSpc>
              <a:spcBef>
                <a:spcPts val="0"/>
              </a:spcBef>
              <a:spcAft>
                <a:spcPts val="400"/>
              </a:spcAft>
            </a:pPr>
            <a:endParaRPr lang="en-US" sz="980" b="0">
              <a:solidFill>
                <a:srgbClr val="333733"/>
              </a:solidFill>
              <a:latin typeface="Arial"/>
            </a:endParaRPr>
          </a:p>
          <a:p>
            <a:pPr algn="l">
              <a:lnSpc>
                <a:spcPct val="115000"/>
              </a:lnSpc>
              <a:spcBef>
                <a:spcPts val="0"/>
              </a:spcBef>
              <a:spcAft>
                <a:spcPts val="400"/>
              </a:spcAft>
            </a:pPr>
            <a:r>
              <a:rPr lang="en-US" sz="1150" b="1">
                <a:solidFill>
                  <a:srgbClr val="004C1E"/>
                </a:solidFill>
                <a:latin typeface="Arial"/>
              </a:rPr>
              <a:t>Hai tầng phần bù, cộng dồn trên x(t)</a:t>
            </a:r>
          </a:p>
          <a:p>
            <a:pPr algn="l">
              <a:lnSpc>
                <a:spcPct val="115000"/>
              </a:lnSpc>
              <a:spcBef>
                <a:spcPts val="0"/>
              </a:spcBef>
              <a:spcAft>
                <a:spcPts val="400"/>
              </a:spcAft>
            </a:pPr>
            <a:r>
              <a:rPr lang="en-US" sz="980">
                <a:solidFill>
                  <a:srgbClr val="333733"/>
                </a:solidFill>
                <a:latin typeface="Arial"/>
              </a:rPr>
              <a:t>Tầng 1 — OAS: chênh của trái phiếu không tăng vốn có quyền chọn so với đường cong nhóm. Tầng 2 — δ: phần chồng thêm của trái phiếu tăng vốn, dò trên nền đã cộng OAS.</a:t>
            </a:r>
          </a:p>
          <a:p>
            <a:pPr>
              <a:lnSpc>
                <a:spcPct val="115000"/>
              </a:lnSpc>
              <a:spcBef>
                <a:spcPts val="0"/>
              </a:spcBef>
              <a:spcAft>
                <a:spcPts val="400"/>
              </a:spcAft>
            </a:pPr>
            <a:r>
              <a:rPr lang="en-US" sz="980" b="1" i="1">
                <a:solidFill>
                  <a:srgbClr val="00582D"/>
                </a:solidFill>
                <a:latin typeface="Arial"/>
              </a:rPr>
              <a:t>full / straight:   không tăng vốn = OAS / 0   •   tăng vốn = OAS + δ / δ</a:t>
            </a:r>
          </a:p>
          <a:p>
            <a:pPr>
              <a:lnSpc>
                <a:spcPct val="115000"/>
              </a:lnSpc>
              <a:spcBef>
                <a:spcPts val="0"/>
              </a:spcBef>
              <a:spcAft>
                <a:spcPts val="400"/>
              </a:spcAft>
            </a:pPr>
            <a:endParaRPr lang="en-US" sz="1150" b="1">
              <a:solidFill>
                <a:srgbClr val="004C1E"/>
              </a:solidFill>
              <a:latin typeface="Arial"/>
            </a:endParaRPr>
          </a:p>
          <a:p>
            <a:pPr algn="l">
              <a:lnSpc>
                <a:spcPct val="115000"/>
              </a:lnSpc>
              <a:spcBef>
                <a:spcPts val="0"/>
              </a:spcBef>
              <a:spcAft>
                <a:spcPts val="400"/>
              </a:spcAft>
            </a:pPr>
            <a:r>
              <a:rPr lang="en-US" sz="1150" b="1">
                <a:solidFill>
                  <a:srgbClr val="004C1E"/>
                </a:solidFill>
                <a:latin typeface="Arial"/>
              </a:rPr>
              <a:t>Mốc bắt đầu T₁ của hai bảng</a:t>
            </a:r>
            <a:endParaRPr lang="en-US" sz="1150">
              <a:solidFill>
                <a:srgbClr val="5A8E3F"/>
              </a:solidFill>
              <a:latin typeface="Arial"/>
            </a:endParaRPr>
          </a:p>
          <a:p>
            <a:pPr algn="l">
              <a:lnSpc>
                <a:spcPct val="115000"/>
              </a:lnSpc>
              <a:spcBef>
                <a:spcPts val="0"/>
              </a:spcBef>
              <a:spcAft>
                <a:spcPts val="400"/>
              </a:spcAft>
            </a:pPr>
            <a:r>
              <a:rPr lang="en-US" sz="980">
                <a:solidFill>
                  <a:srgbClr val="333733"/>
                </a:solidFill>
                <a:latin typeface="Arial"/>
              </a:rPr>
              <a:t>Hai bảng cùng bắt đầu từ lần gần nhất mà cả hai tầng đều có quan sát, tính lùi từ ngày báo cáo. Quan sát trước T₁ vẫn lưu để đối chiếu, không vào bảng.</a:t>
            </a:r>
          </a:p>
          <a:p>
            <a:pPr>
              <a:lnSpc>
                <a:spcPct val="115000"/>
              </a:lnSpc>
              <a:spcBef>
                <a:spcPts val="0"/>
              </a:spcBef>
              <a:spcAft>
                <a:spcPts val="400"/>
              </a:spcAft>
            </a:pPr>
            <a:endParaRPr lang="en-US" sz="1150" b="1">
              <a:solidFill>
                <a:srgbClr val="004C1E"/>
              </a:solidFill>
              <a:latin typeface="Arial"/>
            </a:endParaRPr>
          </a:p>
          <a:p>
            <a:pPr algn="l">
              <a:lnSpc>
                <a:spcPct val="115000"/>
              </a:lnSpc>
              <a:spcBef>
                <a:spcPts val="0"/>
              </a:spcBef>
              <a:spcAft>
                <a:spcPts val="400"/>
              </a:spcAft>
            </a:pPr>
            <a:r>
              <a:rPr lang="en-US" sz="1150" b="1">
                <a:solidFill>
                  <a:srgbClr val="004C1E"/>
                </a:solidFill>
                <a:latin typeface="Arial"/>
              </a:rPr>
              <a:t>Dưới kịch bản cú sốc lãi suất</a:t>
            </a:r>
            <a:endParaRPr lang="en-US" sz="1150">
              <a:solidFill>
                <a:srgbClr val="5A8E3F"/>
              </a:solidFill>
              <a:latin typeface="Arial"/>
            </a:endParaRPr>
          </a:p>
          <a:p>
            <a:pPr algn="l">
              <a:lnSpc>
                <a:spcPct val="115000"/>
              </a:lnSpc>
              <a:spcBef>
                <a:spcPts val="0"/>
              </a:spcBef>
              <a:spcAft>
                <a:spcPts val="400"/>
              </a:spcAft>
            </a:pPr>
            <a:r>
              <a:rPr lang="en-US" sz="980">
                <a:solidFill>
                  <a:srgbClr val="333733"/>
                </a:solidFill>
                <a:latin typeface="Arial"/>
              </a:rPr>
              <a:t>Cú sốc tác động lên đường cong nhóm; OAS và δ giữ nguyên — đây là cú sốc lãi suất, không phải cú sốc rủi ro tín dụng.</a:t>
            </a:r>
          </a:p>
        </p:txBody>
      </p:sp>
      <p:sp>
        <p:nvSpPr>
          <p:cNvPr id="16" name="TextBox 15"/>
          <p:cNvSpPr txBox="1"/>
          <p:nvPr/>
        </p:nvSpPr>
        <p:spPr>
          <a:xfrm>
            <a:off x="457200" y="6382512"/>
            <a:ext cx="8229600" cy="288092"/>
          </a:xfrm>
          <a:prstGeom prst="rect">
            <a:avLst/>
          </a:prstGeom>
          <a:noFill/>
        </p:spPr>
        <p:txBody>
          <a:bodyPr wrap="square" lIns="0" tIns="0" rIns="0" bIns="0" anchor="t">
            <a:spAutoFit/>
          </a:bodyPr>
          <a:lstStyle/>
          <a:p>
            <a:pPr algn="l">
              <a:lnSpc>
                <a:spcPct val="115000"/>
              </a:lnSpc>
              <a:spcBef>
                <a:spcPts val="0"/>
              </a:spcBef>
              <a:spcAft>
                <a:spcPts val="0"/>
              </a:spcAft>
            </a:pPr>
            <a:r>
              <a:rPr lang="vi-VN" sz="850" b="0" i="1">
                <a:solidFill>
                  <a:srgbClr val="767C76"/>
                </a:solidFill>
                <a:latin typeface="Arial"/>
              </a:rPr>
              <a:t>Hai chân nằm trên hai cây khác nhau, nên Opt = V_opt − V₀ gồm cả giá trị quyền chọn lẫn phần chênh do OAS — không còn là giá trị quyền chọn thuần.</a:t>
            </a:r>
            <a:endParaRPr sz="850" b="0" i="1">
              <a:solidFill>
                <a:srgbClr val="767C76"/>
              </a:solidFill>
              <a:latin typeface="Arial"/>
            </a:endParaRPr>
          </a:p>
        </p:txBody>
      </p:sp>
      <p:sp>
        <p:nvSpPr>
          <p:cNvPr id="24" name="Oval 23">
            <a:extLst>
              <a:ext uri="{FF2B5EF4-FFF2-40B4-BE49-F238E27FC236}">
                <a16:creationId xmlns:a16="http://schemas.microsoft.com/office/drawing/2014/main" id="{8A200B6F-673D-2381-8711-30E16C678C1F}"/>
              </a:ext>
            </a:extLst>
          </p:cNvPr>
          <p:cNvSpPr/>
          <p:nvPr/>
        </p:nvSpPr>
        <p:spPr>
          <a:xfrm>
            <a:off x="685784" y="2294942"/>
            <a:ext cx="310896" cy="310896"/>
          </a:xfrm>
          <a:prstGeom prst="ellipse">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Arial"/>
              </a:rPr>
              <a:t>1</a:t>
            </a:r>
          </a:p>
        </p:txBody>
      </p:sp>
      <p:sp>
        <p:nvSpPr>
          <p:cNvPr id="25" name="TextBox 24">
            <a:extLst>
              <a:ext uri="{FF2B5EF4-FFF2-40B4-BE49-F238E27FC236}">
                <a16:creationId xmlns:a16="http://schemas.microsoft.com/office/drawing/2014/main" id="{46A45D55-9154-97EF-1740-BF6310E2B747}"/>
              </a:ext>
            </a:extLst>
          </p:cNvPr>
          <p:cNvSpPr txBox="1"/>
          <p:nvPr/>
        </p:nvSpPr>
        <p:spPr>
          <a:xfrm>
            <a:off x="1097263" y="2200426"/>
            <a:ext cx="2039998" cy="507383"/>
          </a:xfrm>
          <a:prstGeom prst="rect">
            <a:avLst/>
          </a:prstGeom>
          <a:noFill/>
        </p:spPr>
        <p:txBody>
          <a:bodyPr wrap="square" lIns="0" tIns="0" rIns="0" bIns="0" anchor="t">
            <a:spAutoFit/>
          </a:bodyPr>
          <a:lstStyle/>
          <a:p>
            <a:pPr algn="just">
              <a:lnSpc>
                <a:spcPct val="113000"/>
              </a:lnSpc>
              <a:spcBef>
                <a:spcPts val="0"/>
              </a:spcBef>
              <a:spcAft>
                <a:spcPts val="0"/>
              </a:spcAft>
            </a:pPr>
            <a:r>
              <a:rPr lang="en-US" sz="1000" b="0" i="0">
                <a:solidFill>
                  <a:srgbClr val="333733"/>
                </a:solidFill>
                <a:latin typeface="Arial"/>
              </a:rPr>
              <a:t>Xây cây lãi suất trên đường LSCK của từng nhóm TCPH — đường này dựng từ trái phiếu không quyền chọn</a:t>
            </a:r>
            <a:endParaRPr sz="1000" b="0" i="0">
              <a:solidFill>
                <a:srgbClr val="333733"/>
              </a:solidFill>
              <a:latin typeface="Arial"/>
            </a:endParaRPr>
          </a:p>
        </p:txBody>
      </p:sp>
      <p:sp>
        <p:nvSpPr>
          <p:cNvPr id="26" name="Oval 25">
            <a:extLst>
              <a:ext uri="{FF2B5EF4-FFF2-40B4-BE49-F238E27FC236}">
                <a16:creationId xmlns:a16="http://schemas.microsoft.com/office/drawing/2014/main" id="{11A6AE9A-F374-6083-8D39-6F938E079F96}"/>
              </a:ext>
            </a:extLst>
          </p:cNvPr>
          <p:cNvSpPr/>
          <p:nvPr/>
        </p:nvSpPr>
        <p:spPr>
          <a:xfrm>
            <a:off x="685784" y="3110502"/>
            <a:ext cx="310896" cy="310896"/>
          </a:xfrm>
          <a:prstGeom prst="ellipse">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Arial"/>
              </a:rPr>
              <a:t>2</a:t>
            </a:r>
          </a:p>
        </p:txBody>
      </p:sp>
      <p:sp>
        <p:nvSpPr>
          <p:cNvPr id="27" name="TextBox 26">
            <a:extLst>
              <a:ext uri="{FF2B5EF4-FFF2-40B4-BE49-F238E27FC236}">
                <a16:creationId xmlns:a16="http://schemas.microsoft.com/office/drawing/2014/main" id="{DE091209-5F07-9CEE-7B4F-1FEA99DBDA55}"/>
              </a:ext>
            </a:extLst>
          </p:cNvPr>
          <p:cNvSpPr txBox="1"/>
          <p:nvPr/>
        </p:nvSpPr>
        <p:spPr>
          <a:xfrm>
            <a:off x="1097264" y="3014057"/>
            <a:ext cx="2039998" cy="516167"/>
          </a:xfrm>
          <a:prstGeom prst="rect">
            <a:avLst/>
          </a:prstGeom>
          <a:noFill/>
        </p:spPr>
        <p:txBody>
          <a:bodyPr wrap="square" lIns="0" tIns="0" rIns="0" bIns="0" anchor="t">
            <a:spAutoFit/>
          </a:bodyPr>
          <a:lstStyle/>
          <a:p>
            <a:pPr algn="just">
              <a:lnSpc>
                <a:spcPct val="113000"/>
              </a:lnSpc>
              <a:spcBef>
                <a:spcPts val="0"/>
              </a:spcBef>
              <a:spcAft>
                <a:spcPts val="0"/>
              </a:spcAft>
            </a:pPr>
            <a:r>
              <a:rPr lang="en-US">
                <a:solidFill>
                  <a:srgbClr val="333733"/>
                </a:solidFill>
                <a:latin typeface="Arial"/>
              </a:rPr>
              <a:t>Dò OAS từ giá giao dịch trái phiếu KHÔNG tăng vốn có quyền chọn; nền là đường cong nhóm</a:t>
            </a:r>
          </a:p>
        </p:txBody>
      </p:sp>
      <p:sp>
        <p:nvSpPr>
          <p:cNvPr id="28" name="Oval 27">
            <a:extLst>
              <a:ext uri="{FF2B5EF4-FFF2-40B4-BE49-F238E27FC236}">
                <a16:creationId xmlns:a16="http://schemas.microsoft.com/office/drawing/2014/main" id="{20E3BF01-03B0-8A41-1F98-69FBFC9326E4}"/>
              </a:ext>
            </a:extLst>
          </p:cNvPr>
          <p:cNvSpPr/>
          <p:nvPr/>
        </p:nvSpPr>
        <p:spPr>
          <a:xfrm>
            <a:off x="685784" y="3929206"/>
            <a:ext cx="310896" cy="310896"/>
          </a:xfrm>
          <a:prstGeom prst="ellipse">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Arial"/>
              </a:rPr>
              <a:t>3</a:t>
            </a:r>
          </a:p>
        </p:txBody>
      </p:sp>
      <p:sp>
        <p:nvSpPr>
          <p:cNvPr id="29" name="TextBox 28">
            <a:extLst>
              <a:ext uri="{FF2B5EF4-FFF2-40B4-BE49-F238E27FC236}">
                <a16:creationId xmlns:a16="http://schemas.microsoft.com/office/drawing/2014/main" id="{96613BD9-FB45-346E-5213-C392926690F5}"/>
              </a:ext>
            </a:extLst>
          </p:cNvPr>
          <p:cNvSpPr txBox="1"/>
          <p:nvPr/>
        </p:nvSpPr>
        <p:spPr>
          <a:xfrm>
            <a:off x="1097263" y="4669556"/>
            <a:ext cx="2039998" cy="333489"/>
          </a:xfrm>
          <a:prstGeom prst="rect">
            <a:avLst/>
          </a:prstGeom>
          <a:noFill/>
        </p:spPr>
        <p:txBody>
          <a:bodyPr wrap="square" lIns="0" tIns="0" rIns="0" bIns="0" anchor="t">
            <a:spAutoFit/>
          </a:bodyPr>
          <a:lstStyle/>
          <a:p>
            <a:pPr algn="just">
              <a:lnSpc>
                <a:spcPct val="113000"/>
              </a:lnSpc>
              <a:spcBef>
                <a:spcPts val="0"/>
              </a:spcBef>
              <a:spcAft>
                <a:spcPts val="0"/>
              </a:spcAft>
            </a:pPr>
            <a:r>
              <a:rPr lang="en-US" sz="1000" b="0" i="0">
                <a:solidFill>
                  <a:srgbClr val="333733"/>
                </a:solidFill>
                <a:latin typeface="Arial"/>
              </a:rPr>
              <a:t>Bình quân trọng số mệnh giá theo từng tháng; tháng trống bê từ kỳ tính toán liền trước</a:t>
            </a:r>
            <a:endParaRPr sz="1000" b="0" i="0">
              <a:solidFill>
                <a:srgbClr val="333733"/>
              </a:solidFill>
              <a:latin typeface="Arial"/>
            </a:endParaRPr>
          </a:p>
        </p:txBody>
      </p:sp>
      <p:sp>
        <p:nvSpPr>
          <p:cNvPr id="30" name="Oval 29">
            <a:extLst>
              <a:ext uri="{FF2B5EF4-FFF2-40B4-BE49-F238E27FC236}">
                <a16:creationId xmlns:a16="http://schemas.microsoft.com/office/drawing/2014/main" id="{BF069698-0F55-CB29-5691-BC0A550B49B0}"/>
              </a:ext>
            </a:extLst>
          </p:cNvPr>
          <p:cNvSpPr/>
          <p:nvPr/>
        </p:nvSpPr>
        <p:spPr>
          <a:xfrm>
            <a:off x="685784" y="4680853"/>
            <a:ext cx="310896" cy="310896"/>
          </a:xfrm>
          <a:prstGeom prst="ellipse">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100" b="1">
                <a:solidFill>
                  <a:srgbClr val="FFFFFF"/>
                </a:solidFill>
                <a:latin typeface="Arial"/>
              </a:rPr>
              <a:t>4</a:t>
            </a:r>
            <a:endParaRPr sz="1100" b="1">
              <a:solidFill>
                <a:srgbClr val="FFFFFF"/>
              </a:solidFill>
              <a:latin typeface="Arial"/>
            </a:endParaRPr>
          </a:p>
        </p:txBody>
      </p:sp>
      <p:sp>
        <p:nvSpPr>
          <p:cNvPr id="31" name="TextBox 30">
            <a:extLst>
              <a:ext uri="{FF2B5EF4-FFF2-40B4-BE49-F238E27FC236}">
                <a16:creationId xmlns:a16="http://schemas.microsoft.com/office/drawing/2014/main" id="{4F117D04-A34D-B0AA-AB54-F6FC1BFB0148}"/>
              </a:ext>
            </a:extLst>
          </p:cNvPr>
          <p:cNvSpPr txBox="1"/>
          <p:nvPr/>
        </p:nvSpPr>
        <p:spPr>
          <a:xfrm>
            <a:off x="1097263" y="5304351"/>
            <a:ext cx="2039998" cy="516167"/>
          </a:xfrm>
          <a:prstGeom prst="rect">
            <a:avLst/>
          </a:prstGeom>
          <a:noFill/>
        </p:spPr>
        <p:txBody>
          <a:bodyPr wrap="square" lIns="0" tIns="0" rIns="0" bIns="0" anchor="t">
            <a:spAutoFit/>
          </a:bodyPr>
          <a:lstStyle/>
          <a:p>
            <a:pPr algn="just">
              <a:lnSpc>
                <a:spcPct val="113000"/>
              </a:lnSpc>
              <a:spcBef>
                <a:spcPts val="0"/>
              </a:spcBef>
              <a:spcAft>
                <a:spcPts val="0"/>
              </a:spcAft>
            </a:pPr>
            <a:r>
              <a:rPr lang="en-US">
                <a:solidFill>
                  <a:srgbClr val="333733"/>
                </a:solidFill>
                <a:latin typeface="Arial"/>
              </a:rPr>
              <a:t>Định giá tại kỳ báo cáo — chân có quyền chọn và chân không quyền chọn nằm trên hai cây khác nhau</a:t>
            </a:r>
            <a:endParaRPr sz="1000" b="0" i="0">
              <a:solidFill>
                <a:srgbClr val="333733"/>
              </a:solidFill>
              <a:latin typeface="Arial"/>
            </a:endParaRPr>
          </a:p>
        </p:txBody>
      </p:sp>
      <p:sp>
        <p:nvSpPr>
          <p:cNvPr id="5" name="TextBox 4">
            <a:extLst>
              <a:ext uri="{FF2B5EF4-FFF2-40B4-BE49-F238E27FC236}">
                <a16:creationId xmlns:a16="http://schemas.microsoft.com/office/drawing/2014/main" id="{2C1F35A2-74C9-B47A-BE4B-FA7B24F143C9}"/>
              </a:ext>
            </a:extLst>
          </p:cNvPr>
          <p:cNvSpPr txBox="1"/>
          <p:nvPr/>
        </p:nvSpPr>
        <p:spPr>
          <a:xfrm>
            <a:off x="1097263" y="3832118"/>
            <a:ext cx="2039998" cy="507383"/>
          </a:xfrm>
          <a:prstGeom prst="rect">
            <a:avLst/>
          </a:prstGeom>
          <a:noFill/>
        </p:spPr>
        <p:txBody>
          <a:bodyPr wrap="square" lIns="0" tIns="0" rIns="0" bIns="0" anchor="t">
            <a:spAutoFit/>
          </a:bodyPr>
          <a:lstStyle/>
          <a:p>
            <a:pPr algn="just">
              <a:lnSpc>
                <a:spcPct val="113000"/>
              </a:lnSpc>
              <a:spcBef>
                <a:spcPts val="0"/>
              </a:spcBef>
              <a:spcAft>
                <a:spcPts val="0"/>
              </a:spcAft>
            </a:pPr>
            <a:r>
              <a:rPr lang="en-US">
                <a:solidFill>
                  <a:srgbClr val="333733"/>
                </a:solidFill>
                <a:latin typeface="Arial"/>
              </a:rPr>
              <a:t>Dò δ từ giá giao dịch trái phiếu TĂNG VỐN có quyền chọn; nền là đường cong nhóm đã cộng OAS</a:t>
            </a:r>
            <a:endParaRPr sz="1000" b="0" i="0">
              <a:solidFill>
                <a:srgbClr val="333733"/>
              </a:solidFill>
              <a:latin typeface="Arial"/>
            </a:endParaRPr>
          </a:p>
        </p:txBody>
      </p:sp>
      <p:sp>
        <p:nvSpPr>
          <p:cNvPr id="6" name="Oval 5">
            <a:extLst>
              <a:ext uri="{FF2B5EF4-FFF2-40B4-BE49-F238E27FC236}">
                <a16:creationId xmlns:a16="http://schemas.microsoft.com/office/drawing/2014/main" id="{57983270-9DA1-85F0-480F-FCC78BA7D9BD}"/>
              </a:ext>
            </a:extLst>
          </p:cNvPr>
          <p:cNvSpPr/>
          <p:nvPr/>
        </p:nvSpPr>
        <p:spPr>
          <a:xfrm>
            <a:off x="680561" y="5406987"/>
            <a:ext cx="310896" cy="310896"/>
          </a:xfrm>
          <a:prstGeom prst="ellipse">
            <a:avLst/>
          </a:prstGeom>
          <a:solidFill>
            <a:srgbClr val="0066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1100" b="1">
                <a:solidFill>
                  <a:srgbClr val="FFFFFF"/>
                </a:solidFill>
                <a:latin typeface="Arial"/>
              </a:rPr>
              <a:t>5</a:t>
            </a:r>
            <a:endParaRPr sz="1100" b="1">
              <a:solidFill>
                <a:srgbClr val="FFFFFF"/>
              </a:solidFill>
              <a:latin typeface="Arial"/>
            </a:endParaRPr>
          </a:p>
        </p:txBody>
      </p:sp>
    </p:spTree>
    <p:extLst>
      <p:ext uri="{BB962C8B-B14F-4D97-AF65-F5344CB8AC3E}">
        <p14:creationId xmlns:p14="http://schemas.microsoft.com/office/powerpoint/2010/main" val="949181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200" b="1">
                <a:solidFill>
                  <a:srgbClr val="004C1E"/>
                </a:solidFill>
              </a:rPr>
              <a:t>Đo lường rủi ro quyền chọn tự động của danh mục theo từng kịch bản</a:t>
            </a:r>
          </a:p>
        </p:txBody>
      </p:sp>
      <p:sp>
        <p:nvSpPr>
          <p:cNvPr id="3" name="TextBox 2"/>
          <p:cNvSpPr txBox="1"/>
          <p:nvPr/>
        </p:nvSpPr>
        <p:spPr>
          <a:xfrm>
            <a:off x="457200" y="1060704"/>
            <a:ext cx="8686800" cy="274320"/>
          </a:xfrm>
          <a:prstGeom prst="rect">
            <a:avLst/>
          </a:prstGeom>
          <a:noFill/>
        </p:spPr>
        <p:txBody>
          <a:bodyPr wrap="square" lIns="0" tIns="0" rIns="0" bIns="0" anchor="t">
            <a:spAutoFit/>
          </a:bodyPr>
          <a:lstStyle/>
          <a:p>
            <a:pPr algn="l">
              <a:lnSpc>
                <a:spcPct val="115000"/>
              </a:lnSpc>
              <a:spcBef>
                <a:spcPts val="0"/>
              </a:spcBef>
              <a:spcAft>
                <a:spcPts val="0"/>
              </a:spcAft>
            </a:pPr>
            <a:r>
              <a:rPr sz="1150" b="0" i="1">
                <a:solidFill>
                  <a:srgbClr val="767C76"/>
                </a:solidFill>
                <a:latin typeface="Arial"/>
              </a:rPr>
              <a:t>KAO được tổng hợp từ thay đổi giá trị quyền chọn của từng trái phiếu, quy đổi theo mệnh giá và chiều mua bán</a:t>
            </a:r>
          </a:p>
        </p:txBody>
      </p:sp>
      <p:sp>
        <p:nvSpPr>
          <p:cNvPr id="4" name="TextBox 3"/>
          <p:cNvSpPr txBox="1"/>
          <p:nvPr/>
        </p:nvSpPr>
        <p:spPr>
          <a:xfrm>
            <a:off x="457200" y="1463040"/>
            <a:ext cx="8686800" cy="274320"/>
          </a:xfrm>
          <a:prstGeom prst="rect">
            <a:avLst/>
          </a:prstGeom>
          <a:noFill/>
        </p:spPr>
        <p:txBody>
          <a:bodyPr wrap="square" lIns="0" tIns="0" rIns="0" bIns="0" anchor="t">
            <a:spAutoFit/>
          </a:bodyPr>
          <a:lstStyle/>
          <a:p>
            <a:pPr algn="l">
              <a:lnSpc>
                <a:spcPct val="115000"/>
              </a:lnSpc>
              <a:spcBef>
                <a:spcPts val="0"/>
              </a:spcBef>
              <a:spcAft>
                <a:spcPts val="0"/>
              </a:spcAft>
            </a:pPr>
            <a:r>
              <a:rPr sz="1150" b="1" i="0">
                <a:solidFill>
                  <a:srgbClr val="004C1E"/>
                </a:solidFill>
                <a:latin typeface="Arial"/>
              </a:rPr>
              <a:t>Giá trị rủi ro quyền chọn tự động của danh mục theo kịch bản s</a:t>
            </a:r>
          </a:p>
        </p:txBody>
      </p:sp>
      <p:pic>
        <p:nvPicPr>
          <p:cNvPr id="5" name="Picture 4" descr="f_kao2.png"/>
          <p:cNvPicPr>
            <a:picLocks noChangeAspect="1"/>
          </p:cNvPicPr>
          <p:nvPr/>
        </p:nvPicPr>
        <p:blipFill>
          <a:blip r:embed="rId2"/>
          <a:stretch>
            <a:fillRect/>
          </a:stretch>
        </p:blipFill>
        <p:spPr>
          <a:xfrm>
            <a:off x="3869086" y="1755648"/>
            <a:ext cx="1864615" cy="525627"/>
          </a:xfrm>
          <a:prstGeom prst="rect">
            <a:avLst/>
          </a:prstGeom>
        </p:spPr>
      </p:pic>
      <p:sp>
        <p:nvSpPr>
          <p:cNvPr id="6" name="TextBox 5"/>
          <p:cNvSpPr txBox="1"/>
          <p:nvPr/>
        </p:nvSpPr>
        <p:spPr>
          <a:xfrm>
            <a:off x="457200" y="2487168"/>
            <a:ext cx="8686800" cy="186205"/>
          </a:xfrm>
          <a:prstGeom prst="rect">
            <a:avLst/>
          </a:prstGeom>
          <a:noFill/>
        </p:spPr>
        <p:txBody>
          <a:bodyPr wrap="square" lIns="0" tIns="0" rIns="0" bIns="0" anchor="t">
            <a:spAutoFit/>
          </a:bodyPr>
          <a:lstStyle/>
          <a:p>
            <a:pPr algn="l">
              <a:lnSpc>
                <a:spcPct val="115000"/>
              </a:lnSpc>
              <a:spcBef>
                <a:spcPts val="0"/>
              </a:spcBef>
              <a:spcAft>
                <a:spcPts val="0"/>
              </a:spcAft>
            </a:pPr>
            <a:r>
              <a:rPr sz="1150" b="1" i="0">
                <a:solidFill>
                  <a:srgbClr val="004C1E"/>
                </a:solidFill>
                <a:latin typeface="Arial"/>
              </a:rPr>
              <a:t>Thay đổi giá trị quyền chọn </a:t>
            </a:r>
            <a:r>
              <a:rPr lang="en-US" sz="1150" b="1" i="0">
                <a:solidFill>
                  <a:srgbClr val="004C1E"/>
                </a:solidFill>
                <a:latin typeface="Arial"/>
              </a:rPr>
              <a:t>đính kèm</a:t>
            </a:r>
            <a:r>
              <a:rPr sz="1150" b="1" i="0">
                <a:solidFill>
                  <a:srgbClr val="004C1E"/>
                </a:solidFill>
                <a:latin typeface="Arial"/>
              </a:rPr>
              <a:t> của từng trái phiếu i theo kịch bản s</a:t>
            </a:r>
          </a:p>
        </p:txBody>
      </p:sp>
      <p:pic>
        <p:nvPicPr>
          <p:cNvPr id="7" name="Picture 6" descr="f_fvao.png"/>
          <p:cNvPicPr>
            <a:picLocks noChangeAspect="1"/>
          </p:cNvPicPr>
          <p:nvPr/>
        </p:nvPicPr>
        <p:blipFill>
          <a:blip r:embed="rId3"/>
          <a:stretch>
            <a:fillRect/>
          </a:stretch>
        </p:blipFill>
        <p:spPr>
          <a:xfrm>
            <a:off x="3222442" y="2810731"/>
            <a:ext cx="3156314" cy="287749"/>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1599247099"/>
              </p:ext>
            </p:extLst>
          </p:nvPr>
        </p:nvGraphicFramePr>
        <p:xfrm>
          <a:off x="457200" y="3346704"/>
          <a:ext cx="8686799" cy="2450593"/>
        </p:xfrm>
        <a:graphic>
          <a:graphicData uri="http://schemas.openxmlformats.org/drawingml/2006/table">
            <a:tbl>
              <a:tblPr firstRow="1">
                <a:tableStyleId>{5C22544A-7EE6-4342-B048-85BDC9FD1C3A}</a:tableStyleId>
              </a:tblPr>
              <a:tblGrid>
                <a:gridCol w="1874519">
                  <a:extLst>
                    <a:ext uri="{9D8B030D-6E8A-4147-A177-3AD203B41FA5}">
                      <a16:colId xmlns:a16="http://schemas.microsoft.com/office/drawing/2014/main" val="20000"/>
                    </a:ext>
                  </a:extLst>
                </a:gridCol>
                <a:gridCol w="6812280">
                  <a:extLst>
                    <a:ext uri="{9D8B030D-6E8A-4147-A177-3AD203B41FA5}">
                      <a16:colId xmlns:a16="http://schemas.microsoft.com/office/drawing/2014/main" val="20001"/>
                    </a:ext>
                  </a:extLst>
                </a:gridCol>
              </a:tblGrid>
              <a:tr h="368673">
                <a:tc>
                  <a:txBody>
                    <a:bodyPr/>
                    <a:lstStyle/>
                    <a:p>
                      <a:pPr algn="l">
                        <a:lnSpc>
                          <a:spcPct val="100000"/>
                        </a:lnSpc>
                        <a:spcAft>
                          <a:spcPts val="0"/>
                        </a:spcAft>
                      </a:pPr>
                      <a:r>
                        <a:rPr sz="1050" b="1">
                          <a:solidFill>
                            <a:srgbClr val="FFFFFF"/>
                          </a:solidFill>
                          <a:latin typeface="Arial"/>
                        </a:rPr>
                        <a:t>Ký hiệu</a:t>
                      </a:r>
                    </a:p>
                  </a:txBody>
                  <a:tcPr marL="64008" marR="64008" marT="27432" marB="27432" anchor="ctr">
                    <a:solidFill>
                      <a:srgbClr val="006600"/>
                    </a:solidFill>
                  </a:tcPr>
                </a:tc>
                <a:tc>
                  <a:txBody>
                    <a:bodyPr/>
                    <a:lstStyle/>
                    <a:p>
                      <a:pPr algn="l">
                        <a:lnSpc>
                          <a:spcPct val="100000"/>
                        </a:lnSpc>
                        <a:spcAft>
                          <a:spcPts val="0"/>
                        </a:spcAft>
                      </a:pPr>
                      <a:r>
                        <a:rPr sz="1050" b="1">
                          <a:solidFill>
                            <a:srgbClr val="FFFFFF"/>
                          </a:solidFill>
                          <a:latin typeface="Arial"/>
                        </a:rPr>
                        <a:t>Ý nghĩa</a:t>
                      </a:r>
                    </a:p>
                  </a:txBody>
                  <a:tcPr marL="64008" marR="64008" marT="27432" marB="27432" anchor="ctr">
                    <a:solidFill>
                      <a:srgbClr val="006600"/>
                    </a:solidFill>
                  </a:tcPr>
                </a:tc>
                <a:extLst>
                  <a:ext uri="{0D108BD9-81ED-4DB2-BD59-A6C34878D82A}">
                    <a16:rowId xmlns:a16="http://schemas.microsoft.com/office/drawing/2014/main" val="10000"/>
                  </a:ext>
                </a:extLst>
              </a:tr>
              <a:tr h="520480">
                <a:tc>
                  <a:txBody>
                    <a:bodyPr/>
                    <a:lstStyle/>
                    <a:p>
                      <a:pPr algn="l">
                        <a:lnSpc>
                          <a:spcPct val="100000"/>
                        </a:lnSpc>
                        <a:spcAft>
                          <a:spcPts val="0"/>
                        </a:spcAft>
                      </a:pPr>
                      <a:r>
                        <a:rPr sz="1000" b="0">
                          <a:solidFill>
                            <a:srgbClr val="333733"/>
                          </a:solidFill>
                          <a:latin typeface="Arial"/>
                        </a:rPr>
                        <a:t>n</a:t>
                      </a:r>
                    </a:p>
                  </a:txBody>
                  <a:tcPr marL="64008" marR="64008" marT="27432" marB="27432" anchor="ctr">
                    <a:solidFill>
                      <a:srgbClr val="FFFFFF"/>
                    </a:solidFill>
                  </a:tcPr>
                </a:tc>
                <a:tc>
                  <a:txBody>
                    <a:bodyPr/>
                    <a:lstStyle/>
                    <a:p>
                      <a:pPr algn="l">
                        <a:lnSpc>
                          <a:spcPct val="100000"/>
                        </a:lnSpc>
                        <a:spcAft>
                          <a:spcPts val="0"/>
                        </a:spcAft>
                      </a:pPr>
                      <a:r>
                        <a:rPr sz="1000" b="0">
                          <a:solidFill>
                            <a:srgbClr val="333733"/>
                          </a:solidFill>
                          <a:latin typeface="Arial"/>
                        </a:rPr>
                        <a:t>Tổng số trái phiếu có quyền chọn </a:t>
                      </a:r>
                      <a:r>
                        <a:rPr lang="en-US" sz="1000" b="0">
                          <a:solidFill>
                            <a:srgbClr val="333733"/>
                          </a:solidFill>
                          <a:latin typeface="Arial"/>
                        </a:rPr>
                        <a:t>đính kèm</a:t>
                      </a:r>
                      <a:r>
                        <a:rPr sz="1000" b="0">
                          <a:solidFill>
                            <a:srgbClr val="333733"/>
                          </a:solidFill>
                          <a:latin typeface="Arial"/>
                        </a:rPr>
                        <a:t> trong danh mục</a:t>
                      </a:r>
                    </a:p>
                  </a:txBody>
                  <a:tcPr marL="64008" marR="64008" marT="27432" marB="27432" anchor="ctr">
                    <a:solidFill>
                      <a:srgbClr val="FFFFFF"/>
                    </a:solidFill>
                  </a:tcPr>
                </a:tc>
                <a:extLst>
                  <a:ext uri="{0D108BD9-81ED-4DB2-BD59-A6C34878D82A}">
                    <a16:rowId xmlns:a16="http://schemas.microsoft.com/office/drawing/2014/main" val="10001"/>
                  </a:ext>
                </a:extLst>
              </a:tr>
              <a:tr h="520480">
                <a:tc>
                  <a:txBody>
                    <a:bodyPr/>
                    <a:lstStyle/>
                    <a:p>
                      <a:pPr algn="l">
                        <a:lnSpc>
                          <a:spcPct val="100000"/>
                        </a:lnSpc>
                        <a:spcAft>
                          <a:spcPts val="0"/>
                        </a:spcAft>
                      </a:pPr>
                      <a:r>
                        <a:rPr sz="1000" b="0">
                          <a:solidFill>
                            <a:srgbClr val="333733"/>
                          </a:solidFill>
                          <a:latin typeface="Arial"/>
                        </a:rPr>
                        <a:t>Opt</a:t>
                      </a:r>
                      <a:r>
                        <a:rPr lang="en-US" sz="1000" b="0" baseline="-25000">
                          <a:solidFill>
                            <a:srgbClr val="333733"/>
                          </a:solidFill>
                          <a:latin typeface="Arial"/>
                        </a:rPr>
                        <a:t>i</a:t>
                      </a:r>
                      <a:r>
                        <a:rPr lang="en-US" sz="1000" b="0" baseline="30000">
                          <a:solidFill>
                            <a:srgbClr val="333733"/>
                          </a:solidFill>
                          <a:latin typeface="Arial"/>
                        </a:rPr>
                        <a:t>(s)</a:t>
                      </a:r>
                      <a:r>
                        <a:rPr sz="1000" b="0">
                          <a:solidFill>
                            <a:srgbClr val="333733"/>
                          </a:solidFill>
                          <a:latin typeface="Arial"/>
                        </a:rPr>
                        <a:t>, </a:t>
                      </a:r>
                      <a:r>
                        <a:rPr lang="en-US" sz="1000" b="0">
                          <a:solidFill>
                            <a:srgbClr val="333733"/>
                          </a:solidFill>
                          <a:latin typeface="+mn-lt"/>
                        </a:rPr>
                        <a:t>Opt</a:t>
                      </a:r>
                      <a:r>
                        <a:rPr lang="en-US" sz="1000" b="0" baseline="-25000">
                          <a:solidFill>
                            <a:srgbClr val="333733"/>
                          </a:solidFill>
                          <a:latin typeface="+mn-lt"/>
                        </a:rPr>
                        <a:t>i</a:t>
                      </a:r>
                      <a:r>
                        <a:rPr lang="en-US" sz="1000" b="0" baseline="30000">
                          <a:solidFill>
                            <a:srgbClr val="333733"/>
                          </a:solidFill>
                          <a:latin typeface="+mn-lt"/>
                        </a:rPr>
                        <a:t>base</a:t>
                      </a:r>
                      <a:endParaRPr sz="1000" b="0">
                        <a:solidFill>
                          <a:srgbClr val="333733"/>
                        </a:solidFill>
                        <a:latin typeface="Arial"/>
                      </a:endParaRPr>
                    </a:p>
                  </a:txBody>
                  <a:tcPr marL="64008" marR="64008" marT="27432" marB="27432" anchor="ctr">
                    <a:solidFill>
                      <a:srgbClr val="F4F6F2"/>
                    </a:solidFill>
                  </a:tcPr>
                </a:tc>
                <a:tc>
                  <a:txBody>
                    <a:bodyPr/>
                    <a:lstStyle/>
                    <a:p>
                      <a:pPr algn="l">
                        <a:lnSpc>
                          <a:spcPct val="100000"/>
                        </a:lnSpc>
                        <a:spcAft>
                          <a:spcPts val="0"/>
                        </a:spcAft>
                      </a:pPr>
                      <a:r>
                        <a:rPr sz="1000" b="0">
                          <a:solidFill>
                            <a:srgbClr val="333733"/>
                          </a:solidFill>
                          <a:latin typeface="Arial"/>
                        </a:rPr>
                        <a:t>Giá trị quyền chọn </a:t>
                      </a:r>
                      <a:r>
                        <a:rPr lang="en-US" sz="1000" b="0">
                          <a:solidFill>
                            <a:srgbClr val="333733"/>
                          </a:solidFill>
                          <a:latin typeface="Arial"/>
                        </a:rPr>
                        <a:t>đính kèm</a:t>
                      </a:r>
                      <a:r>
                        <a:rPr sz="1000" b="0">
                          <a:solidFill>
                            <a:srgbClr val="333733"/>
                          </a:solidFill>
                          <a:latin typeface="Arial"/>
                        </a:rPr>
                        <a:t> của trái phiếu i tại kịch bản s và tại kịch bản cơ sở (% mệnh giá)</a:t>
                      </a:r>
                    </a:p>
                  </a:txBody>
                  <a:tcPr marL="64008" marR="64008" marT="27432" marB="27432" anchor="ctr">
                    <a:solidFill>
                      <a:srgbClr val="F4F6F2"/>
                    </a:solidFill>
                  </a:tcPr>
                </a:tc>
                <a:extLst>
                  <a:ext uri="{0D108BD9-81ED-4DB2-BD59-A6C34878D82A}">
                    <a16:rowId xmlns:a16="http://schemas.microsoft.com/office/drawing/2014/main" val="10002"/>
                  </a:ext>
                </a:extLst>
              </a:tr>
              <a:tr h="520480">
                <a:tc>
                  <a:txBody>
                    <a:bodyPr/>
                    <a:lstStyle/>
                    <a:p>
                      <a:pPr algn="l">
                        <a:lnSpc>
                          <a:spcPct val="100000"/>
                        </a:lnSpc>
                        <a:spcAft>
                          <a:spcPts val="0"/>
                        </a:spcAft>
                      </a:pPr>
                      <a:r>
                        <a:rPr sz="1000" b="0">
                          <a:solidFill>
                            <a:srgbClr val="333733"/>
                          </a:solidFill>
                          <a:latin typeface="Arial"/>
                        </a:rPr>
                        <a:t>N</a:t>
                      </a:r>
                      <a:r>
                        <a:rPr lang="en-US" sz="1000" b="0" baseline="-25000">
                          <a:solidFill>
                            <a:srgbClr val="333733"/>
                          </a:solidFill>
                          <a:latin typeface="Arial"/>
                        </a:rPr>
                        <a:t>i</a:t>
                      </a:r>
                      <a:endParaRPr sz="1000" b="0">
                        <a:solidFill>
                          <a:srgbClr val="333733"/>
                        </a:solidFill>
                        <a:latin typeface="Arial"/>
                      </a:endParaRPr>
                    </a:p>
                  </a:txBody>
                  <a:tcPr marL="64008" marR="64008" marT="27432" marB="27432" anchor="ctr">
                    <a:solidFill>
                      <a:srgbClr val="FFFFFF"/>
                    </a:solidFill>
                  </a:tcPr>
                </a:tc>
                <a:tc>
                  <a:txBody>
                    <a:bodyPr/>
                    <a:lstStyle/>
                    <a:p>
                      <a:pPr algn="l">
                        <a:lnSpc>
                          <a:spcPct val="100000"/>
                        </a:lnSpc>
                        <a:spcAft>
                          <a:spcPts val="0"/>
                        </a:spcAft>
                      </a:pPr>
                      <a:r>
                        <a:rPr sz="1000" b="0">
                          <a:solidFill>
                            <a:srgbClr val="333733"/>
                          </a:solidFill>
                          <a:latin typeface="Arial"/>
                        </a:rPr>
                        <a:t>Mệnh giá trái phiếu </a:t>
                      </a:r>
                      <a:r>
                        <a:rPr lang="en-US" sz="1000" b="0">
                          <a:solidFill>
                            <a:srgbClr val="333733"/>
                          </a:solidFill>
                          <a:latin typeface="Arial"/>
                        </a:rPr>
                        <a:t>i</a:t>
                      </a:r>
                      <a:endParaRPr sz="1000" b="0">
                        <a:solidFill>
                          <a:srgbClr val="333733"/>
                        </a:solidFill>
                        <a:latin typeface="Arial"/>
                      </a:endParaRPr>
                    </a:p>
                  </a:txBody>
                  <a:tcPr marL="64008" marR="64008" marT="27432" marB="27432" anchor="ctr">
                    <a:solidFill>
                      <a:srgbClr val="FFFFFF"/>
                    </a:solidFill>
                  </a:tcPr>
                </a:tc>
                <a:extLst>
                  <a:ext uri="{0D108BD9-81ED-4DB2-BD59-A6C34878D82A}">
                    <a16:rowId xmlns:a16="http://schemas.microsoft.com/office/drawing/2014/main" val="10003"/>
                  </a:ext>
                </a:extLst>
              </a:tr>
              <a:tr h="520480">
                <a:tc>
                  <a:txBody>
                    <a:bodyPr/>
                    <a:lstStyle/>
                    <a:p>
                      <a:pPr algn="l">
                        <a:lnSpc>
                          <a:spcPct val="100000"/>
                        </a:lnSpc>
                        <a:spcAft>
                          <a:spcPts val="0"/>
                        </a:spcAft>
                      </a:pPr>
                      <a:r>
                        <a:rPr sz="1000" b="0">
                          <a:solidFill>
                            <a:srgbClr val="333733"/>
                          </a:solidFill>
                          <a:latin typeface="Arial"/>
                        </a:rPr>
                        <a:t>ω</a:t>
                      </a:r>
                      <a:r>
                        <a:rPr lang="en-US" sz="1000" b="0" baseline="-25000">
                          <a:solidFill>
                            <a:srgbClr val="333733"/>
                          </a:solidFill>
                          <a:latin typeface="Arial"/>
                        </a:rPr>
                        <a:t>i</a:t>
                      </a:r>
                      <a:endParaRPr sz="1000" b="0">
                        <a:solidFill>
                          <a:srgbClr val="333733"/>
                        </a:solidFill>
                        <a:latin typeface="Arial"/>
                      </a:endParaRPr>
                    </a:p>
                  </a:txBody>
                  <a:tcPr marL="64008" marR="64008" marT="27432" marB="27432" anchor="ctr">
                    <a:solidFill>
                      <a:srgbClr val="F4F6F2"/>
                    </a:solidFill>
                  </a:tcPr>
                </a:tc>
                <a:tc>
                  <a:txBody>
                    <a:bodyPr/>
                    <a:lstStyle/>
                    <a:p>
                      <a:pPr algn="l">
                        <a:lnSpc>
                          <a:spcPct val="100000"/>
                        </a:lnSpc>
                        <a:spcAft>
                          <a:spcPts val="0"/>
                        </a:spcAft>
                      </a:pPr>
                      <a:r>
                        <a:rPr lang="en-US" sz="1000" b="0">
                          <a:solidFill>
                            <a:srgbClr val="333733"/>
                          </a:solidFill>
                          <a:latin typeface="Arial"/>
                        </a:rPr>
                        <a:t>Hệ số vị thế</a:t>
                      </a:r>
                      <a:r>
                        <a:rPr sz="1000" b="0">
                          <a:solidFill>
                            <a:srgbClr val="333733"/>
                          </a:solidFill>
                          <a:latin typeface="Arial"/>
                        </a:rPr>
                        <a:t>: </a:t>
                      </a:r>
                      <a:r>
                        <a:rPr lang="el-GR" sz="1000" b="0">
                          <a:solidFill>
                            <a:srgbClr val="333733"/>
                          </a:solidFill>
                          <a:latin typeface="+mn-lt"/>
                        </a:rPr>
                        <a:t>ω</a:t>
                      </a:r>
                      <a:r>
                        <a:rPr lang="en-US" sz="1000" b="0" baseline="-25000">
                          <a:solidFill>
                            <a:srgbClr val="333733"/>
                          </a:solidFill>
                          <a:latin typeface="+mn-lt"/>
                        </a:rPr>
                        <a:t>i </a:t>
                      </a:r>
                      <a:r>
                        <a:rPr lang="en-US" sz="1000" b="0">
                          <a:solidFill>
                            <a:srgbClr val="333733"/>
                          </a:solidFill>
                          <a:latin typeface="Arial"/>
                        </a:rPr>
                        <a:t>= </a:t>
                      </a:r>
                      <a:r>
                        <a:rPr sz="1000" b="0">
                          <a:solidFill>
                            <a:srgbClr val="333733"/>
                          </a:solidFill>
                          <a:latin typeface="Arial"/>
                        </a:rPr>
                        <a:t>+1 nếu là GTCG do VCB phát hành; </a:t>
                      </a:r>
                      <a:r>
                        <a:rPr lang="el-GR" sz="1000" b="0">
                          <a:solidFill>
                            <a:srgbClr val="333733"/>
                          </a:solidFill>
                          <a:latin typeface="+mn-lt"/>
                        </a:rPr>
                        <a:t>ω</a:t>
                      </a:r>
                      <a:r>
                        <a:rPr lang="en-US" sz="1000" b="0" baseline="-25000">
                          <a:solidFill>
                            <a:srgbClr val="333733"/>
                          </a:solidFill>
                          <a:latin typeface="+mn-lt"/>
                        </a:rPr>
                        <a:t>i</a:t>
                      </a:r>
                      <a:r>
                        <a:rPr lang="en-US" sz="1000" b="0">
                          <a:solidFill>
                            <a:srgbClr val="333733"/>
                          </a:solidFill>
                          <a:latin typeface="Arial"/>
                        </a:rPr>
                        <a:t> = </a:t>
                      </a:r>
                      <a:r>
                        <a:rPr sz="1000" b="0">
                          <a:solidFill>
                            <a:srgbClr val="333733"/>
                          </a:solidFill>
                          <a:latin typeface="Arial"/>
                        </a:rPr>
                        <a:t>−1 nếu là chứng khoán đầu tư</a:t>
                      </a:r>
                    </a:p>
                  </a:txBody>
                  <a:tcPr marL="64008" marR="64008" marT="27432" marB="27432" anchor="ctr">
                    <a:solidFill>
                      <a:srgbClr val="F4F6F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sz="2200" b="1">
                <a:solidFill>
                  <a:srgbClr val="004C1E"/>
                </a:solidFill>
              </a:rPr>
              <a:t>Dữ liệu và kết quả mô hình</a:t>
            </a:r>
          </a:p>
        </p:txBody>
      </p:sp>
      <p:sp>
        <p:nvSpPr>
          <p:cNvPr id="3" name="Text Placeholder 2"/>
          <p:cNvSpPr>
            <a:spLocks noGrp="1"/>
          </p:cNvSpPr>
          <p:nvPr>
            <p:ph type="body" sz="quarter" idx="12"/>
          </p:nvPr>
        </p:nvSpPr>
        <p:spPr/>
        <p:txBody>
          <a:bodyPr/>
          <a:lstStyle/>
          <a:p>
            <a:r>
              <a:rPr sz="1800" b="0">
                <a:solidFill>
                  <a:srgbClr val="767C76"/>
                </a:solidFill>
              </a:rPr>
              <a:t>Phần 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2f19bde990ad741f46f5ea7ce4e19f2444f18fb"/>
  <p:tag name="THINKCELLPRESENTATIONDONOTDELETE" val="&lt;?xml version=&quot;1.0&quot; encoding=&quot;UTF-16&quot; standalone=&quot;yes&quot;?&gt;&#10;&lt;root reqver=&quot;21047&quot;&gt;&lt;version val=&quot;23263&quot;/&gt;&lt;CPresentation id=&quot;1&quot;&gt;&lt;m_precDefaultNumber/&gt;&lt;m_precDefaultPercent/&gt;&lt;m_precDefaultDate&gt;&lt;m_bNumberIsYear val=&quot;0&quot;/&gt;&lt;m_strFormatTime&gt;%d/%m/%Y&lt;/m_strFormatTime&gt;&lt;/m_precDefaultDate&gt;&lt;m_precDefaultYear&gt;&lt;m_bNumberIsYear val=&quot;0&quot;/&gt;&lt;m_strFormatTime&gt;%Y&lt;/m_strFormatTime&gt;&lt;/m_precDefaultYear&gt;&lt;m_precDefaultQuarter&gt;&lt;m_bNumberIsYear val=&quot;0&quot;/&gt;&lt;m_strFormatTime&gt;Q%5&lt;/m_strFormatTime&gt;&lt;/m_precDefaultQuarter&gt;&lt;m_precDefaultMonth&gt;&lt;m_bNumberIsYear val=&quot;0&quot;/&gt;&lt;m_strFormatTime&gt;%1&lt;/m_strFormatTime&gt;&lt;/m_precDefaultMonth&gt;&lt;m_precDefaultWeek&gt;&lt;m_bNumberIsYear val=&quot;0&quot;/&gt;&lt;m_strFormatTime&gt;%d.&lt;/m_strFormatTime&gt;&lt;/m_precDefaultWeek&gt;&lt;m_precDefaultDay&gt;&lt;m_bNumberIsYear val=&quot;0&quot;/&gt;&lt;m_strFormatTime&gt;%#d&lt;/m_strFormatTime&gt;&lt;/m_precDefaultDay&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MMCOA_EXTENDEDFILLCOLOUR" val=""/>
  <p:tag name="MMCOA_SMARTSHAPE" val="Y"/>
  <p:tag name="MMCOA_FONTSIZE_L" val="28"/>
  <p:tag name="MMCOA_FONTSIZE_M" val="20"/>
  <p:tag name="MMCOA_FONTSIZE_S" val="14"/>
  <p:tag name="MMCOA_FONTSIZE_T" val="14"/>
  <p:tag name="MMCOA_POSITION_L" val="35.875;100.625;392.75;684"/>
  <p:tag name="MMCOA_POSITION_M" val="35.875;100.625;392.75;684"/>
  <p:tag name="MMCOA_POSITION_S" val="35.875;100.625;392.75;684"/>
  <p:tag name="MMCOA_POSITION_T" val="35.875;100.625;392.75;684"/>
  <p:tag name="MMCOA_HIDEONCOLOUR" val="N"/>
  <p:tag name="MMCOA_HIDEONWHITE" val="N"/>
  <p:tag name="MMCOA_HIDEONBALLROOM" val="N"/>
  <p:tag name="MMCOA_HIDEONCLASSIC" val="N"/>
  <p:tag name="MMCOA_HIDEONTEXT" val="N"/>
  <p:tag name="MMCOA_HIDEONECO" val="N"/>
</p:tagLst>
</file>

<file path=ppt/tags/tag4.xml><?xml version="1.0" encoding="utf-8"?>
<p:tagLst xmlns:a="http://schemas.openxmlformats.org/drawingml/2006/main" xmlns:r="http://schemas.openxmlformats.org/officeDocument/2006/relationships" xmlns:p="http://schemas.openxmlformats.org/presentationml/2006/main">
  <p:tag name="MMCOA_EXTENDEDFILLCOLOUR" val=""/>
  <p:tag name="MMCOA_SMARTSHAPE" val="Y"/>
  <p:tag name="MMCOA_FONTSIZE_L" val="28"/>
  <p:tag name="MMCOA_FONTSIZE_M" val="21"/>
  <p:tag name="MMCOA_FONTSIZE_S" val="14"/>
  <p:tag name="MMCOA_FONTSIZE_T" val="14"/>
  <p:tag name="MMCOA_POSITION_L" val="35.875;30.125;54.375;683.875"/>
  <p:tag name="MMCOA_POSITION_M" val="35.875;30.125;54.375;683.875"/>
  <p:tag name="MMCOA_POSITION_S" val="35.875;30.125;54.375;683.875"/>
  <p:tag name="MMCOA_POSITION_T" val="35.875;30.125;54.375;683.875"/>
  <p:tag name="MMCOA_HIDEONCOLOUR" val="N"/>
  <p:tag name="MMCOA_HIDEONWHITE" val="N"/>
  <p:tag name="MMCOA_HIDEONBALLROOM" val="N"/>
  <p:tag name="MMCOA_HIDEONCLASSIC" val="N"/>
  <p:tag name="MMCOA_HIDEONTEXT" val="N"/>
  <p:tag name="MMCOA_HIDEONECO" val="N"/>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MMCOA_EXTENDEDFILLCOLOUR" val=""/>
  <p:tag name="MMCOA_SMARTSHAPE" val="Y"/>
  <p:tag name="MMCOA_FONTSIZE_L" val="28"/>
  <p:tag name="MMCOA_FONTSIZE_M" val="20"/>
  <p:tag name="MMCOA_FONTSIZE_S" val="14"/>
  <p:tag name="MMCOA_FONTSIZE_T" val="14"/>
  <p:tag name="MMCOA_POSITION_L" val="35.875;100.625;392.75;684"/>
  <p:tag name="MMCOA_POSITION_M" val="35.875;100.625;392.75;684"/>
  <p:tag name="MMCOA_POSITION_S" val="35.875;100.625;392.75;684"/>
  <p:tag name="MMCOA_POSITION_T" val="35.875;100.625;392.75;684"/>
  <p:tag name="MMCOA_HIDEONCOLOUR" val="N"/>
  <p:tag name="MMCOA_HIDEONWHITE" val="N"/>
  <p:tag name="MMCOA_HIDEONBALLROOM" val="N"/>
  <p:tag name="MMCOA_HIDEONCLASSIC" val="N"/>
  <p:tag name="MMCOA_HIDEONTEXT" val="N"/>
  <p:tag name="MMCOA_HIDEONECO" val="N"/>
</p:tagLst>
</file>

<file path=ppt/tags/tag7.xml><?xml version="1.0" encoding="utf-8"?>
<p:tagLst xmlns:a="http://schemas.openxmlformats.org/drawingml/2006/main" xmlns:r="http://schemas.openxmlformats.org/officeDocument/2006/relationships" xmlns:p="http://schemas.openxmlformats.org/presentationml/2006/main">
  <p:tag name="MMCOA_EXTENDEDFILLCOLOUR" val=""/>
  <p:tag name="MMCOA_SMARTSHAPE" val="Y"/>
  <p:tag name="MMCOA_FONTSIZE_L" val="28"/>
  <p:tag name="MMCOA_FONTSIZE_M" val="21"/>
  <p:tag name="MMCOA_FONTSIZE_S" val="14"/>
  <p:tag name="MMCOA_FONTSIZE_T" val="14"/>
  <p:tag name="MMCOA_POSITION_L" val="35.875;30.125;54.375;683.875"/>
  <p:tag name="MMCOA_POSITION_M" val="35.875;30.125;54.375;683.875"/>
  <p:tag name="MMCOA_POSITION_S" val="35.875;30.125;54.375;683.875"/>
  <p:tag name="MMCOA_POSITION_T" val="35.875;30.125;54.375;683.875"/>
  <p:tag name="MMCOA_HIDEONCOLOUR" val="N"/>
  <p:tag name="MMCOA_HIDEONWHITE" val="N"/>
  <p:tag name="MMCOA_HIDEONBALLROOM" val="N"/>
  <p:tag name="MMCOA_HIDEONCLASSIC" val="N"/>
  <p:tag name="MMCOA_HIDEONTEXT" val="N"/>
  <p:tag name="MMCOA_HIDEONECO" val="N"/>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MMCOA_EXTENDEDFILLCOLOUR" val=""/>
  <p:tag name="MMCOA_SMARTSHAPE" val="Y"/>
  <p:tag name="MMCOA_FONTSIZE_L" val="28"/>
  <p:tag name="MMCOA_FONTSIZE_M" val="20"/>
  <p:tag name="MMCOA_FONTSIZE_S" val="14"/>
  <p:tag name="MMCOA_FONTSIZE_T" val="14"/>
  <p:tag name="MMCOA_POSITION_L" val="35.875;100.625;392.75;684"/>
  <p:tag name="MMCOA_POSITION_M" val="35.875;100.625;392.75;684"/>
  <p:tag name="MMCOA_POSITION_S" val="35.875;100.625;392.75;684"/>
  <p:tag name="MMCOA_POSITION_T" val="35.875;100.625;392.75;684"/>
  <p:tag name="MMCOA_HIDEONCOLOUR" val="N"/>
  <p:tag name="MMCOA_HIDEONWHITE" val="N"/>
  <p:tag name="MMCOA_HIDEONBALLROOM" val="N"/>
  <p:tag name="MMCOA_HIDEONCLASSIC" val="N"/>
  <p:tag name="MMCOA_HIDEONTEXT" val="N"/>
  <p:tag name="MMCOA_HIDEONECO" val="N"/>
</p:tagLst>
</file>

<file path=ppt/tags/tag10.xml><?xml version="1.0" encoding="utf-8"?>
<p:tagLst xmlns:a="http://schemas.openxmlformats.org/drawingml/2006/main" xmlns:r="http://schemas.openxmlformats.org/officeDocument/2006/relationships" xmlns:p="http://schemas.openxmlformats.org/presentationml/2006/main">
  <p:tag name="MMCOA_EXTENDEDFILLCOLOUR" val=""/>
  <p:tag name="MMCOA_SMARTSHAPE" val="Y"/>
  <p:tag name="MMCOA_FONTSIZE_L" val="28"/>
  <p:tag name="MMCOA_FONTSIZE_M" val="21"/>
  <p:tag name="MMCOA_FONTSIZE_S" val="14"/>
  <p:tag name="MMCOA_FONTSIZE_T" val="14"/>
  <p:tag name="MMCOA_POSITION_L" val="35.875;30.125;54.375;683.875"/>
  <p:tag name="MMCOA_POSITION_M" val="35.875;30.125;54.375;683.875"/>
  <p:tag name="MMCOA_POSITION_S" val="35.875;30.125;54.375;683.875"/>
  <p:tag name="MMCOA_POSITION_T" val="35.875;30.125;54.375;683.875"/>
  <p:tag name="MMCOA_HIDEONCOLOUR" val="N"/>
  <p:tag name="MMCOA_HIDEONWHITE" val="N"/>
  <p:tag name="MMCOA_HIDEONBALLROOM" val="N"/>
  <p:tag name="MMCOA_HIDEONCLASSIC" val="N"/>
  <p:tag name="MMCOA_HIDEONTEXT" val="N"/>
  <p:tag name="MMCOA_HIDEONECO" val="N"/>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MMCOA_EXTENDEDFILLCOLOUR" val=""/>
  <p:tag name="MMCOA_SMARTSHAPE" val="Y"/>
  <p:tag name="MMCOA_FONTSIZE_L" val="28"/>
  <p:tag name="MMCOA_FONTSIZE_M" val="20"/>
  <p:tag name="MMCOA_FONTSIZE_S" val="14"/>
  <p:tag name="MMCOA_FONTSIZE_T" val="14"/>
  <p:tag name="MMCOA_POSITION_L" val="35.875;100.625;392.75;684"/>
  <p:tag name="MMCOA_POSITION_M" val="35.875;100.625;392.75;684"/>
  <p:tag name="MMCOA_POSITION_S" val="35.875;100.625;392.75;684"/>
  <p:tag name="MMCOA_POSITION_T" val="35.875;100.625;392.75;684"/>
  <p:tag name="MMCOA_HIDEONCOLOUR" val="N"/>
  <p:tag name="MMCOA_HIDEONWHITE" val="N"/>
  <p:tag name="MMCOA_HIDEONBALLROOM" val="N"/>
  <p:tag name="MMCOA_HIDEONCLASSIC" val="N"/>
  <p:tag name="MMCOA_HIDEONTEXT" val="N"/>
  <p:tag name="MMCOA_HIDEONECO" val="N"/>
</p:tagLst>
</file>

<file path=ppt/tags/tag13.xml><?xml version="1.0" encoding="utf-8"?>
<p:tagLst xmlns:a="http://schemas.openxmlformats.org/drawingml/2006/main" xmlns:r="http://schemas.openxmlformats.org/officeDocument/2006/relationships" xmlns:p="http://schemas.openxmlformats.org/presentationml/2006/main">
  <p:tag name="MMCOA_EXTENDEDFILLCOLOUR" val=""/>
  <p:tag name="MMCOA_SMARTSHAPE" val="Y"/>
  <p:tag name="MMCOA_FONTSIZE_L" val="28"/>
  <p:tag name="MMCOA_FONTSIZE_M" val="21"/>
  <p:tag name="MMCOA_FONTSIZE_S" val="14"/>
  <p:tag name="MMCOA_FONTSIZE_T" val="14"/>
  <p:tag name="MMCOA_POSITION_L" val="35.875;30.125;54.375;683.875"/>
  <p:tag name="MMCOA_POSITION_M" val="35.875;30.125;54.375;683.875"/>
  <p:tag name="MMCOA_POSITION_S" val="35.875;30.125;54.375;683.875"/>
  <p:tag name="MMCOA_POSITION_T" val="35.875;30.125;54.375;683.875"/>
  <p:tag name="MMCOA_HIDEONCOLOUR" val="N"/>
  <p:tag name="MMCOA_HIDEONWHITE" val="N"/>
  <p:tag name="MMCOA_HIDEONBALLROOM" val="N"/>
  <p:tag name="MMCOA_HIDEONCLASSIC" val="N"/>
  <p:tag name="MMCOA_HIDEONTEXT" val="N"/>
  <p:tag name="MMCOA_HIDEONECO" val="N"/>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MMCOA_EXTENDEDFILLCOLOUR" val=""/>
  <p:tag name="MMCOA_SMARTSHAPE" val="Y"/>
  <p:tag name="MMCOA_FONTSIZE_L" val="28"/>
  <p:tag name="MMCOA_FONTSIZE_M" val="20"/>
  <p:tag name="MMCOA_FONTSIZE_S" val="14"/>
  <p:tag name="MMCOA_FONTSIZE_T" val="14"/>
  <p:tag name="MMCOA_POSITION_L" val="35.875;100.625;392.75;684"/>
  <p:tag name="MMCOA_POSITION_M" val="35.875;100.625;392.75;684"/>
  <p:tag name="MMCOA_POSITION_S" val="35.875;100.625;392.75;684"/>
  <p:tag name="MMCOA_POSITION_T" val="35.875;100.625;392.75;684"/>
  <p:tag name="MMCOA_HIDEONCOLOUR" val="N"/>
  <p:tag name="MMCOA_HIDEONWHITE" val="N"/>
  <p:tag name="MMCOA_HIDEONBALLROOM" val="N"/>
  <p:tag name="MMCOA_HIDEONCLASSIC" val="N"/>
  <p:tag name="MMCOA_HIDEONTEXT" val="N"/>
  <p:tag name="MMCOA_HIDEONECO" val="N"/>
</p:tagLst>
</file>

<file path=ppt/tags/tag16.xml><?xml version="1.0" encoding="utf-8"?>
<p:tagLst xmlns:a="http://schemas.openxmlformats.org/drawingml/2006/main" xmlns:r="http://schemas.openxmlformats.org/officeDocument/2006/relationships" xmlns:p="http://schemas.openxmlformats.org/presentationml/2006/main">
  <p:tag name="MMCOA_EXTENDEDFILLCOLOUR" val=""/>
  <p:tag name="MMCOA_SMARTSHAPE" val="Y"/>
  <p:tag name="MMCOA_FONTSIZE_L" val="28"/>
  <p:tag name="MMCOA_FONTSIZE_M" val="21"/>
  <p:tag name="MMCOA_FONTSIZE_S" val="14"/>
  <p:tag name="MMCOA_FONTSIZE_T" val="14"/>
  <p:tag name="MMCOA_POSITION_L" val="35.875;30.125;54.375;683.875"/>
  <p:tag name="MMCOA_POSITION_M" val="35.875;30.125;54.375;683.875"/>
  <p:tag name="MMCOA_POSITION_S" val="35.875;30.125;54.375;683.875"/>
  <p:tag name="MMCOA_POSITION_T" val="35.875;30.125;54.375;683.875"/>
  <p:tag name="MMCOA_HIDEONCOLOUR" val="N"/>
  <p:tag name="MMCOA_HIDEONWHITE" val="N"/>
  <p:tag name="MMCOA_HIDEONBALLROOM" val="N"/>
  <p:tag name="MMCOA_HIDEONCLASSIC" val="N"/>
  <p:tag name="MMCOA_HIDEONTEXT" val="N"/>
  <p:tag name="MMCOA_HIDEONECO" val="N"/>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MMCOA_EXTENDEDFILLCOLOUR" val=""/>
  <p:tag name="MMCOA_SMARTSHAPE" val="Y"/>
  <p:tag name="MMCOA_FONTSIZE_L" val="28"/>
  <p:tag name="MMCOA_FONTSIZE_M" val="20"/>
  <p:tag name="MMCOA_FONTSIZE_S" val="14"/>
  <p:tag name="MMCOA_FONTSIZE_T" val="14"/>
  <p:tag name="MMCOA_POSITION_L" val="35.875;100.625;392.75;684"/>
  <p:tag name="MMCOA_POSITION_M" val="35.875;100.625;392.75;684"/>
  <p:tag name="MMCOA_POSITION_S" val="35.875;100.625;392.75;684"/>
  <p:tag name="MMCOA_POSITION_T" val="35.875;100.625;392.75;684"/>
  <p:tag name="MMCOA_HIDEONCOLOUR" val="N"/>
  <p:tag name="MMCOA_HIDEONWHITE" val="N"/>
  <p:tag name="MMCOA_HIDEONBALLROOM" val="N"/>
  <p:tag name="MMCOA_HIDEONCLASSIC" val="N"/>
  <p:tag name="MMCOA_HIDEONTEXT" val="N"/>
  <p:tag name="MMCOA_HIDEONECO" val="N"/>
</p:tagLst>
</file>

<file path=ppt/tags/tag19.xml><?xml version="1.0" encoding="utf-8"?>
<p:tagLst xmlns:a="http://schemas.openxmlformats.org/drawingml/2006/main" xmlns:r="http://schemas.openxmlformats.org/officeDocument/2006/relationships" xmlns:p="http://schemas.openxmlformats.org/presentationml/2006/main">
  <p:tag name="MMCOA_EXTENDEDFILLCOLOUR" val=""/>
  <p:tag name="MMCOA_SMARTSHAPE" val="Y"/>
  <p:tag name="MMCOA_FONTSIZE_L" val="28"/>
  <p:tag name="MMCOA_FONTSIZE_M" val="21"/>
  <p:tag name="MMCOA_FONTSIZE_S" val="14"/>
  <p:tag name="MMCOA_FONTSIZE_T" val="14"/>
  <p:tag name="MMCOA_POSITION_L" val="35.875;30.125;54.375;683.875"/>
  <p:tag name="MMCOA_POSITION_M" val="35.875;30.125;54.375;683.875"/>
  <p:tag name="MMCOA_POSITION_S" val="35.875;30.125;54.375;683.875"/>
  <p:tag name="MMCOA_POSITION_T" val="35.875;30.125;54.375;683.875"/>
  <p:tag name="MMCOA_HIDEONCOLOUR" val="N"/>
  <p:tag name="MMCOA_HIDEONWHITE" val="N"/>
  <p:tag name="MMCOA_HIDEONBALLROOM" val="N"/>
  <p:tag name="MMCOA_HIDEONCLASSIC" val="N"/>
  <p:tag name="MMCOA_HIDEONTEXT" val="N"/>
  <p:tag name="MMCOA_HIDEONECO" val="N"/>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MMCOA_EXTENDEDFILLCOLOUR" val=""/>
  <p:tag name="MMCOA_SMARTSHAPE" val="Y"/>
  <p:tag name="MMCOA_FONTSIZE_L" val="28"/>
  <p:tag name="MMCOA_FONTSIZE_M" val="20"/>
  <p:tag name="MMCOA_FONTSIZE_S" val="14"/>
  <p:tag name="MMCOA_FONTSIZE_T" val="14"/>
  <p:tag name="MMCOA_POSITION_L" val="35.875;100.625;392.75;684"/>
  <p:tag name="MMCOA_POSITION_M" val="35.875;100.625;392.75;684"/>
  <p:tag name="MMCOA_POSITION_S" val="35.875;100.625;392.75;684"/>
  <p:tag name="MMCOA_POSITION_T" val="35.875;100.625;392.75;684"/>
  <p:tag name="MMCOA_HIDEONCOLOUR" val="N"/>
  <p:tag name="MMCOA_HIDEONWHITE" val="N"/>
  <p:tag name="MMCOA_HIDEONBALLROOM" val="N"/>
  <p:tag name="MMCOA_HIDEONCLASSIC" val="N"/>
  <p:tag name="MMCOA_HIDEONTEXT" val="N"/>
  <p:tag name="MMCOA_HIDEONECO" val="N"/>
</p:tagLst>
</file>

<file path=ppt/tags/tag22.xml><?xml version="1.0" encoding="utf-8"?>
<p:tagLst xmlns:a="http://schemas.openxmlformats.org/drawingml/2006/main" xmlns:r="http://schemas.openxmlformats.org/officeDocument/2006/relationships" xmlns:p="http://schemas.openxmlformats.org/presentationml/2006/main">
  <p:tag name="MMCOA_EXTENDEDFILLCOLOUR" val=""/>
  <p:tag name="MMCOA_SMARTSHAPE" val="Y"/>
  <p:tag name="MMCOA_FONTSIZE_L" val="28"/>
  <p:tag name="MMCOA_FONTSIZE_M" val="21"/>
  <p:tag name="MMCOA_FONTSIZE_S" val="14"/>
  <p:tag name="MMCOA_FONTSIZE_T" val="14"/>
  <p:tag name="MMCOA_POSITION_L" val="35.875;30.125;54.375;683.875"/>
  <p:tag name="MMCOA_POSITION_M" val="35.875;30.125;54.375;683.875"/>
  <p:tag name="MMCOA_POSITION_S" val="35.875;30.125;54.375;683.875"/>
  <p:tag name="MMCOA_POSITION_T" val="35.875;30.125;54.375;683.875"/>
  <p:tag name="MMCOA_HIDEONCOLOUR" val="N"/>
  <p:tag name="MMCOA_HIDEONWHITE" val="N"/>
  <p:tag name="MMCOA_HIDEONBALLROOM" val="N"/>
  <p:tag name="MMCOA_HIDEONCLASSIC" val="N"/>
  <p:tag name="MMCOA_HIDEONTEXT" val="N"/>
  <p:tag name="MMCOA_HIDEONECO" val="N"/>
</p:tagLst>
</file>

<file path=ppt/theme/theme1.xml><?xml version="1.0" encoding="utf-8"?>
<a:theme xmlns:a="http://schemas.openxmlformats.org/drawingml/2006/main" name="blank">
  <a:themeElements>
    <a:clrScheme name="Custom 3">
      <a:dk1>
        <a:srgbClr val="000000"/>
      </a:dk1>
      <a:lt1>
        <a:srgbClr val="FFFFFF"/>
      </a:lt1>
      <a:dk2>
        <a:srgbClr val="5A8E3F"/>
      </a:dk2>
      <a:lt2>
        <a:srgbClr val="FFFFFF"/>
      </a:lt2>
      <a:accent1>
        <a:srgbClr val="006600"/>
      </a:accent1>
      <a:accent2>
        <a:srgbClr val="5A8E3F"/>
      </a:accent2>
      <a:accent3>
        <a:srgbClr val="9BBD5E"/>
      </a:accent3>
      <a:accent4>
        <a:srgbClr val="9BBD5E"/>
      </a:accent4>
      <a:accent5>
        <a:srgbClr val="D1D59C"/>
      </a:accent5>
      <a:accent6>
        <a:srgbClr val="BACBCC"/>
      </a:accent6>
      <a:hlink>
        <a:srgbClr val="5B5B5B"/>
      </a:hlink>
      <a:folHlink>
        <a:srgbClr val="BFBFBF"/>
      </a:folHlink>
    </a:clrScheme>
    <a:fontScheme name="Oliver Wyman">
      <a:majorFont>
        <a:latin typeface="Arial"/>
        <a:ea typeface=""/>
        <a:cs typeface=""/>
        <a:font script="Jpan" typeface="Meiryo"/>
        <a:font script="Hang" typeface="맑은 고딕"/>
        <a:font script="Hans" typeface="STKaiti"/>
        <a:font script="Hant" typeface="STKait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Meiryo"/>
        <a:font script="Hang" typeface="맑은 고딕"/>
        <a:font script="Hans" typeface="STKaiti"/>
        <a:font script="Hant" typeface="STKait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liver Wyman">
      <a:fillStyleLst>
        <a:solidFill>
          <a:schemeClr val="phClr"/>
        </a:solidFill>
        <a:solidFill>
          <a:schemeClr val="phClr">
            <a:tint val="0"/>
          </a:schemeClr>
        </a:solidFill>
        <a:solidFill>
          <a:schemeClr val="phClr"/>
        </a:solidFill>
      </a:fillStyleLst>
      <a:lnStyleLst>
        <a:ln w="9525" cap="flat" cmpd="sng" algn="ctr">
          <a:solidFill>
            <a:schemeClr val="phClr">
              <a:satMod val="105000"/>
            </a:scheme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reflection blurRad="12700" stA="26000" endPos="28000" dist="38100" dir="5400000" sy="-100000" rotWithShape="0"/>
          </a:effectLst>
        </a:effectStyle>
      </a:effectStyleLst>
      <a:bgFillStyleLst>
        <a:solidFill>
          <a:schemeClr val="phClr"/>
        </a:solidFill>
        <a:solidFill>
          <a:schemeClr val="phClr">
            <a:tint val="95000"/>
          </a:schemeClr>
        </a:solidFill>
        <a:gradFill rotWithShape="1">
          <a:gsLst>
            <a:gs pos="0">
              <a:schemeClr val="phClr">
                <a:tint val="100000"/>
                <a:shade val="60000"/>
                <a:satMod val="300000"/>
              </a:schemeClr>
            </a:gs>
            <a:gs pos="30000">
              <a:schemeClr val="phClr">
                <a:shade val="80000"/>
                <a:satMod val="230000"/>
              </a:schemeClr>
            </a:gs>
            <a:gs pos="100000">
              <a:schemeClr val="phClr">
                <a:tint val="97000"/>
                <a:shade val="100000"/>
                <a:satMod val="220000"/>
              </a:schemeClr>
            </a:gs>
          </a:gsLst>
          <a:lin ang="16200000" scaled="0"/>
        </a:gradFill>
      </a:bgFillStyleLst>
    </a:fmtScheme>
  </a:themeElements>
  <a:objectDefaults>
    <a:spDef>
      <a:spPr>
        <a:solidFill>
          <a:schemeClr val="bg1"/>
        </a:solidFill>
        <a:ln w="9525">
          <a:solidFill>
            <a:schemeClr val="accent3"/>
          </a:solidFill>
        </a:ln>
      </a:spPr>
      <a:bodyPr lIns="73152" tIns="73152" rIns="73152" bIns="73152" rtlCol="0" anchor="ctr">
        <a:noAutofit/>
      </a:bodyPr>
      <a:lstStyle>
        <a:defPPr algn="ctr">
          <a:lnSpc>
            <a:spcPct val="100000"/>
          </a:lnSpc>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3"/>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00000"/>
          </a:lnSpc>
          <a:defRPr dirty="0" err="1" smtClean="0"/>
        </a:defPPr>
      </a:lstStyle>
    </a:txDef>
  </a:objectDefaults>
  <a:extraClrSchemeLst/>
  <a:custClrLst>
    <a:custClr name="OW Emerald">
      <a:srgbClr val="41A441"/>
    </a:custClr>
    <a:custClr name="Light Emerald">
      <a:srgbClr val="BDDDA3"/>
    </a:custClr>
    <a:custClr name="OW Iolite">
      <a:srgbClr val="646EAC"/>
    </a:custClr>
    <a:custClr name="Light Iolite">
      <a:srgbClr val="C5CAE7"/>
    </a:custClr>
    <a:custClr name="OW Citrine">
      <a:srgbClr val="DD712C"/>
    </a:custClr>
    <a:custClr name="Light Citrine">
      <a:srgbClr val="FDCFAC"/>
    </a:custClr>
    <a:custClr name="OW Turquoise">
      <a:srgbClr val="079B84"/>
    </a:custClr>
    <a:custClr name="Light Turquoise">
      <a:srgbClr val="A8DAC9"/>
    </a:custClr>
    <a:custClr name="OW Ruby">
      <a:srgbClr val="CB225B"/>
    </a:custClr>
    <a:custClr name="Light Ruby">
      <a:srgbClr val="F8B8BC"/>
    </a:custClr>
    <a:custClr name="Pure Red">
      <a:srgbClr val="FF0000"/>
    </a:custClr>
    <a:custClr name="Bright Onyx">
      <a:srgbClr val="808080"/>
    </a:custClr>
    <a:custClr name="Table Onyx">
      <a:srgbClr val="E8E8E8"/>
    </a:custClr>
    <a:custClr name="Medium Sapphire">
      <a:srgbClr val="016D9F"/>
    </a:custClr>
    <a:custClr name="Bright Sapphire">
      <a:srgbClr val="00A8C8"/>
    </a:custClr>
    <a:custClr name="Pale Sapphire">
      <a:srgbClr val="E1FAFF"/>
    </a:custClr>
    <a:custClr name="Dark Topaz">
      <a:srgbClr val="8E5501"/>
    </a:custClr>
    <a:custClr name="Pale Topaz">
      <a:srgbClr val="FFEED5"/>
    </a:custClr>
    <a:custClr name="Dark Emerald">
      <a:srgbClr val="00582D"/>
    </a:custClr>
    <a:custClr name="Pale Emerald">
      <a:srgbClr val="E2EDC3"/>
    </a:custClr>
  </a:custClrLst>
</a:theme>
</file>

<file path=ppt/theme/theme2.xml><?xml version="1.0" encoding="utf-8"?>
<a:theme xmlns:a="http://schemas.openxmlformats.org/drawingml/2006/main" name="1_blank">
  <a:themeElements>
    <a:clrScheme name="Custom 3">
      <a:dk1>
        <a:srgbClr val="000000"/>
      </a:dk1>
      <a:lt1>
        <a:srgbClr val="FFFFFF"/>
      </a:lt1>
      <a:dk2>
        <a:srgbClr val="5A8E3F"/>
      </a:dk2>
      <a:lt2>
        <a:srgbClr val="FFFFFF"/>
      </a:lt2>
      <a:accent1>
        <a:srgbClr val="006600"/>
      </a:accent1>
      <a:accent2>
        <a:srgbClr val="5A8E3F"/>
      </a:accent2>
      <a:accent3>
        <a:srgbClr val="9BBD5E"/>
      </a:accent3>
      <a:accent4>
        <a:srgbClr val="9BBD5E"/>
      </a:accent4>
      <a:accent5>
        <a:srgbClr val="D1D59C"/>
      </a:accent5>
      <a:accent6>
        <a:srgbClr val="BACBCC"/>
      </a:accent6>
      <a:hlink>
        <a:srgbClr val="5B5B5B"/>
      </a:hlink>
      <a:folHlink>
        <a:srgbClr val="BFBFBF"/>
      </a:folHlink>
    </a:clrScheme>
    <a:fontScheme name="Oliver Wyman">
      <a:majorFont>
        <a:latin typeface="Arial"/>
        <a:ea typeface=""/>
        <a:cs typeface=""/>
        <a:font script="Jpan" typeface="Meiryo"/>
        <a:font script="Hang" typeface="맑은 고딕"/>
        <a:font script="Hans" typeface="STKaiti"/>
        <a:font script="Hant" typeface="STKait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Meiryo"/>
        <a:font script="Hang" typeface="맑은 고딕"/>
        <a:font script="Hans" typeface="STKaiti"/>
        <a:font script="Hant" typeface="STKait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liver Wyman">
      <a:fillStyleLst>
        <a:solidFill>
          <a:schemeClr val="phClr"/>
        </a:solidFill>
        <a:solidFill>
          <a:schemeClr val="phClr">
            <a:tint val="0"/>
          </a:schemeClr>
        </a:solidFill>
        <a:solidFill>
          <a:schemeClr val="phClr"/>
        </a:solidFill>
      </a:fillStyleLst>
      <a:lnStyleLst>
        <a:ln w="9525" cap="flat" cmpd="sng" algn="ctr">
          <a:solidFill>
            <a:schemeClr val="phClr">
              <a:satMod val="105000"/>
            </a:scheme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reflection blurRad="12700" stA="26000" endPos="28000" dist="38100" dir="5400000" sy="-100000" rotWithShape="0"/>
          </a:effectLst>
        </a:effectStyle>
      </a:effectStyleLst>
      <a:bgFillStyleLst>
        <a:solidFill>
          <a:schemeClr val="phClr"/>
        </a:solidFill>
        <a:solidFill>
          <a:schemeClr val="phClr">
            <a:tint val="95000"/>
          </a:schemeClr>
        </a:solidFill>
        <a:gradFill rotWithShape="1">
          <a:gsLst>
            <a:gs pos="0">
              <a:schemeClr val="phClr">
                <a:tint val="100000"/>
                <a:shade val="60000"/>
                <a:satMod val="300000"/>
              </a:schemeClr>
            </a:gs>
            <a:gs pos="30000">
              <a:schemeClr val="phClr">
                <a:shade val="80000"/>
                <a:satMod val="230000"/>
              </a:schemeClr>
            </a:gs>
            <a:gs pos="100000">
              <a:schemeClr val="phClr">
                <a:tint val="97000"/>
                <a:shade val="100000"/>
                <a:satMod val="220000"/>
              </a:schemeClr>
            </a:gs>
          </a:gsLst>
          <a:lin ang="16200000" scaled="0"/>
        </a:gradFill>
      </a:bgFillStyleLst>
    </a:fmtScheme>
  </a:themeElements>
  <a:objectDefaults>
    <a:spDef>
      <a:spPr>
        <a:solidFill>
          <a:schemeClr val="bg1"/>
        </a:solidFill>
        <a:ln w="9525">
          <a:solidFill>
            <a:schemeClr val="accent3"/>
          </a:solidFill>
        </a:ln>
      </a:spPr>
      <a:bodyPr lIns="73152" tIns="73152" rIns="73152" bIns="73152" rtlCol="0" anchor="ctr">
        <a:noAutofit/>
      </a:bodyPr>
      <a:lstStyle>
        <a:defPPr algn="ctr">
          <a:lnSpc>
            <a:spcPct val="100000"/>
          </a:lnSpc>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3"/>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00000"/>
          </a:lnSpc>
          <a:defRPr dirty="0" err="1" smtClean="0"/>
        </a:defPPr>
      </a:lstStyle>
    </a:txDef>
  </a:objectDefaults>
  <a:extraClrSchemeLst/>
  <a:custClrLst>
    <a:custClr name="OW Emerald">
      <a:srgbClr val="41A441"/>
    </a:custClr>
    <a:custClr name="Light Emerald">
      <a:srgbClr val="BDDDA3"/>
    </a:custClr>
    <a:custClr name="OW Iolite">
      <a:srgbClr val="646EAC"/>
    </a:custClr>
    <a:custClr name="Light Iolite">
      <a:srgbClr val="C5CAE7"/>
    </a:custClr>
    <a:custClr name="OW Citrine">
      <a:srgbClr val="DD712C"/>
    </a:custClr>
    <a:custClr name="Light Citrine">
      <a:srgbClr val="FDCFAC"/>
    </a:custClr>
    <a:custClr name="OW Turquoise">
      <a:srgbClr val="079B84"/>
    </a:custClr>
    <a:custClr name="Light Turquoise">
      <a:srgbClr val="A8DAC9"/>
    </a:custClr>
    <a:custClr name="OW Ruby">
      <a:srgbClr val="CB225B"/>
    </a:custClr>
    <a:custClr name="Light Ruby">
      <a:srgbClr val="F8B8BC"/>
    </a:custClr>
    <a:custClr name="Pure Red">
      <a:srgbClr val="FF0000"/>
    </a:custClr>
    <a:custClr name="Bright Onyx">
      <a:srgbClr val="808080"/>
    </a:custClr>
    <a:custClr name="Table Onyx">
      <a:srgbClr val="E8E8E8"/>
    </a:custClr>
    <a:custClr name="Medium Sapphire">
      <a:srgbClr val="016D9F"/>
    </a:custClr>
    <a:custClr name="Bright Sapphire">
      <a:srgbClr val="00A8C8"/>
    </a:custClr>
    <a:custClr name="Pale Sapphire">
      <a:srgbClr val="E1FAFF"/>
    </a:custClr>
    <a:custClr name="Dark Topaz">
      <a:srgbClr val="8E5501"/>
    </a:custClr>
    <a:custClr name="Pale Topaz">
      <a:srgbClr val="FFEED5"/>
    </a:custClr>
    <a:custClr name="Dark Emerald">
      <a:srgbClr val="00582D"/>
    </a:custClr>
    <a:custClr name="Pale Emerald">
      <a:srgbClr val="E2EDC3"/>
    </a:custClr>
  </a:custClrLst>
</a:theme>
</file>

<file path=ppt/theme/theme3.xml><?xml version="1.0" encoding="utf-8"?>
<a:theme xmlns:a="http://schemas.openxmlformats.org/drawingml/2006/main" name="2_blank">
  <a:themeElements>
    <a:clrScheme name="Custom 3">
      <a:dk1>
        <a:srgbClr val="000000"/>
      </a:dk1>
      <a:lt1>
        <a:srgbClr val="FFFFFF"/>
      </a:lt1>
      <a:dk2>
        <a:srgbClr val="5A8E3F"/>
      </a:dk2>
      <a:lt2>
        <a:srgbClr val="FFFFFF"/>
      </a:lt2>
      <a:accent1>
        <a:srgbClr val="006600"/>
      </a:accent1>
      <a:accent2>
        <a:srgbClr val="5A8E3F"/>
      </a:accent2>
      <a:accent3>
        <a:srgbClr val="9BBD5E"/>
      </a:accent3>
      <a:accent4>
        <a:srgbClr val="9BBD5E"/>
      </a:accent4>
      <a:accent5>
        <a:srgbClr val="D1D59C"/>
      </a:accent5>
      <a:accent6>
        <a:srgbClr val="BACBCC"/>
      </a:accent6>
      <a:hlink>
        <a:srgbClr val="5B5B5B"/>
      </a:hlink>
      <a:folHlink>
        <a:srgbClr val="BFBFBF"/>
      </a:folHlink>
    </a:clrScheme>
    <a:fontScheme name="Oliver Wyman">
      <a:majorFont>
        <a:latin typeface="Arial"/>
        <a:ea typeface=""/>
        <a:cs typeface=""/>
        <a:font script="Jpan" typeface="Meiryo"/>
        <a:font script="Hang" typeface="맑은 고딕"/>
        <a:font script="Hans" typeface="STKaiti"/>
        <a:font script="Hant" typeface="STKait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Meiryo"/>
        <a:font script="Hang" typeface="맑은 고딕"/>
        <a:font script="Hans" typeface="STKaiti"/>
        <a:font script="Hant" typeface="STKait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liver Wyman">
      <a:fillStyleLst>
        <a:solidFill>
          <a:schemeClr val="phClr"/>
        </a:solidFill>
        <a:solidFill>
          <a:schemeClr val="phClr">
            <a:tint val="0"/>
          </a:schemeClr>
        </a:solidFill>
        <a:solidFill>
          <a:schemeClr val="phClr"/>
        </a:solidFill>
      </a:fillStyleLst>
      <a:lnStyleLst>
        <a:ln w="9525" cap="flat" cmpd="sng" algn="ctr">
          <a:solidFill>
            <a:schemeClr val="phClr">
              <a:satMod val="105000"/>
            </a:scheme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reflection blurRad="12700" stA="26000" endPos="28000" dist="38100" dir="5400000" sy="-100000" rotWithShape="0"/>
          </a:effectLst>
        </a:effectStyle>
      </a:effectStyleLst>
      <a:bgFillStyleLst>
        <a:solidFill>
          <a:schemeClr val="phClr"/>
        </a:solidFill>
        <a:solidFill>
          <a:schemeClr val="phClr">
            <a:tint val="95000"/>
          </a:schemeClr>
        </a:solidFill>
        <a:gradFill rotWithShape="1">
          <a:gsLst>
            <a:gs pos="0">
              <a:schemeClr val="phClr">
                <a:tint val="100000"/>
                <a:shade val="60000"/>
                <a:satMod val="300000"/>
              </a:schemeClr>
            </a:gs>
            <a:gs pos="30000">
              <a:schemeClr val="phClr">
                <a:shade val="80000"/>
                <a:satMod val="230000"/>
              </a:schemeClr>
            </a:gs>
            <a:gs pos="100000">
              <a:schemeClr val="phClr">
                <a:tint val="97000"/>
                <a:shade val="100000"/>
                <a:satMod val="220000"/>
              </a:schemeClr>
            </a:gs>
          </a:gsLst>
          <a:lin ang="16200000" scaled="0"/>
        </a:gradFill>
      </a:bgFillStyleLst>
    </a:fmtScheme>
  </a:themeElements>
  <a:objectDefaults>
    <a:spDef>
      <a:spPr>
        <a:solidFill>
          <a:schemeClr val="bg1"/>
        </a:solidFill>
        <a:ln w="9525">
          <a:solidFill>
            <a:schemeClr val="accent3"/>
          </a:solidFill>
        </a:ln>
      </a:spPr>
      <a:bodyPr lIns="73152" tIns="73152" rIns="73152" bIns="73152" rtlCol="0" anchor="ctr">
        <a:noAutofit/>
      </a:bodyPr>
      <a:lstStyle>
        <a:defPPr algn="ctr">
          <a:lnSpc>
            <a:spcPct val="100000"/>
          </a:lnSpc>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3"/>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00000"/>
          </a:lnSpc>
          <a:defRPr dirty="0" err="1" smtClean="0"/>
        </a:defPPr>
      </a:lstStyle>
    </a:txDef>
  </a:objectDefaults>
  <a:extraClrSchemeLst/>
  <a:custClrLst>
    <a:custClr name="OW Emerald">
      <a:srgbClr val="41A441"/>
    </a:custClr>
    <a:custClr name="Light Emerald">
      <a:srgbClr val="BDDDA3"/>
    </a:custClr>
    <a:custClr name="OW Iolite">
      <a:srgbClr val="646EAC"/>
    </a:custClr>
    <a:custClr name="Light Iolite">
      <a:srgbClr val="C5CAE7"/>
    </a:custClr>
    <a:custClr name="OW Citrine">
      <a:srgbClr val="DD712C"/>
    </a:custClr>
    <a:custClr name="Light Citrine">
      <a:srgbClr val="FDCFAC"/>
    </a:custClr>
    <a:custClr name="OW Turquoise">
      <a:srgbClr val="079B84"/>
    </a:custClr>
    <a:custClr name="Light Turquoise">
      <a:srgbClr val="A8DAC9"/>
    </a:custClr>
    <a:custClr name="OW Ruby">
      <a:srgbClr val="CB225B"/>
    </a:custClr>
    <a:custClr name="Light Ruby">
      <a:srgbClr val="F8B8BC"/>
    </a:custClr>
    <a:custClr name="Pure Red">
      <a:srgbClr val="FF0000"/>
    </a:custClr>
    <a:custClr name="Bright Onyx">
      <a:srgbClr val="808080"/>
    </a:custClr>
    <a:custClr name="Table Onyx">
      <a:srgbClr val="E8E8E8"/>
    </a:custClr>
    <a:custClr name="Medium Sapphire">
      <a:srgbClr val="016D9F"/>
    </a:custClr>
    <a:custClr name="Bright Sapphire">
      <a:srgbClr val="00A8C8"/>
    </a:custClr>
    <a:custClr name="Pale Sapphire">
      <a:srgbClr val="E1FAFF"/>
    </a:custClr>
    <a:custClr name="Dark Topaz">
      <a:srgbClr val="8E5501"/>
    </a:custClr>
    <a:custClr name="Pale Topaz">
      <a:srgbClr val="FFEED5"/>
    </a:custClr>
    <a:custClr name="Dark Emerald">
      <a:srgbClr val="00582D"/>
    </a:custClr>
    <a:custClr name="Pale Emerald">
      <a:srgbClr val="E2EDC3"/>
    </a:custClr>
  </a:custClrLst>
</a:theme>
</file>

<file path=ppt/theme/theme4.xml><?xml version="1.0" encoding="utf-8"?>
<a:theme xmlns:a="http://schemas.openxmlformats.org/drawingml/2006/main" name="3_blank">
  <a:themeElements>
    <a:clrScheme name="Custom 3">
      <a:dk1>
        <a:srgbClr val="000000"/>
      </a:dk1>
      <a:lt1>
        <a:srgbClr val="FFFFFF"/>
      </a:lt1>
      <a:dk2>
        <a:srgbClr val="5A8E3F"/>
      </a:dk2>
      <a:lt2>
        <a:srgbClr val="FFFFFF"/>
      </a:lt2>
      <a:accent1>
        <a:srgbClr val="006600"/>
      </a:accent1>
      <a:accent2>
        <a:srgbClr val="5A8E3F"/>
      </a:accent2>
      <a:accent3>
        <a:srgbClr val="9BBD5E"/>
      </a:accent3>
      <a:accent4>
        <a:srgbClr val="9BBD5E"/>
      </a:accent4>
      <a:accent5>
        <a:srgbClr val="D1D59C"/>
      </a:accent5>
      <a:accent6>
        <a:srgbClr val="BACBCC"/>
      </a:accent6>
      <a:hlink>
        <a:srgbClr val="5B5B5B"/>
      </a:hlink>
      <a:folHlink>
        <a:srgbClr val="BFBFBF"/>
      </a:folHlink>
    </a:clrScheme>
    <a:fontScheme name="Oliver Wyman">
      <a:majorFont>
        <a:latin typeface="Arial"/>
        <a:ea typeface=""/>
        <a:cs typeface=""/>
        <a:font script="Jpan" typeface="Meiryo"/>
        <a:font script="Hang" typeface="맑은 고딕"/>
        <a:font script="Hans" typeface="STKaiti"/>
        <a:font script="Hant" typeface="STKait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Meiryo"/>
        <a:font script="Hang" typeface="맑은 고딕"/>
        <a:font script="Hans" typeface="STKaiti"/>
        <a:font script="Hant" typeface="STKait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liver Wyman">
      <a:fillStyleLst>
        <a:solidFill>
          <a:schemeClr val="phClr"/>
        </a:solidFill>
        <a:solidFill>
          <a:schemeClr val="phClr">
            <a:tint val="0"/>
          </a:schemeClr>
        </a:solidFill>
        <a:solidFill>
          <a:schemeClr val="phClr"/>
        </a:solidFill>
      </a:fillStyleLst>
      <a:lnStyleLst>
        <a:ln w="9525" cap="flat" cmpd="sng" algn="ctr">
          <a:solidFill>
            <a:schemeClr val="phClr">
              <a:satMod val="105000"/>
            </a:scheme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reflection blurRad="12700" stA="26000" endPos="28000" dist="38100" dir="5400000" sy="-100000" rotWithShape="0"/>
          </a:effectLst>
        </a:effectStyle>
      </a:effectStyleLst>
      <a:bgFillStyleLst>
        <a:solidFill>
          <a:schemeClr val="phClr"/>
        </a:solidFill>
        <a:solidFill>
          <a:schemeClr val="phClr">
            <a:tint val="95000"/>
          </a:schemeClr>
        </a:solidFill>
        <a:gradFill rotWithShape="1">
          <a:gsLst>
            <a:gs pos="0">
              <a:schemeClr val="phClr">
                <a:tint val="100000"/>
                <a:shade val="60000"/>
                <a:satMod val="300000"/>
              </a:schemeClr>
            </a:gs>
            <a:gs pos="30000">
              <a:schemeClr val="phClr">
                <a:shade val="80000"/>
                <a:satMod val="230000"/>
              </a:schemeClr>
            </a:gs>
            <a:gs pos="100000">
              <a:schemeClr val="phClr">
                <a:tint val="97000"/>
                <a:shade val="100000"/>
                <a:satMod val="220000"/>
              </a:schemeClr>
            </a:gs>
          </a:gsLst>
          <a:lin ang="16200000" scaled="0"/>
        </a:gradFill>
      </a:bgFillStyleLst>
    </a:fmtScheme>
  </a:themeElements>
  <a:objectDefaults>
    <a:spDef>
      <a:spPr>
        <a:solidFill>
          <a:schemeClr val="bg1"/>
        </a:solidFill>
        <a:ln w="9525">
          <a:solidFill>
            <a:schemeClr val="accent3"/>
          </a:solidFill>
        </a:ln>
      </a:spPr>
      <a:bodyPr lIns="73152" tIns="73152" rIns="73152" bIns="73152" rtlCol="0" anchor="ctr">
        <a:noAutofit/>
      </a:bodyPr>
      <a:lstStyle>
        <a:defPPr algn="ctr">
          <a:lnSpc>
            <a:spcPct val="100000"/>
          </a:lnSpc>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3"/>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00000"/>
          </a:lnSpc>
          <a:defRPr dirty="0" err="1" smtClean="0"/>
        </a:defPPr>
      </a:lstStyle>
    </a:txDef>
  </a:objectDefaults>
  <a:extraClrSchemeLst/>
  <a:custClrLst>
    <a:custClr name="OW Emerald">
      <a:srgbClr val="41A441"/>
    </a:custClr>
    <a:custClr name="Light Emerald">
      <a:srgbClr val="BDDDA3"/>
    </a:custClr>
    <a:custClr name="OW Iolite">
      <a:srgbClr val="646EAC"/>
    </a:custClr>
    <a:custClr name="Light Iolite">
      <a:srgbClr val="C5CAE7"/>
    </a:custClr>
    <a:custClr name="OW Citrine">
      <a:srgbClr val="DD712C"/>
    </a:custClr>
    <a:custClr name="Light Citrine">
      <a:srgbClr val="FDCFAC"/>
    </a:custClr>
    <a:custClr name="OW Turquoise">
      <a:srgbClr val="079B84"/>
    </a:custClr>
    <a:custClr name="Light Turquoise">
      <a:srgbClr val="A8DAC9"/>
    </a:custClr>
    <a:custClr name="OW Ruby">
      <a:srgbClr val="CB225B"/>
    </a:custClr>
    <a:custClr name="Light Ruby">
      <a:srgbClr val="F8B8BC"/>
    </a:custClr>
    <a:custClr name="Pure Red">
      <a:srgbClr val="FF0000"/>
    </a:custClr>
    <a:custClr name="Bright Onyx">
      <a:srgbClr val="808080"/>
    </a:custClr>
    <a:custClr name="Table Onyx">
      <a:srgbClr val="E8E8E8"/>
    </a:custClr>
    <a:custClr name="Medium Sapphire">
      <a:srgbClr val="016D9F"/>
    </a:custClr>
    <a:custClr name="Bright Sapphire">
      <a:srgbClr val="00A8C8"/>
    </a:custClr>
    <a:custClr name="Pale Sapphire">
      <a:srgbClr val="E1FAFF"/>
    </a:custClr>
    <a:custClr name="Dark Topaz">
      <a:srgbClr val="8E5501"/>
    </a:custClr>
    <a:custClr name="Pale Topaz">
      <a:srgbClr val="FFEED5"/>
    </a:custClr>
    <a:custClr name="Dark Emerald">
      <a:srgbClr val="00582D"/>
    </a:custClr>
    <a:custClr name="Pale Emerald">
      <a:srgbClr val="E2EDC3"/>
    </a:custClr>
  </a:custClrLst>
</a:theme>
</file>

<file path=ppt/theme/theme5.xml><?xml version="1.0" encoding="utf-8"?>
<a:theme xmlns:a="http://schemas.openxmlformats.org/drawingml/2006/main" name="4_blank">
  <a:themeElements>
    <a:clrScheme name="Custom 3">
      <a:dk1>
        <a:srgbClr val="000000"/>
      </a:dk1>
      <a:lt1>
        <a:srgbClr val="FFFFFF"/>
      </a:lt1>
      <a:dk2>
        <a:srgbClr val="5A8E3F"/>
      </a:dk2>
      <a:lt2>
        <a:srgbClr val="FFFFFF"/>
      </a:lt2>
      <a:accent1>
        <a:srgbClr val="006600"/>
      </a:accent1>
      <a:accent2>
        <a:srgbClr val="5A8E3F"/>
      </a:accent2>
      <a:accent3>
        <a:srgbClr val="9BBD5E"/>
      </a:accent3>
      <a:accent4>
        <a:srgbClr val="9BBD5E"/>
      </a:accent4>
      <a:accent5>
        <a:srgbClr val="D1D59C"/>
      </a:accent5>
      <a:accent6>
        <a:srgbClr val="BACBCC"/>
      </a:accent6>
      <a:hlink>
        <a:srgbClr val="5B5B5B"/>
      </a:hlink>
      <a:folHlink>
        <a:srgbClr val="BFBFBF"/>
      </a:folHlink>
    </a:clrScheme>
    <a:fontScheme name="Oliver Wyman">
      <a:majorFont>
        <a:latin typeface="Arial"/>
        <a:ea typeface=""/>
        <a:cs typeface=""/>
        <a:font script="Jpan" typeface="Meiryo"/>
        <a:font script="Hang" typeface="맑은 고딕"/>
        <a:font script="Hans" typeface="STKaiti"/>
        <a:font script="Hant" typeface="STKait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Meiryo"/>
        <a:font script="Hang" typeface="맑은 고딕"/>
        <a:font script="Hans" typeface="STKaiti"/>
        <a:font script="Hant" typeface="STKait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liver Wyman">
      <a:fillStyleLst>
        <a:solidFill>
          <a:schemeClr val="phClr"/>
        </a:solidFill>
        <a:solidFill>
          <a:schemeClr val="phClr">
            <a:tint val="0"/>
          </a:schemeClr>
        </a:solidFill>
        <a:solidFill>
          <a:schemeClr val="phClr"/>
        </a:solidFill>
      </a:fillStyleLst>
      <a:lnStyleLst>
        <a:ln w="9525" cap="flat" cmpd="sng" algn="ctr">
          <a:solidFill>
            <a:schemeClr val="phClr">
              <a:satMod val="105000"/>
            </a:scheme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reflection blurRad="12700" stA="26000" endPos="28000" dist="38100" dir="5400000" sy="-100000" rotWithShape="0"/>
          </a:effectLst>
        </a:effectStyle>
      </a:effectStyleLst>
      <a:bgFillStyleLst>
        <a:solidFill>
          <a:schemeClr val="phClr"/>
        </a:solidFill>
        <a:solidFill>
          <a:schemeClr val="phClr">
            <a:tint val="95000"/>
          </a:schemeClr>
        </a:solidFill>
        <a:gradFill rotWithShape="1">
          <a:gsLst>
            <a:gs pos="0">
              <a:schemeClr val="phClr">
                <a:tint val="100000"/>
                <a:shade val="60000"/>
                <a:satMod val="300000"/>
              </a:schemeClr>
            </a:gs>
            <a:gs pos="30000">
              <a:schemeClr val="phClr">
                <a:shade val="80000"/>
                <a:satMod val="230000"/>
              </a:schemeClr>
            </a:gs>
            <a:gs pos="100000">
              <a:schemeClr val="phClr">
                <a:tint val="97000"/>
                <a:shade val="100000"/>
                <a:satMod val="220000"/>
              </a:schemeClr>
            </a:gs>
          </a:gsLst>
          <a:lin ang="16200000" scaled="0"/>
        </a:gradFill>
      </a:bgFillStyleLst>
    </a:fmtScheme>
  </a:themeElements>
  <a:objectDefaults>
    <a:spDef>
      <a:spPr>
        <a:solidFill>
          <a:schemeClr val="bg1"/>
        </a:solidFill>
        <a:ln w="9525">
          <a:solidFill>
            <a:schemeClr val="accent3"/>
          </a:solidFill>
        </a:ln>
      </a:spPr>
      <a:bodyPr lIns="73152" tIns="73152" rIns="73152" bIns="73152" rtlCol="0" anchor="ctr">
        <a:noAutofit/>
      </a:bodyPr>
      <a:lstStyle>
        <a:defPPr algn="ctr">
          <a:lnSpc>
            <a:spcPct val="100000"/>
          </a:lnSpc>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3"/>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00000"/>
          </a:lnSpc>
          <a:defRPr dirty="0" err="1" smtClean="0"/>
        </a:defPPr>
      </a:lstStyle>
    </a:txDef>
  </a:objectDefaults>
  <a:extraClrSchemeLst/>
  <a:custClrLst>
    <a:custClr name="OW Emerald">
      <a:srgbClr val="41A441"/>
    </a:custClr>
    <a:custClr name="Light Emerald">
      <a:srgbClr val="BDDDA3"/>
    </a:custClr>
    <a:custClr name="OW Iolite">
      <a:srgbClr val="646EAC"/>
    </a:custClr>
    <a:custClr name="Light Iolite">
      <a:srgbClr val="C5CAE7"/>
    </a:custClr>
    <a:custClr name="OW Citrine">
      <a:srgbClr val="DD712C"/>
    </a:custClr>
    <a:custClr name="Light Citrine">
      <a:srgbClr val="FDCFAC"/>
    </a:custClr>
    <a:custClr name="OW Turquoise">
      <a:srgbClr val="079B84"/>
    </a:custClr>
    <a:custClr name="Light Turquoise">
      <a:srgbClr val="A8DAC9"/>
    </a:custClr>
    <a:custClr name="OW Ruby">
      <a:srgbClr val="CB225B"/>
    </a:custClr>
    <a:custClr name="Light Ruby">
      <a:srgbClr val="F8B8BC"/>
    </a:custClr>
    <a:custClr name="Pure Red">
      <a:srgbClr val="FF0000"/>
    </a:custClr>
    <a:custClr name="Bright Onyx">
      <a:srgbClr val="808080"/>
    </a:custClr>
    <a:custClr name="Table Onyx">
      <a:srgbClr val="E8E8E8"/>
    </a:custClr>
    <a:custClr name="Medium Sapphire">
      <a:srgbClr val="016D9F"/>
    </a:custClr>
    <a:custClr name="Bright Sapphire">
      <a:srgbClr val="00A8C8"/>
    </a:custClr>
    <a:custClr name="Pale Sapphire">
      <a:srgbClr val="E1FAFF"/>
    </a:custClr>
    <a:custClr name="Dark Topaz">
      <a:srgbClr val="8E5501"/>
    </a:custClr>
    <a:custClr name="Pale Topaz">
      <a:srgbClr val="FFEED5"/>
    </a:custClr>
    <a:custClr name="Dark Emerald">
      <a:srgbClr val="00582D"/>
    </a:custClr>
    <a:custClr name="Pale Emerald">
      <a:srgbClr val="E2EDC3"/>
    </a:custClr>
  </a:custClrLst>
</a:theme>
</file>

<file path=ppt/theme/theme6.xml><?xml version="1.0" encoding="utf-8"?>
<a:theme xmlns:a="http://schemas.openxmlformats.org/drawingml/2006/main" name="5_blank">
  <a:themeElements>
    <a:clrScheme name="Custom 3">
      <a:dk1>
        <a:srgbClr val="000000"/>
      </a:dk1>
      <a:lt1>
        <a:srgbClr val="FFFFFF"/>
      </a:lt1>
      <a:dk2>
        <a:srgbClr val="5A8E3F"/>
      </a:dk2>
      <a:lt2>
        <a:srgbClr val="FFFFFF"/>
      </a:lt2>
      <a:accent1>
        <a:srgbClr val="006600"/>
      </a:accent1>
      <a:accent2>
        <a:srgbClr val="5A8E3F"/>
      </a:accent2>
      <a:accent3>
        <a:srgbClr val="9BBD5E"/>
      </a:accent3>
      <a:accent4>
        <a:srgbClr val="9BBD5E"/>
      </a:accent4>
      <a:accent5>
        <a:srgbClr val="D1D59C"/>
      </a:accent5>
      <a:accent6>
        <a:srgbClr val="BACBCC"/>
      </a:accent6>
      <a:hlink>
        <a:srgbClr val="5B5B5B"/>
      </a:hlink>
      <a:folHlink>
        <a:srgbClr val="BFBFBF"/>
      </a:folHlink>
    </a:clrScheme>
    <a:fontScheme name="Oliver Wyman">
      <a:majorFont>
        <a:latin typeface="Arial"/>
        <a:ea typeface=""/>
        <a:cs typeface=""/>
        <a:font script="Jpan" typeface="Meiryo"/>
        <a:font script="Hang" typeface="맑은 고딕"/>
        <a:font script="Hans" typeface="STKaiti"/>
        <a:font script="Hant" typeface="STKait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Meiryo"/>
        <a:font script="Hang" typeface="맑은 고딕"/>
        <a:font script="Hans" typeface="STKaiti"/>
        <a:font script="Hant" typeface="STKait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liver Wyman">
      <a:fillStyleLst>
        <a:solidFill>
          <a:schemeClr val="phClr"/>
        </a:solidFill>
        <a:solidFill>
          <a:schemeClr val="phClr">
            <a:tint val="0"/>
          </a:schemeClr>
        </a:solidFill>
        <a:solidFill>
          <a:schemeClr val="phClr"/>
        </a:solidFill>
      </a:fillStyleLst>
      <a:lnStyleLst>
        <a:ln w="9525" cap="flat" cmpd="sng" algn="ctr">
          <a:solidFill>
            <a:schemeClr val="phClr">
              <a:satMod val="105000"/>
            </a:scheme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reflection blurRad="12700" stA="26000" endPos="28000" dist="38100" dir="5400000" sy="-100000" rotWithShape="0"/>
          </a:effectLst>
        </a:effectStyle>
      </a:effectStyleLst>
      <a:bgFillStyleLst>
        <a:solidFill>
          <a:schemeClr val="phClr"/>
        </a:solidFill>
        <a:solidFill>
          <a:schemeClr val="phClr">
            <a:tint val="95000"/>
          </a:schemeClr>
        </a:solidFill>
        <a:gradFill rotWithShape="1">
          <a:gsLst>
            <a:gs pos="0">
              <a:schemeClr val="phClr">
                <a:tint val="100000"/>
                <a:shade val="60000"/>
                <a:satMod val="300000"/>
              </a:schemeClr>
            </a:gs>
            <a:gs pos="30000">
              <a:schemeClr val="phClr">
                <a:shade val="80000"/>
                <a:satMod val="230000"/>
              </a:schemeClr>
            </a:gs>
            <a:gs pos="100000">
              <a:schemeClr val="phClr">
                <a:tint val="97000"/>
                <a:shade val="100000"/>
                <a:satMod val="220000"/>
              </a:schemeClr>
            </a:gs>
          </a:gsLst>
          <a:lin ang="16200000" scaled="0"/>
        </a:gradFill>
      </a:bgFillStyleLst>
    </a:fmtScheme>
  </a:themeElements>
  <a:objectDefaults>
    <a:spDef>
      <a:spPr>
        <a:solidFill>
          <a:schemeClr val="bg1"/>
        </a:solidFill>
        <a:ln w="9525">
          <a:solidFill>
            <a:schemeClr val="accent3"/>
          </a:solidFill>
        </a:ln>
      </a:spPr>
      <a:bodyPr lIns="73152" tIns="73152" rIns="73152" bIns="73152" rtlCol="0" anchor="ctr">
        <a:noAutofit/>
      </a:bodyPr>
      <a:lstStyle>
        <a:defPPr algn="ctr">
          <a:lnSpc>
            <a:spcPct val="100000"/>
          </a:lnSpc>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3"/>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00000"/>
          </a:lnSpc>
          <a:defRPr dirty="0" err="1" smtClean="0"/>
        </a:defPPr>
      </a:lstStyle>
    </a:txDef>
  </a:objectDefaults>
  <a:extraClrSchemeLst/>
  <a:custClrLst>
    <a:custClr name="OW Emerald">
      <a:srgbClr val="41A441"/>
    </a:custClr>
    <a:custClr name="Light Emerald">
      <a:srgbClr val="BDDDA3"/>
    </a:custClr>
    <a:custClr name="OW Iolite">
      <a:srgbClr val="646EAC"/>
    </a:custClr>
    <a:custClr name="Light Iolite">
      <a:srgbClr val="C5CAE7"/>
    </a:custClr>
    <a:custClr name="OW Citrine">
      <a:srgbClr val="DD712C"/>
    </a:custClr>
    <a:custClr name="Light Citrine">
      <a:srgbClr val="FDCFAC"/>
    </a:custClr>
    <a:custClr name="OW Turquoise">
      <a:srgbClr val="079B84"/>
    </a:custClr>
    <a:custClr name="Light Turquoise">
      <a:srgbClr val="A8DAC9"/>
    </a:custClr>
    <a:custClr name="OW Ruby">
      <a:srgbClr val="CB225B"/>
    </a:custClr>
    <a:custClr name="Light Ruby">
      <a:srgbClr val="F8B8BC"/>
    </a:custClr>
    <a:custClr name="Pure Red">
      <a:srgbClr val="FF0000"/>
    </a:custClr>
    <a:custClr name="Bright Onyx">
      <a:srgbClr val="808080"/>
    </a:custClr>
    <a:custClr name="Table Onyx">
      <a:srgbClr val="E8E8E8"/>
    </a:custClr>
    <a:custClr name="Medium Sapphire">
      <a:srgbClr val="016D9F"/>
    </a:custClr>
    <a:custClr name="Bright Sapphire">
      <a:srgbClr val="00A8C8"/>
    </a:custClr>
    <a:custClr name="Pale Sapphire">
      <a:srgbClr val="E1FAFF"/>
    </a:custClr>
    <a:custClr name="Dark Topaz">
      <a:srgbClr val="8E5501"/>
    </a:custClr>
    <a:custClr name="Pale Topaz">
      <a:srgbClr val="FFEED5"/>
    </a:custClr>
    <a:custClr name="Dark Emerald">
      <a:srgbClr val="00582D"/>
    </a:custClr>
    <a:custClr name="Pale Emerald">
      <a:srgbClr val="E2EDC3"/>
    </a:custClr>
  </a:custClrLst>
</a:theme>
</file>

<file path=ppt/theme/theme7.xml><?xml version="1.0" encoding="utf-8"?>
<a:theme xmlns:a="http://schemas.openxmlformats.org/drawingml/2006/main" name="6_blank">
  <a:themeElements>
    <a:clrScheme name="Custom 3">
      <a:dk1>
        <a:srgbClr val="000000"/>
      </a:dk1>
      <a:lt1>
        <a:srgbClr val="FFFFFF"/>
      </a:lt1>
      <a:dk2>
        <a:srgbClr val="5A8E3F"/>
      </a:dk2>
      <a:lt2>
        <a:srgbClr val="FFFFFF"/>
      </a:lt2>
      <a:accent1>
        <a:srgbClr val="006600"/>
      </a:accent1>
      <a:accent2>
        <a:srgbClr val="5A8E3F"/>
      </a:accent2>
      <a:accent3>
        <a:srgbClr val="9BBD5E"/>
      </a:accent3>
      <a:accent4>
        <a:srgbClr val="9BBD5E"/>
      </a:accent4>
      <a:accent5>
        <a:srgbClr val="D1D59C"/>
      </a:accent5>
      <a:accent6>
        <a:srgbClr val="BACBCC"/>
      </a:accent6>
      <a:hlink>
        <a:srgbClr val="5B5B5B"/>
      </a:hlink>
      <a:folHlink>
        <a:srgbClr val="BFBFBF"/>
      </a:folHlink>
    </a:clrScheme>
    <a:fontScheme name="Oliver Wyman">
      <a:majorFont>
        <a:latin typeface="Arial"/>
        <a:ea typeface=""/>
        <a:cs typeface=""/>
        <a:font script="Jpan" typeface="Meiryo"/>
        <a:font script="Hang" typeface="맑은 고딕"/>
        <a:font script="Hans" typeface="STKaiti"/>
        <a:font script="Hant" typeface="STKait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Meiryo"/>
        <a:font script="Hang" typeface="맑은 고딕"/>
        <a:font script="Hans" typeface="STKaiti"/>
        <a:font script="Hant" typeface="STKait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liver Wyman">
      <a:fillStyleLst>
        <a:solidFill>
          <a:schemeClr val="phClr"/>
        </a:solidFill>
        <a:solidFill>
          <a:schemeClr val="phClr">
            <a:tint val="0"/>
          </a:schemeClr>
        </a:solidFill>
        <a:solidFill>
          <a:schemeClr val="phClr"/>
        </a:solidFill>
      </a:fillStyleLst>
      <a:lnStyleLst>
        <a:ln w="9525" cap="flat" cmpd="sng" algn="ctr">
          <a:solidFill>
            <a:schemeClr val="phClr">
              <a:satMod val="105000"/>
            </a:scheme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reflection blurRad="12700" stA="26000" endPos="28000" dist="38100" dir="5400000" sy="-100000" rotWithShape="0"/>
          </a:effectLst>
        </a:effectStyle>
      </a:effectStyleLst>
      <a:bgFillStyleLst>
        <a:solidFill>
          <a:schemeClr val="phClr"/>
        </a:solidFill>
        <a:solidFill>
          <a:schemeClr val="phClr">
            <a:tint val="95000"/>
          </a:schemeClr>
        </a:solidFill>
        <a:gradFill rotWithShape="1">
          <a:gsLst>
            <a:gs pos="0">
              <a:schemeClr val="phClr">
                <a:tint val="100000"/>
                <a:shade val="60000"/>
                <a:satMod val="300000"/>
              </a:schemeClr>
            </a:gs>
            <a:gs pos="30000">
              <a:schemeClr val="phClr">
                <a:shade val="80000"/>
                <a:satMod val="230000"/>
              </a:schemeClr>
            </a:gs>
            <a:gs pos="100000">
              <a:schemeClr val="phClr">
                <a:tint val="97000"/>
                <a:shade val="100000"/>
                <a:satMod val="220000"/>
              </a:schemeClr>
            </a:gs>
          </a:gsLst>
          <a:lin ang="16200000" scaled="0"/>
        </a:gradFill>
      </a:bgFillStyleLst>
    </a:fmtScheme>
  </a:themeElements>
  <a:objectDefaults>
    <a:spDef>
      <a:spPr>
        <a:solidFill>
          <a:schemeClr val="bg1"/>
        </a:solidFill>
        <a:ln w="9525">
          <a:solidFill>
            <a:schemeClr val="accent3"/>
          </a:solidFill>
        </a:ln>
      </a:spPr>
      <a:bodyPr lIns="73152" tIns="73152" rIns="73152" bIns="73152" rtlCol="0" anchor="ctr">
        <a:noAutofit/>
      </a:bodyPr>
      <a:lstStyle>
        <a:defPPr algn="ctr">
          <a:lnSpc>
            <a:spcPct val="100000"/>
          </a:lnSpc>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3"/>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00000"/>
          </a:lnSpc>
          <a:defRPr dirty="0" err="1" smtClean="0"/>
        </a:defPPr>
      </a:lstStyle>
    </a:txDef>
  </a:objectDefaults>
  <a:extraClrSchemeLst/>
  <a:custClrLst>
    <a:custClr name="OW Emerald">
      <a:srgbClr val="41A441"/>
    </a:custClr>
    <a:custClr name="Light Emerald">
      <a:srgbClr val="BDDDA3"/>
    </a:custClr>
    <a:custClr name="OW Iolite">
      <a:srgbClr val="646EAC"/>
    </a:custClr>
    <a:custClr name="Light Iolite">
      <a:srgbClr val="C5CAE7"/>
    </a:custClr>
    <a:custClr name="OW Citrine">
      <a:srgbClr val="DD712C"/>
    </a:custClr>
    <a:custClr name="Light Citrine">
      <a:srgbClr val="FDCFAC"/>
    </a:custClr>
    <a:custClr name="OW Turquoise">
      <a:srgbClr val="079B84"/>
    </a:custClr>
    <a:custClr name="Light Turquoise">
      <a:srgbClr val="A8DAC9"/>
    </a:custClr>
    <a:custClr name="OW Ruby">
      <a:srgbClr val="CB225B"/>
    </a:custClr>
    <a:custClr name="Light Ruby">
      <a:srgbClr val="F8B8BC"/>
    </a:custClr>
    <a:custClr name="Pure Red">
      <a:srgbClr val="FF0000"/>
    </a:custClr>
    <a:custClr name="Bright Onyx">
      <a:srgbClr val="808080"/>
    </a:custClr>
    <a:custClr name="Table Onyx">
      <a:srgbClr val="E8E8E8"/>
    </a:custClr>
    <a:custClr name="Medium Sapphire">
      <a:srgbClr val="016D9F"/>
    </a:custClr>
    <a:custClr name="Bright Sapphire">
      <a:srgbClr val="00A8C8"/>
    </a:custClr>
    <a:custClr name="Pale Sapphire">
      <a:srgbClr val="E1FAFF"/>
    </a:custClr>
    <a:custClr name="Dark Topaz">
      <a:srgbClr val="8E5501"/>
    </a:custClr>
    <a:custClr name="Pale Topaz">
      <a:srgbClr val="FFEED5"/>
    </a:custClr>
    <a:custClr name="Dark Emerald">
      <a:srgbClr val="00582D"/>
    </a:custClr>
    <a:custClr name="Pale Emerald">
      <a:srgbClr val="E2EDC3"/>
    </a:custClr>
  </a:custClrLst>
</a:theme>
</file>

<file path=ppt/theme/theme8.xml><?xml version="1.0" encoding="utf-8"?>
<a:theme xmlns:a="http://schemas.openxmlformats.org/drawingml/2006/main" name="Office Theme">
  <a:themeElements>
    <a:clrScheme name="Oliver Wyman">
      <a:dk1>
        <a:srgbClr val="000000"/>
      </a:dk1>
      <a:lt1>
        <a:srgbClr val="FFFFFF"/>
      </a:lt1>
      <a:dk2>
        <a:srgbClr val="002C77"/>
      </a:dk2>
      <a:lt2>
        <a:srgbClr val="FFFFFF"/>
      </a:lt2>
      <a:accent1>
        <a:srgbClr val="008AB3"/>
      </a:accent1>
      <a:accent2>
        <a:srgbClr val="9DE0ED"/>
      </a:accent2>
      <a:accent3>
        <a:srgbClr val="606060"/>
      </a:accent3>
      <a:accent4>
        <a:srgbClr val="BFBFBF"/>
      </a:accent4>
      <a:accent5>
        <a:srgbClr val="E29815"/>
      </a:accent5>
      <a:accent6>
        <a:srgbClr val="FFCF89"/>
      </a:accent6>
      <a:hlink>
        <a:srgbClr val="5B5B5B"/>
      </a:hlink>
      <a:folHlink>
        <a:srgbClr val="BFBFBF"/>
      </a:folHlink>
    </a:clrScheme>
    <a:fontScheme name="Oliver Wyma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liver Wyman">
      <a:dk1>
        <a:srgbClr val="000000"/>
      </a:dk1>
      <a:lt1>
        <a:srgbClr val="FFFFFF"/>
      </a:lt1>
      <a:dk2>
        <a:srgbClr val="002C77"/>
      </a:dk2>
      <a:lt2>
        <a:srgbClr val="FFFFFF"/>
      </a:lt2>
      <a:accent1>
        <a:srgbClr val="008AB3"/>
      </a:accent1>
      <a:accent2>
        <a:srgbClr val="9DE0ED"/>
      </a:accent2>
      <a:accent3>
        <a:srgbClr val="606060"/>
      </a:accent3>
      <a:accent4>
        <a:srgbClr val="BFBFBF"/>
      </a:accent4>
      <a:accent5>
        <a:srgbClr val="E29815"/>
      </a:accent5>
      <a:accent6>
        <a:srgbClr val="FFCF89"/>
      </a:accent6>
      <a:hlink>
        <a:srgbClr val="5B5B5B"/>
      </a:hlink>
      <a:folHlink>
        <a:srgbClr val="BFBFBF"/>
      </a:folHlink>
    </a:clrScheme>
    <a:fontScheme name="Oliver Wyma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63312b4-811e-4ef2-ba88-be24ac02adb8">
      <Terms xmlns="http://schemas.microsoft.com/office/infopath/2007/PartnerControls"/>
    </lcf76f155ced4ddcb4097134ff3c332f>
    <TaxCatchAll xmlns="e1bf412c-dfe0-42fb-9ec3-50e312a5fd3e" xsi:nil="true"/>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Tài liệu" ma:contentTypeID="0x010100EAADE4B0FE308A4BBF0D3FBD6D10CC6E" ma:contentTypeVersion="16" ma:contentTypeDescription="Tạo tài liệu mới." ma:contentTypeScope="" ma:versionID="861226e65a38e10d13f7176e9b993cdc">
  <xsd:schema xmlns:xsd="http://www.w3.org/2001/XMLSchema" xmlns:xs="http://www.w3.org/2001/XMLSchema" xmlns:p="http://schemas.microsoft.com/office/2006/metadata/properties" xmlns:ns1="http://schemas.microsoft.com/sharepoint/v3" xmlns:ns2="e1bf412c-dfe0-42fb-9ec3-50e312a5fd3e" xmlns:ns3="f63312b4-811e-4ef2-ba88-be24ac02adb8" targetNamespace="http://schemas.microsoft.com/office/2006/metadata/properties" ma:root="true" ma:fieldsID="d7d0209a97446b9b5cb8d18cca4e2bdc" ns1:_="" ns2:_="" ns3:_="">
    <xsd:import namespace="http://schemas.microsoft.com/sharepoint/v3"/>
    <xsd:import namespace="e1bf412c-dfe0-42fb-9ec3-50e312a5fd3e"/>
    <xsd:import namespace="f63312b4-811e-4ef2-ba88-be24ac02adb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1:_ip_UnifiedCompliancePolicyProperties" minOccurs="0"/>
                <xsd:element ref="ns1:_ip_UnifiedCompliancePolicyUIAction"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Đặc tính Chính sách Tuân thủ Hợp nhất" ma:hidden="true" ma:internalName="_ip_UnifiedCompliancePolicyProperties">
      <xsd:simpleType>
        <xsd:restriction base="dms:Note"/>
      </xsd:simpleType>
    </xsd:element>
    <xsd:element name="_ip_UnifiedCompliancePolicyUIAction" ma:index="15" nillable="true" ma:displayName="Thao tác UI của Chính sách Tuân thủ Hợp nhất"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1bf412c-dfe0-42fb-9ec3-50e312a5fd3e" elementFormDefault="qualified">
    <xsd:import namespace="http://schemas.microsoft.com/office/2006/documentManagement/types"/>
    <xsd:import namespace="http://schemas.microsoft.com/office/infopath/2007/PartnerControls"/>
    <xsd:element name="SharedWithUsers" ma:index="8" nillable="true" ma:displayName="Chia sẻ Với"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Chia sẻ Có Chi tiết" ma:internalName="SharedWithDetails" ma:readOnly="true">
      <xsd:simpleType>
        <xsd:restriction base="dms:Note">
          <xsd:maxLength value="255"/>
        </xsd:restriction>
      </xsd:simpleType>
    </xsd:element>
    <xsd:element name="TaxCatchAll" ma:index="18" nillable="true" ma:displayName="Taxonomy Catch All Column" ma:hidden="true" ma:list="{cf2a29f4-6233-46bb-ab96-281de00b1881}" ma:internalName="TaxCatchAll" ma:showField="CatchAllData" ma:web="e1bf412c-dfe0-42fb-9ec3-50e312a5fd3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f63312b4-811e-4ef2-ba88-be24ac02adb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7" nillable="true" ma:taxonomy="true" ma:internalName="lcf76f155ced4ddcb4097134ff3c332f" ma:taxonomyFieldName="MediaServiceImageTags" ma:displayName="Thẻ Hình ảnh" ma:readOnly="false" ma:fieldId="{5cf76f15-5ced-4ddc-b409-7134ff3c332f}" ma:taxonomyMulti="true" ma:sspId="4f27e54a-bce4-4de2-8305-f5d733cdeee1" ma:termSetId="09814cd3-568e-fe90-9814-8d621ff8fb84" ma:anchorId="fba54fb3-c3e1-fe81-a776-ca4b69148c4d" ma:open="true" ma:isKeyword="false">
      <xsd:complexType>
        <xsd:sequence>
          <xsd:element ref="pc:Terms" minOccurs="0" maxOccurs="1"/>
        </xsd:sequence>
      </xsd:complex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D037C97-6F7A-4D6E-9FFB-6F6773C70BC4}">
  <ds:schemaRefs>
    <ds:schemaRef ds:uri="http://schemas.microsoft.com/sharepoint/v3/contenttype/forms"/>
  </ds:schemaRefs>
</ds:datastoreItem>
</file>

<file path=customXml/itemProps2.xml><?xml version="1.0" encoding="utf-8"?>
<ds:datastoreItem xmlns:ds="http://schemas.openxmlformats.org/officeDocument/2006/customXml" ds:itemID="{65DC743B-9860-409D-885F-003763CD5C4D}">
  <ds:schemaRefs>
    <ds:schemaRef ds:uri="http://schemas.microsoft.com/office/2006/metadata/properties"/>
    <ds:schemaRef ds:uri="http://schemas.microsoft.com/office/infopath/2007/PartnerControls"/>
    <ds:schemaRef ds:uri="22ce30a0-3f69-486e-9d59-8adc02e67031"/>
    <ds:schemaRef ds:uri="79f1eb12-6d29-42ac-8c94-901e12852d22"/>
    <ds:schemaRef ds:uri="f63312b4-811e-4ef2-ba88-be24ac02adb8"/>
    <ds:schemaRef ds:uri="e1bf412c-dfe0-42fb-9ec3-50e312a5fd3e"/>
    <ds:schemaRef ds:uri="http://schemas.microsoft.com/sharepoint/v3"/>
  </ds:schemaRefs>
</ds:datastoreItem>
</file>

<file path=customXml/itemProps3.xml><?xml version="1.0" encoding="utf-8"?>
<ds:datastoreItem xmlns:ds="http://schemas.openxmlformats.org/officeDocument/2006/customXml" ds:itemID="{19946EEE-7A47-40E8-A939-FA9D8D66CF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1bf412c-dfe0-42fb-9ec3-50e312a5fd3e"/>
    <ds:schemaRef ds:uri="f63312b4-811e-4ef2-ba88-be24ac02adb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1038</TotalTime>
  <Words>3604</Words>
  <Application>Microsoft Office PowerPoint</Application>
  <PresentationFormat>Custom</PresentationFormat>
  <Paragraphs>292</Paragraphs>
  <Slides>21</Slides>
  <Notes>1</Notes>
  <HiddenSlides>0</HiddenSlides>
  <MMClips>0</MMClips>
  <ScaleCrop>false</ScaleCrop>
  <HeadingPairs>
    <vt:vector size="8" baseType="variant">
      <vt:variant>
        <vt:lpstr>Fonts Used</vt:lpstr>
      </vt:variant>
      <vt:variant>
        <vt:i4>5</vt:i4>
      </vt:variant>
      <vt:variant>
        <vt:lpstr>Theme</vt:lpstr>
      </vt:variant>
      <vt:variant>
        <vt:i4>7</vt:i4>
      </vt:variant>
      <vt:variant>
        <vt:lpstr>Embedded OLE Servers</vt:lpstr>
      </vt:variant>
      <vt:variant>
        <vt:i4>1</vt:i4>
      </vt:variant>
      <vt:variant>
        <vt:lpstr>Slide Titles</vt:lpstr>
      </vt:variant>
      <vt:variant>
        <vt:i4>21</vt:i4>
      </vt:variant>
    </vt:vector>
  </HeadingPairs>
  <TitlesOfParts>
    <vt:vector size="34" baseType="lpstr">
      <vt:lpstr>Arial</vt:lpstr>
      <vt:lpstr>Calibri</vt:lpstr>
      <vt:lpstr>Cambria Math</vt:lpstr>
      <vt:lpstr>Courier New</vt:lpstr>
      <vt:lpstr>Times New Roman</vt:lpstr>
      <vt:lpstr>blank</vt:lpstr>
      <vt:lpstr>1_blank</vt:lpstr>
      <vt:lpstr>2_blank</vt:lpstr>
      <vt:lpstr>3_blank</vt:lpstr>
      <vt:lpstr>4_blank</vt:lpstr>
      <vt:lpstr>5_blank</vt:lpstr>
      <vt:lpstr>6_blank</vt:lpstr>
      <vt:lpstr>think-cell Slide</vt:lpstr>
      <vt:lpstr>PowerPoint Presentation</vt:lpstr>
      <vt:lpstr>Nội dung chính</vt:lpstr>
      <vt:lpstr>PowerPoint Presentation</vt:lpstr>
      <vt:lpstr>Bối cảnh và mục tiêu xây dựng mô hình</vt:lpstr>
      <vt:lpstr>Phạm vi đo lường của mô hình</vt:lpstr>
      <vt:lpstr>PowerPoint Presentation</vt:lpstr>
      <vt:lpstr>Cơ sở lý thuyết: phân rã giá trị trái phiếu để tách giá trị quyền chọn</vt:lpstr>
      <vt:lpstr>Lựa chọn phương pháp mô hình hóa</vt:lpstr>
      <vt:lpstr>Tổng quan phương pháp: năm bước định giá bằng cây lãi suất ba chiều</vt:lpstr>
      <vt:lpstr>PowerPoint Presentation</vt:lpstr>
      <vt:lpstr>Bước 1 – Mô phỏng đường cong lãi suất theo mô hình Hull–White</vt:lpstr>
      <vt:lpstr>Bước 2 – Xây dựng cây lãi suất hai chiều cho từng nhân tố</vt:lpstr>
      <vt:lpstr>Bước 3 – Ghép cây lãi suất ba chiều và hiệu chỉnh theo tương quan</vt:lpstr>
      <vt:lpstr>Bước 4 – Quy nạp ngược giá trị trái phiếu trên cây ba chiều</vt:lpstr>
      <vt:lpstr>Bước 4 – Quy nạp ngược giá trị trái phiếu trên cây ba chiều</vt:lpstr>
      <vt:lpstr>Bước 5 – Giá trị quyền chọn đính kèm theo từng kịch bản cú sốc lãi suất</vt:lpstr>
      <vt:lpstr>PowerPoint Presentation</vt:lpstr>
      <vt:lpstr>Phần bù rủi ro của trái phiếu có quyền chọn — hai tầng trên biến trạng thái</vt:lpstr>
      <vt:lpstr>Đo lường rủi ro quyền chọn tự động của danh mục theo từng kịch bản</vt:lpstr>
      <vt:lpstr>PowerPoint Presentation</vt:lpstr>
      <vt:lpstr>PowerPoint Presentation</vt:lpstr>
    </vt:vector>
  </TitlesOfParts>
  <Company>Oliver Wyman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2019-06-04_BBH WS#1_Cons_Phuong phap luan XDMH V01.6</dc:title>
  <dc:creator>Thu Huong Nguyen</dc:creator>
  <cp:keywords>Template version: 2015/07/23;Update Pack: 2015/09/15</cp:keywords>
  <cp:lastModifiedBy>Quant Dept</cp:lastModifiedBy>
  <cp:revision>10</cp:revision>
  <cp:lastPrinted>2018-01-08T11:00:30Z</cp:lastPrinted>
  <dcterms:created xsi:type="dcterms:W3CDTF">2016-05-31T09:52:09Z</dcterms:created>
  <dcterms:modified xsi:type="dcterms:W3CDTF">2026-09-17T05:59:29Z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Version">
    <vt:lpwstr>2015/07/23</vt:lpwstr>
  </property>
  <property fmtid="{D5CDD505-2E9C-101B-9397-08002B2CF9AE}" pid="3" name="DocumentMSOLanguageID">
    <vt:lpwstr>msoLanguageIDEnglishUK</vt:lpwstr>
  </property>
  <property fmtid="{D5CDD505-2E9C-101B-9397-08002B2CF9AE}" pid="4" name="LogoName">
    <vt:lpwstr>Oliver Wyman</vt:lpwstr>
  </property>
  <property fmtid="{D5CDD505-2E9C-101B-9397-08002B2CF9AE}" pid="5" name="ContentTypeId">
    <vt:lpwstr>0x010100EAADE4B0FE308A4BBF0D3FBD6D10CC6E</vt:lpwstr>
  </property>
  <property fmtid="{D5CDD505-2E9C-101B-9397-08002B2CF9AE}" pid="6" name="MediaServiceImageTags">
    <vt:lpwstr/>
  </property>
</Properties>
</file>